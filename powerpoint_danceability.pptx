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29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37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153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45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135.xml"/>
  <Override ContentType="application/vnd.openxmlformats-officedocument.presentationml.slideLayout+xml" PartName="/ppt/slideLayouts/slideLayout12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47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15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59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150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33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0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149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12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127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57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144.xml"/>
  <Override ContentType="application/vnd.openxmlformats-officedocument.presentationml.slideLayout+xml" PartName="/ppt/slideLayouts/slideLayout131.xml"/>
  <Override ContentType="application/vnd.openxmlformats-officedocument.presentationml.slideLayout+xml" PartName="/ppt/slideLayouts/slideLayout161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155.xml"/>
  <Override ContentType="application/vnd.openxmlformats-officedocument.presentationml.slideLayout+xml" PartName="/ppt/slideLayouts/slideLayout142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25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138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146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54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128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36.xml"/>
  <Override ContentType="application/vnd.openxmlformats-officedocument.presentationml.slideLayout+xml" PartName="/ppt/slideLayouts/slideLayout152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14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34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121.xml"/>
  <Override ContentType="application/vnd.openxmlformats-officedocument.presentationml.slideLayout+xml" PartName="/ppt/slideLayouts/slideLayout14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124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15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32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130.xml"/>
  <Override ContentType="application/vnd.openxmlformats-officedocument.presentationml.slideLayout+xml" PartName="/ppt/slideLayouts/slideLayout143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126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39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6.xml"/>
  <Override ContentType="application/vnd.openxmlformats-officedocument.presentationml.slideLayout+xml" PartName="/ppt/slideLayouts/slideLayout160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7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7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theme+xml" PartName="/ppt/theme/theme8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809" r:id="rId4"/>
    <p:sldMasterId id="2147483810" r:id="rId5"/>
    <p:sldMasterId id="2147483811" r:id="rId6"/>
    <p:sldMasterId id="2147483812" r:id="rId7"/>
    <p:sldMasterId id="2147483813" r:id="rId8"/>
    <p:sldMasterId id="2147483814" r:id="rId9"/>
    <p:sldMasterId id="2147483815" r:id="rId10"/>
  </p:sldMasterIdLst>
  <p:notesMasterIdLst>
    <p:notesMasterId r:id="rId11"/>
  </p:notes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</p:sldIdLst>
  <p:sldSz cy="5143500" cx="9144000"/>
  <p:notesSz cx="6858000" cy="9144000"/>
  <p:embeddedFontLst>
    <p:embeddedFont>
      <p:font typeface="Krona One"/>
      <p:regular r:id="rId25"/>
    </p:embeddedFont>
    <p:embeddedFont>
      <p:font typeface="Raleway"/>
      <p:regular r:id="rId26"/>
      <p:bold r:id="rId27"/>
      <p:italic r:id="rId28"/>
      <p:boldItalic r:id="rId29"/>
    </p:embeddedFont>
    <p:embeddedFont>
      <p:font typeface="Economica"/>
      <p:regular r:id="rId30"/>
      <p:bold r:id="rId31"/>
      <p:italic r:id="rId32"/>
      <p:boldItalic r:id="rId33"/>
    </p:embeddedFont>
    <p:embeddedFont>
      <p:font typeface="Epilogue"/>
      <p:regular r:id="rId34"/>
      <p:bold r:id="rId35"/>
      <p:italic r:id="rId36"/>
      <p:boldItalic r:id="rId37"/>
    </p:embeddedFont>
    <p:embeddedFont>
      <p:font typeface="DM Serif Display"/>
      <p:regular r:id="rId38"/>
      <p:italic r:id="rId39"/>
    </p:embeddedFont>
    <p:embeddedFont>
      <p:font typeface="Open Sans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penSans-regular.fntdata"/><Relationship Id="rId20" Type="http://schemas.openxmlformats.org/officeDocument/2006/relationships/slide" Target="slides/slide9.xml"/><Relationship Id="rId42" Type="http://schemas.openxmlformats.org/officeDocument/2006/relationships/font" Target="fonts/OpenSans-italic.fntdata"/><Relationship Id="rId41" Type="http://schemas.openxmlformats.org/officeDocument/2006/relationships/font" Target="fonts/OpenSans-bold.fntdata"/><Relationship Id="rId22" Type="http://schemas.openxmlformats.org/officeDocument/2006/relationships/slide" Target="slides/slide11.xml"/><Relationship Id="rId21" Type="http://schemas.openxmlformats.org/officeDocument/2006/relationships/slide" Target="slides/slide10.xml"/><Relationship Id="rId43" Type="http://schemas.openxmlformats.org/officeDocument/2006/relationships/font" Target="fonts/OpenSans-boldItalic.fntdata"/><Relationship Id="rId24" Type="http://schemas.openxmlformats.org/officeDocument/2006/relationships/slide" Target="slides/slide13.xml"/><Relationship Id="rId23" Type="http://schemas.openxmlformats.org/officeDocument/2006/relationships/slide" Target="slides/slide12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26" Type="http://schemas.openxmlformats.org/officeDocument/2006/relationships/font" Target="fonts/Raleway-regular.fntdata"/><Relationship Id="rId25" Type="http://schemas.openxmlformats.org/officeDocument/2006/relationships/font" Target="fonts/KronaOne-regular.fntdata"/><Relationship Id="rId28" Type="http://schemas.openxmlformats.org/officeDocument/2006/relationships/font" Target="fonts/Raleway-italic.fntdata"/><Relationship Id="rId27" Type="http://schemas.openxmlformats.org/officeDocument/2006/relationships/font" Target="fonts/Raleway-bold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font" Target="fonts/Raleway-boldItalic.fntdata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31" Type="http://schemas.openxmlformats.org/officeDocument/2006/relationships/font" Target="fonts/Economica-bold.fntdata"/><Relationship Id="rId30" Type="http://schemas.openxmlformats.org/officeDocument/2006/relationships/font" Target="fonts/Economica-regular.fntdata"/><Relationship Id="rId11" Type="http://schemas.openxmlformats.org/officeDocument/2006/relationships/notesMaster" Target="notesMasters/notesMaster1.xml"/><Relationship Id="rId33" Type="http://schemas.openxmlformats.org/officeDocument/2006/relationships/font" Target="fonts/Economica-boldItalic.fntdata"/><Relationship Id="rId10" Type="http://schemas.openxmlformats.org/officeDocument/2006/relationships/slideMaster" Target="slideMasters/slideMaster7.xml"/><Relationship Id="rId32" Type="http://schemas.openxmlformats.org/officeDocument/2006/relationships/font" Target="fonts/Economica-italic.fntdata"/><Relationship Id="rId13" Type="http://schemas.openxmlformats.org/officeDocument/2006/relationships/slide" Target="slides/slide2.xml"/><Relationship Id="rId35" Type="http://schemas.openxmlformats.org/officeDocument/2006/relationships/font" Target="fonts/Epilogue-bold.fntdata"/><Relationship Id="rId12" Type="http://schemas.openxmlformats.org/officeDocument/2006/relationships/slide" Target="slides/slide1.xml"/><Relationship Id="rId34" Type="http://schemas.openxmlformats.org/officeDocument/2006/relationships/font" Target="fonts/Epilogue-regular.fntdata"/><Relationship Id="rId15" Type="http://schemas.openxmlformats.org/officeDocument/2006/relationships/slide" Target="slides/slide4.xml"/><Relationship Id="rId37" Type="http://schemas.openxmlformats.org/officeDocument/2006/relationships/font" Target="fonts/Epilogue-boldItalic.fntdata"/><Relationship Id="rId14" Type="http://schemas.openxmlformats.org/officeDocument/2006/relationships/slide" Target="slides/slide3.xml"/><Relationship Id="rId36" Type="http://schemas.openxmlformats.org/officeDocument/2006/relationships/font" Target="fonts/Epilogue-italic.fntdata"/><Relationship Id="rId17" Type="http://schemas.openxmlformats.org/officeDocument/2006/relationships/slide" Target="slides/slide6.xml"/><Relationship Id="rId39" Type="http://schemas.openxmlformats.org/officeDocument/2006/relationships/font" Target="fonts/DMSerifDisplay-italic.fntdata"/><Relationship Id="rId16" Type="http://schemas.openxmlformats.org/officeDocument/2006/relationships/slide" Target="slides/slide5.xml"/><Relationship Id="rId38" Type="http://schemas.openxmlformats.org/officeDocument/2006/relationships/font" Target="fonts/DMSerifDisplay-regular.fntdata"/><Relationship Id="rId19" Type="http://schemas.openxmlformats.org/officeDocument/2006/relationships/slide" Target="slides/slide8.xml"/><Relationship Id="rId18" Type="http://schemas.openxmlformats.org/officeDocument/2006/relationships/slide" Target="slides/slide7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g3111e0e29ea_0_66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4" name="Google Shape;1254;g3111e0e29ea_0_66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7" name="Shape 1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" name="Google Shape;1278;g3111e0e29ea_0_326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9" name="Google Shape;1279;g3111e0e29ea_0_326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2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g3111e0e29ea_0_330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4" name="Google Shape;1294;g3111e0e29ea_0_330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8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Google Shape;1309;g3111e0e29ea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0" name="Google Shape;1310;g3111e0e29ea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3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g3111e0e29ea_4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5" name="Google Shape;1325;g3111e0e29ea_4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8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Google Shape;1339;g3111e0e29ea_4_6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0" name="Google Shape;1340;g3111e0e29ea_4_6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5" name="Shape 1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Google Shape;1346;g3111e0e29ea_4_8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7" name="Google Shape;1347;g3111e0e29ea_4_8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8" name="Shape 1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" name="Google Shape;1359;g3111e0e29ea_0_334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0" name="Google Shape;1360;g3111e0e29ea_0_334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5" name="Shape 1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6" name="Google Shape;1366;g3111e0e29ea_0_337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7" name="Google Shape;1367;g3111e0e29ea_0_337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2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" name="Google Shape;1373;g3111e0e29ea_0_337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4" name="Google Shape;1374;g3111e0e29ea_0_337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9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1380;g3111e0e29ea_0_339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1" name="Google Shape;1381;g3111e0e29ea_0_339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1" name="Shape 1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Google Shape;1392;g3111e0e29ea_4_8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3" name="Google Shape;1393;g3111e0e29ea_4_8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3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" name="Google Shape;1404;g311a2536ffd_0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5" name="Google Shape;1405;g311a2536ffd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1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1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ctrTitle"/>
          </p:nvPr>
        </p:nvSpPr>
        <p:spPr>
          <a:xfrm>
            <a:off x="820950" y="524225"/>
            <a:ext cx="7502100" cy="152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b="1" sz="4200">
                <a:latin typeface="Krona One"/>
                <a:ea typeface="Krona One"/>
                <a:cs typeface="Krona One"/>
                <a:sym typeface="Krona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3" name="Google Shape;63;p14"/>
          <p:cNvSpPr txBox="1"/>
          <p:nvPr>
            <p:ph idx="1" type="subTitle"/>
          </p:nvPr>
        </p:nvSpPr>
        <p:spPr>
          <a:xfrm>
            <a:off x="2161350" y="2045525"/>
            <a:ext cx="4821300" cy="43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4" name="Google Shape;64;p14"/>
          <p:cNvSpPr/>
          <p:nvPr/>
        </p:nvSpPr>
        <p:spPr>
          <a:xfrm rot="3550151">
            <a:off x="202735" y="2541296"/>
            <a:ext cx="308103" cy="293413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/>
          <p:nvPr/>
        </p:nvSpPr>
        <p:spPr>
          <a:xfrm rot="3550151">
            <a:off x="8716148" y="1235858"/>
            <a:ext cx="308103" cy="293413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 flipH="1">
            <a:off x="713300" y="2433200"/>
            <a:ext cx="3921000" cy="14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8" name="Google Shape;68;p15"/>
          <p:cNvSpPr txBox="1"/>
          <p:nvPr>
            <p:ph hasCustomPrompt="1" idx="2" type="title"/>
          </p:nvPr>
        </p:nvSpPr>
        <p:spPr>
          <a:xfrm flipH="1">
            <a:off x="713150" y="1287100"/>
            <a:ext cx="1375500" cy="1014900"/>
          </a:xfrm>
          <a:prstGeom prst="rect">
            <a:avLst/>
          </a:prstGeom>
          <a:solidFill>
            <a:schemeClr val="accent3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900"/>
              <a:buNone/>
              <a:defRPr sz="5300"/>
            </a:lvl1pPr>
            <a:lvl2pPr lvl="1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2pPr>
            <a:lvl3pPr lvl="2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3pPr>
            <a:lvl4pPr lvl="3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4pPr>
            <a:lvl5pPr lvl="4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5pPr>
            <a:lvl6pPr lvl="5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6pPr>
            <a:lvl7pPr lvl="6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7pPr>
            <a:lvl8pPr lvl="7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8pPr>
            <a:lvl9pPr lvl="8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9pPr>
          </a:lstStyle>
          <a:p>
            <a:r>
              <a:t>xx%</a:t>
            </a:r>
          </a:p>
        </p:txBody>
      </p:sp>
      <p:sp>
        <p:nvSpPr>
          <p:cNvPr id="69" name="Google Shape;69;p15"/>
          <p:cNvSpPr/>
          <p:nvPr/>
        </p:nvSpPr>
        <p:spPr>
          <a:xfrm rot="-7651683">
            <a:off x="-2765443" y="-2249163"/>
            <a:ext cx="4638099" cy="3518236"/>
          </a:xfrm>
          <a:custGeom>
            <a:rect b="b" l="l" r="r" t="t"/>
            <a:pathLst>
              <a:path extrusionOk="0" h="70100" w="92413">
                <a:moveTo>
                  <a:pt x="64951" y="1"/>
                </a:moveTo>
                <a:cubicBezTo>
                  <a:pt x="62821" y="1"/>
                  <a:pt x="60692" y="356"/>
                  <a:pt x="58686" y="1088"/>
                </a:cubicBezTo>
                <a:cubicBezTo>
                  <a:pt x="48087" y="4951"/>
                  <a:pt x="43233" y="17227"/>
                  <a:pt x="34109" y="23860"/>
                </a:cubicBezTo>
                <a:cubicBezTo>
                  <a:pt x="26636" y="29325"/>
                  <a:pt x="16623" y="30748"/>
                  <a:pt x="9633" y="36797"/>
                </a:cubicBezTo>
                <a:cubicBezTo>
                  <a:pt x="2796" y="42693"/>
                  <a:pt x="1" y="53317"/>
                  <a:pt x="4245" y="61323"/>
                </a:cubicBezTo>
                <a:cubicBezTo>
                  <a:pt x="7105" y="66733"/>
                  <a:pt x="13294" y="70099"/>
                  <a:pt x="19296" y="70099"/>
                </a:cubicBezTo>
                <a:cubicBezTo>
                  <a:pt x="22148" y="70099"/>
                  <a:pt x="24958" y="69339"/>
                  <a:pt x="27348" y="67677"/>
                </a:cubicBezTo>
                <a:cubicBezTo>
                  <a:pt x="34134" y="62899"/>
                  <a:pt x="36015" y="53063"/>
                  <a:pt x="43030" y="48666"/>
                </a:cubicBezTo>
                <a:cubicBezTo>
                  <a:pt x="49384" y="44701"/>
                  <a:pt x="57618" y="46506"/>
                  <a:pt x="64989" y="45083"/>
                </a:cubicBezTo>
                <a:cubicBezTo>
                  <a:pt x="83542" y="41524"/>
                  <a:pt x="92413" y="15473"/>
                  <a:pt x="76019" y="3528"/>
                </a:cubicBezTo>
                <a:cubicBezTo>
                  <a:pt x="72835" y="1218"/>
                  <a:pt x="68891" y="1"/>
                  <a:pt x="6495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5"/>
          <p:cNvSpPr/>
          <p:nvPr/>
        </p:nvSpPr>
        <p:spPr>
          <a:xfrm rot="3550150">
            <a:off x="616825" y="477668"/>
            <a:ext cx="340097" cy="323883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/>
          <p:nvPr/>
        </p:nvSpPr>
        <p:spPr>
          <a:xfrm>
            <a:off x="6304100" y="512864"/>
            <a:ext cx="266197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713225" y="1000075"/>
            <a:ext cx="7717500" cy="36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■"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75" name="Google Shape;75;p16"/>
          <p:cNvSpPr/>
          <p:nvPr/>
        </p:nvSpPr>
        <p:spPr>
          <a:xfrm>
            <a:off x="8238036" y="3155775"/>
            <a:ext cx="530596" cy="371377"/>
          </a:xfrm>
          <a:custGeom>
            <a:rect b="b" l="l" r="r" t="t"/>
            <a:pathLst>
              <a:path extrusionOk="0" fill="none" h="8362" w="11947">
                <a:moveTo>
                  <a:pt x="1" y="0"/>
                </a:moveTo>
                <a:cubicBezTo>
                  <a:pt x="1297" y="636"/>
                  <a:pt x="306" y="2643"/>
                  <a:pt x="1577" y="3279"/>
                </a:cubicBezTo>
                <a:cubicBezTo>
                  <a:pt x="2898" y="3914"/>
                  <a:pt x="3839" y="1906"/>
                  <a:pt x="5135" y="2542"/>
                </a:cubicBezTo>
                <a:cubicBezTo>
                  <a:pt x="6456" y="3177"/>
                  <a:pt x="5465" y="5185"/>
                  <a:pt x="6761" y="5820"/>
                </a:cubicBezTo>
                <a:cubicBezTo>
                  <a:pt x="8058" y="6456"/>
                  <a:pt x="9023" y="4448"/>
                  <a:pt x="10320" y="5083"/>
                </a:cubicBezTo>
                <a:cubicBezTo>
                  <a:pt x="11616" y="5719"/>
                  <a:pt x="10650" y="7727"/>
                  <a:pt x="11946" y="8362"/>
                </a:cubicBezTo>
              </a:path>
            </a:pathLst>
          </a:custGeom>
          <a:noFill/>
          <a:ln cap="rnd" cmpd="sng" w="1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/>
          <p:nvPr/>
        </p:nvSpPr>
        <p:spPr>
          <a:xfrm rot="5400000">
            <a:off x="232150" y="449314"/>
            <a:ext cx="266197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6"/>
          <p:cNvSpPr/>
          <p:nvPr/>
        </p:nvSpPr>
        <p:spPr>
          <a:xfrm rot="8514670">
            <a:off x="8258599" y="3640563"/>
            <a:ext cx="266195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" type="subTitle"/>
          </p:nvPr>
        </p:nvSpPr>
        <p:spPr>
          <a:xfrm>
            <a:off x="3442375" y="1404350"/>
            <a:ext cx="4988400" cy="485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2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9pPr>
          </a:lstStyle>
          <a:p/>
        </p:txBody>
      </p:sp>
      <p:sp>
        <p:nvSpPr>
          <p:cNvPr id="81" name="Google Shape;81;p17"/>
          <p:cNvSpPr txBox="1"/>
          <p:nvPr>
            <p:ph idx="2" type="subTitle"/>
          </p:nvPr>
        </p:nvSpPr>
        <p:spPr>
          <a:xfrm>
            <a:off x="3442375" y="1773800"/>
            <a:ext cx="4988400" cy="1025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" name="Google Shape;82;p17"/>
          <p:cNvSpPr txBox="1"/>
          <p:nvPr>
            <p:ph idx="3" type="subTitle"/>
          </p:nvPr>
        </p:nvSpPr>
        <p:spPr>
          <a:xfrm>
            <a:off x="3442375" y="2942648"/>
            <a:ext cx="4988400" cy="485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2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9pPr>
          </a:lstStyle>
          <a:p/>
        </p:txBody>
      </p:sp>
      <p:sp>
        <p:nvSpPr>
          <p:cNvPr id="83" name="Google Shape;83;p17"/>
          <p:cNvSpPr txBox="1"/>
          <p:nvPr>
            <p:ph idx="4" type="subTitle"/>
          </p:nvPr>
        </p:nvSpPr>
        <p:spPr>
          <a:xfrm>
            <a:off x="3442375" y="3312100"/>
            <a:ext cx="4988400" cy="1025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4" name="Google Shape;84;p17"/>
          <p:cNvSpPr/>
          <p:nvPr/>
        </p:nvSpPr>
        <p:spPr>
          <a:xfrm rot="1114429">
            <a:off x="3254326" y="4675646"/>
            <a:ext cx="340094" cy="323885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7"/>
          <p:cNvSpPr/>
          <p:nvPr/>
        </p:nvSpPr>
        <p:spPr>
          <a:xfrm rot="3623273">
            <a:off x="8604845" y="1061816"/>
            <a:ext cx="266201" cy="253504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7"/>
          <p:cNvSpPr/>
          <p:nvPr/>
        </p:nvSpPr>
        <p:spPr>
          <a:xfrm rot="-5625860">
            <a:off x="7958174" y="3942331"/>
            <a:ext cx="4638049" cy="3518198"/>
          </a:xfrm>
          <a:custGeom>
            <a:rect b="b" l="l" r="r" t="t"/>
            <a:pathLst>
              <a:path extrusionOk="0" h="70100" w="92413">
                <a:moveTo>
                  <a:pt x="64951" y="1"/>
                </a:moveTo>
                <a:cubicBezTo>
                  <a:pt x="62821" y="1"/>
                  <a:pt x="60692" y="356"/>
                  <a:pt x="58686" y="1088"/>
                </a:cubicBezTo>
                <a:cubicBezTo>
                  <a:pt x="48087" y="4951"/>
                  <a:pt x="43233" y="17227"/>
                  <a:pt x="34109" y="23860"/>
                </a:cubicBezTo>
                <a:cubicBezTo>
                  <a:pt x="26636" y="29325"/>
                  <a:pt x="16623" y="30748"/>
                  <a:pt x="9633" y="36797"/>
                </a:cubicBezTo>
                <a:cubicBezTo>
                  <a:pt x="2796" y="42693"/>
                  <a:pt x="1" y="53317"/>
                  <a:pt x="4245" y="61323"/>
                </a:cubicBezTo>
                <a:cubicBezTo>
                  <a:pt x="7105" y="66733"/>
                  <a:pt x="13294" y="70099"/>
                  <a:pt x="19296" y="70099"/>
                </a:cubicBezTo>
                <a:cubicBezTo>
                  <a:pt x="22148" y="70099"/>
                  <a:pt x="24958" y="69339"/>
                  <a:pt x="27348" y="67677"/>
                </a:cubicBezTo>
                <a:cubicBezTo>
                  <a:pt x="34134" y="62899"/>
                  <a:pt x="36015" y="53063"/>
                  <a:pt x="43030" y="48666"/>
                </a:cubicBezTo>
                <a:cubicBezTo>
                  <a:pt x="49384" y="44701"/>
                  <a:pt x="57618" y="46506"/>
                  <a:pt x="64989" y="45083"/>
                </a:cubicBezTo>
                <a:cubicBezTo>
                  <a:pt x="83542" y="41524"/>
                  <a:pt x="92413" y="15473"/>
                  <a:pt x="76019" y="3528"/>
                </a:cubicBezTo>
                <a:cubicBezTo>
                  <a:pt x="72835" y="1218"/>
                  <a:pt x="68891" y="1"/>
                  <a:pt x="6495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/>
          <p:nvPr/>
        </p:nvSpPr>
        <p:spPr>
          <a:xfrm rot="-7836896">
            <a:off x="8610337" y="3750996"/>
            <a:ext cx="530618" cy="371393"/>
          </a:xfrm>
          <a:custGeom>
            <a:rect b="b" l="l" r="r" t="t"/>
            <a:pathLst>
              <a:path extrusionOk="0" fill="none" h="8362" w="11947">
                <a:moveTo>
                  <a:pt x="1" y="0"/>
                </a:moveTo>
                <a:cubicBezTo>
                  <a:pt x="1297" y="636"/>
                  <a:pt x="306" y="2643"/>
                  <a:pt x="1577" y="3279"/>
                </a:cubicBezTo>
                <a:cubicBezTo>
                  <a:pt x="2898" y="3914"/>
                  <a:pt x="3839" y="1906"/>
                  <a:pt x="5135" y="2542"/>
                </a:cubicBezTo>
                <a:cubicBezTo>
                  <a:pt x="6456" y="3177"/>
                  <a:pt x="5465" y="5185"/>
                  <a:pt x="6761" y="5820"/>
                </a:cubicBezTo>
                <a:cubicBezTo>
                  <a:pt x="8058" y="6456"/>
                  <a:pt x="9023" y="4448"/>
                  <a:pt x="10320" y="5083"/>
                </a:cubicBezTo>
                <a:cubicBezTo>
                  <a:pt x="11616" y="5719"/>
                  <a:pt x="10650" y="7727"/>
                  <a:pt x="11946" y="8362"/>
                </a:cubicBezTo>
              </a:path>
            </a:pathLst>
          </a:custGeom>
          <a:noFill/>
          <a:ln cap="rnd" cmpd="sng" w="184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90" name="Google Shape;90;p18"/>
          <p:cNvSpPr/>
          <p:nvPr/>
        </p:nvSpPr>
        <p:spPr>
          <a:xfrm rot="3550150">
            <a:off x="8453600" y="1051343"/>
            <a:ext cx="340097" cy="323883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4026575" y="445025"/>
            <a:ext cx="4404300" cy="6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4026575" y="1304875"/>
            <a:ext cx="4404300" cy="32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unito Ligh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Nunito Light"/>
              <a:buChar char="○"/>
              <a:defRPr sz="15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Nunito Light"/>
              <a:buChar char="■"/>
              <a:defRPr sz="15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Nunito Light"/>
              <a:buChar char="●"/>
              <a:defRPr sz="15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Nunito Light"/>
              <a:buChar char="○"/>
              <a:defRPr sz="15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Nunito Light"/>
              <a:buChar char="■"/>
              <a:defRPr sz="15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Nunito Light"/>
              <a:buChar char="●"/>
              <a:defRPr sz="15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Nunito Light"/>
              <a:buChar char="○"/>
              <a:defRPr sz="15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Nunito Light"/>
              <a:buChar char="■"/>
              <a:defRPr sz="1500"/>
            </a:lvl9pPr>
          </a:lstStyle>
          <a:p/>
        </p:txBody>
      </p:sp>
      <p:sp>
        <p:nvSpPr>
          <p:cNvPr id="94" name="Google Shape;94;p19"/>
          <p:cNvSpPr/>
          <p:nvPr>
            <p:ph idx="2" type="pic"/>
          </p:nvPr>
        </p:nvSpPr>
        <p:spPr>
          <a:xfrm>
            <a:off x="564000" y="486600"/>
            <a:ext cx="3134400" cy="41703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19"/>
          <p:cNvSpPr/>
          <p:nvPr/>
        </p:nvSpPr>
        <p:spPr>
          <a:xfrm rot="-7763208">
            <a:off x="8231403" y="-30500"/>
            <a:ext cx="4638108" cy="3518243"/>
          </a:xfrm>
          <a:custGeom>
            <a:rect b="b" l="l" r="r" t="t"/>
            <a:pathLst>
              <a:path extrusionOk="0" h="70100" w="92413">
                <a:moveTo>
                  <a:pt x="64951" y="1"/>
                </a:moveTo>
                <a:cubicBezTo>
                  <a:pt x="62821" y="1"/>
                  <a:pt x="60692" y="356"/>
                  <a:pt x="58686" y="1088"/>
                </a:cubicBezTo>
                <a:cubicBezTo>
                  <a:pt x="48087" y="4951"/>
                  <a:pt x="43233" y="17227"/>
                  <a:pt x="34109" y="23860"/>
                </a:cubicBezTo>
                <a:cubicBezTo>
                  <a:pt x="26636" y="29325"/>
                  <a:pt x="16623" y="30748"/>
                  <a:pt x="9633" y="36797"/>
                </a:cubicBezTo>
                <a:cubicBezTo>
                  <a:pt x="2796" y="42693"/>
                  <a:pt x="1" y="53317"/>
                  <a:pt x="4245" y="61323"/>
                </a:cubicBezTo>
                <a:cubicBezTo>
                  <a:pt x="7105" y="66733"/>
                  <a:pt x="13294" y="70099"/>
                  <a:pt x="19296" y="70099"/>
                </a:cubicBezTo>
                <a:cubicBezTo>
                  <a:pt x="22148" y="70099"/>
                  <a:pt x="24958" y="69339"/>
                  <a:pt x="27348" y="67677"/>
                </a:cubicBezTo>
                <a:cubicBezTo>
                  <a:pt x="34134" y="62899"/>
                  <a:pt x="36015" y="53063"/>
                  <a:pt x="43030" y="48666"/>
                </a:cubicBezTo>
                <a:cubicBezTo>
                  <a:pt x="49384" y="44701"/>
                  <a:pt x="57618" y="46506"/>
                  <a:pt x="64989" y="45083"/>
                </a:cubicBezTo>
                <a:cubicBezTo>
                  <a:pt x="83542" y="41524"/>
                  <a:pt x="92413" y="15473"/>
                  <a:pt x="76019" y="3528"/>
                </a:cubicBezTo>
                <a:cubicBezTo>
                  <a:pt x="72835" y="1218"/>
                  <a:pt x="68891" y="1"/>
                  <a:pt x="6495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9"/>
          <p:cNvSpPr/>
          <p:nvPr/>
        </p:nvSpPr>
        <p:spPr>
          <a:xfrm rot="7218987">
            <a:off x="5919462" y="4703830"/>
            <a:ext cx="340093" cy="323885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9"/>
          <p:cNvSpPr/>
          <p:nvPr/>
        </p:nvSpPr>
        <p:spPr>
          <a:xfrm rot="-9849443">
            <a:off x="8699356" y="1015692"/>
            <a:ext cx="530621" cy="371395"/>
          </a:xfrm>
          <a:custGeom>
            <a:rect b="b" l="l" r="r" t="t"/>
            <a:pathLst>
              <a:path extrusionOk="0" fill="none" h="8362" w="11947">
                <a:moveTo>
                  <a:pt x="1" y="0"/>
                </a:moveTo>
                <a:cubicBezTo>
                  <a:pt x="1297" y="636"/>
                  <a:pt x="306" y="2643"/>
                  <a:pt x="1577" y="3279"/>
                </a:cubicBezTo>
                <a:cubicBezTo>
                  <a:pt x="2898" y="3914"/>
                  <a:pt x="3839" y="1906"/>
                  <a:pt x="5135" y="2542"/>
                </a:cubicBezTo>
                <a:cubicBezTo>
                  <a:pt x="6456" y="3177"/>
                  <a:pt x="5465" y="5185"/>
                  <a:pt x="6761" y="5820"/>
                </a:cubicBezTo>
                <a:cubicBezTo>
                  <a:pt x="8058" y="6456"/>
                  <a:pt x="9023" y="4448"/>
                  <a:pt x="10320" y="5083"/>
                </a:cubicBezTo>
                <a:cubicBezTo>
                  <a:pt x="11616" y="5719"/>
                  <a:pt x="10650" y="7727"/>
                  <a:pt x="11946" y="8362"/>
                </a:cubicBezTo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713225" y="1349700"/>
            <a:ext cx="4509900" cy="244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0" name="Google Shape;100;p20"/>
          <p:cNvSpPr/>
          <p:nvPr/>
        </p:nvSpPr>
        <p:spPr>
          <a:xfrm rot="9209643">
            <a:off x="-709832" y="-2415968"/>
            <a:ext cx="3971379" cy="3926756"/>
          </a:xfrm>
          <a:custGeom>
            <a:rect b="b" l="l" r="r" t="t"/>
            <a:pathLst>
              <a:path extrusionOk="0" h="80518" w="81433">
                <a:moveTo>
                  <a:pt x="28054" y="1"/>
                </a:moveTo>
                <a:cubicBezTo>
                  <a:pt x="25711" y="1"/>
                  <a:pt x="23142" y="619"/>
                  <a:pt x="20333" y="2015"/>
                </a:cubicBezTo>
                <a:cubicBezTo>
                  <a:pt x="6227" y="9005"/>
                  <a:pt x="0" y="29769"/>
                  <a:pt x="12937" y="41054"/>
                </a:cubicBezTo>
                <a:cubicBezTo>
                  <a:pt x="20663" y="47764"/>
                  <a:pt x="32533" y="47916"/>
                  <a:pt x="40157" y="54728"/>
                </a:cubicBezTo>
                <a:cubicBezTo>
                  <a:pt x="48519" y="62149"/>
                  <a:pt x="50654" y="76509"/>
                  <a:pt x="61329" y="79940"/>
                </a:cubicBezTo>
                <a:cubicBezTo>
                  <a:pt x="62549" y="80333"/>
                  <a:pt x="63804" y="80517"/>
                  <a:pt x="65058" y="80517"/>
                </a:cubicBezTo>
                <a:cubicBezTo>
                  <a:pt x="71507" y="80517"/>
                  <a:pt x="77931" y="75645"/>
                  <a:pt x="79526" y="69240"/>
                </a:cubicBezTo>
                <a:cubicBezTo>
                  <a:pt x="81433" y="61590"/>
                  <a:pt x="76959" y="53101"/>
                  <a:pt x="69868" y="49543"/>
                </a:cubicBezTo>
                <a:cubicBezTo>
                  <a:pt x="65446" y="47306"/>
                  <a:pt x="60236" y="46772"/>
                  <a:pt x="56271" y="43875"/>
                </a:cubicBezTo>
                <a:cubicBezTo>
                  <a:pt x="51391" y="40291"/>
                  <a:pt x="49434" y="33963"/>
                  <a:pt x="48367" y="28016"/>
                </a:cubicBezTo>
                <a:cubicBezTo>
                  <a:pt x="46424" y="17002"/>
                  <a:pt x="40341" y="1"/>
                  <a:pt x="2805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0"/>
          <p:cNvSpPr/>
          <p:nvPr/>
        </p:nvSpPr>
        <p:spPr>
          <a:xfrm rot="9975143">
            <a:off x="2716327" y="605766"/>
            <a:ext cx="530625" cy="371397"/>
          </a:xfrm>
          <a:custGeom>
            <a:rect b="b" l="l" r="r" t="t"/>
            <a:pathLst>
              <a:path extrusionOk="0" fill="none" h="8362" w="11947">
                <a:moveTo>
                  <a:pt x="1" y="0"/>
                </a:moveTo>
                <a:cubicBezTo>
                  <a:pt x="1297" y="636"/>
                  <a:pt x="306" y="2643"/>
                  <a:pt x="1577" y="3279"/>
                </a:cubicBezTo>
                <a:cubicBezTo>
                  <a:pt x="2898" y="3914"/>
                  <a:pt x="3839" y="1906"/>
                  <a:pt x="5135" y="2542"/>
                </a:cubicBezTo>
                <a:cubicBezTo>
                  <a:pt x="6456" y="3177"/>
                  <a:pt x="5465" y="5185"/>
                  <a:pt x="6761" y="5820"/>
                </a:cubicBezTo>
                <a:cubicBezTo>
                  <a:pt x="8058" y="6456"/>
                  <a:pt x="9023" y="4448"/>
                  <a:pt x="10320" y="5083"/>
                </a:cubicBezTo>
                <a:cubicBezTo>
                  <a:pt x="11616" y="5719"/>
                  <a:pt x="10650" y="7727"/>
                  <a:pt x="11946" y="8362"/>
                </a:cubicBezTo>
              </a:path>
            </a:pathLst>
          </a:custGeom>
          <a:noFill/>
          <a:ln cap="rnd" cmpd="sng" w="1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0"/>
          <p:cNvSpPr/>
          <p:nvPr/>
        </p:nvSpPr>
        <p:spPr>
          <a:xfrm>
            <a:off x="8653200" y="1905014"/>
            <a:ext cx="266197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0"/>
          <p:cNvSpPr/>
          <p:nvPr/>
        </p:nvSpPr>
        <p:spPr>
          <a:xfrm rot="6679339">
            <a:off x="8344898" y="1101090"/>
            <a:ext cx="530629" cy="371400"/>
          </a:xfrm>
          <a:custGeom>
            <a:rect b="b" l="l" r="r" t="t"/>
            <a:pathLst>
              <a:path extrusionOk="0" fill="none" h="8362" w="11947">
                <a:moveTo>
                  <a:pt x="1" y="0"/>
                </a:moveTo>
                <a:cubicBezTo>
                  <a:pt x="1297" y="636"/>
                  <a:pt x="306" y="2643"/>
                  <a:pt x="1577" y="3279"/>
                </a:cubicBezTo>
                <a:cubicBezTo>
                  <a:pt x="2898" y="3914"/>
                  <a:pt x="3839" y="1906"/>
                  <a:pt x="5135" y="2542"/>
                </a:cubicBezTo>
                <a:cubicBezTo>
                  <a:pt x="6456" y="3177"/>
                  <a:pt x="5465" y="5185"/>
                  <a:pt x="6761" y="5820"/>
                </a:cubicBezTo>
                <a:cubicBezTo>
                  <a:pt x="8058" y="6456"/>
                  <a:pt x="9023" y="4448"/>
                  <a:pt x="10320" y="5083"/>
                </a:cubicBezTo>
                <a:cubicBezTo>
                  <a:pt x="11616" y="5719"/>
                  <a:pt x="10650" y="7727"/>
                  <a:pt x="11946" y="8362"/>
                </a:cubicBezTo>
              </a:path>
            </a:pathLst>
          </a:custGeom>
          <a:noFill/>
          <a:ln cap="rnd" cmpd="sng" w="184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type="title"/>
          </p:nvPr>
        </p:nvSpPr>
        <p:spPr>
          <a:xfrm>
            <a:off x="25494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6" name="Google Shape;106;p21"/>
          <p:cNvSpPr txBox="1"/>
          <p:nvPr>
            <p:ph idx="1" type="subTitle"/>
          </p:nvPr>
        </p:nvSpPr>
        <p:spPr>
          <a:xfrm>
            <a:off x="25494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7" name="Google Shape;107;p21"/>
          <p:cNvSpPr/>
          <p:nvPr/>
        </p:nvSpPr>
        <p:spPr>
          <a:xfrm rot="-451389">
            <a:off x="-1576814" y="2342622"/>
            <a:ext cx="4549738" cy="4498616"/>
          </a:xfrm>
          <a:custGeom>
            <a:rect b="b" l="l" r="r" t="t"/>
            <a:pathLst>
              <a:path extrusionOk="0" h="80518" w="81433">
                <a:moveTo>
                  <a:pt x="28054" y="1"/>
                </a:moveTo>
                <a:cubicBezTo>
                  <a:pt x="25711" y="1"/>
                  <a:pt x="23142" y="619"/>
                  <a:pt x="20333" y="2015"/>
                </a:cubicBezTo>
                <a:cubicBezTo>
                  <a:pt x="6227" y="9005"/>
                  <a:pt x="0" y="29769"/>
                  <a:pt x="12937" y="41054"/>
                </a:cubicBezTo>
                <a:cubicBezTo>
                  <a:pt x="20663" y="47764"/>
                  <a:pt x="32533" y="47916"/>
                  <a:pt x="40157" y="54728"/>
                </a:cubicBezTo>
                <a:cubicBezTo>
                  <a:pt x="48519" y="62149"/>
                  <a:pt x="50654" y="76509"/>
                  <a:pt x="61329" y="79940"/>
                </a:cubicBezTo>
                <a:cubicBezTo>
                  <a:pt x="62549" y="80333"/>
                  <a:pt x="63804" y="80517"/>
                  <a:pt x="65058" y="80517"/>
                </a:cubicBezTo>
                <a:cubicBezTo>
                  <a:pt x="71507" y="80517"/>
                  <a:pt x="77931" y="75645"/>
                  <a:pt x="79526" y="69240"/>
                </a:cubicBezTo>
                <a:cubicBezTo>
                  <a:pt x="81433" y="61590"/>
                  <a:pt x="76959" y="53101"/>
                  <a:pt x="69868" y="49543"/>
                </a:cubicBezTo>
                <a:cubicBezTo>
                  <a:pt x="65446" y="47306"/>
                  <a:pt x="60236" y="46772"/>
                  <a:pt x="56271" y="43875"/>
                </a:cubicBezTo>
                <a:cubicBezTo>
                  <a:pt x="51391" y="40291"/>
                  <a:pt x="49434" y="33963"/>
                  <a:pt x="48367" y="28016"/>
                </a:cubicBezTo>
                <a:cubicBezTo>
                  <a:pt x="46424" y="17002"/>
                  <a:pt x="40341" y="1"/>
                  <a:pt x="2805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1"/>
          <p:cNvSpPr/>
          <p:nvPr/>
        </p:nvSpPr>
        <p:spPr>
          <a:xfrm rot="10800000">
            <a:off x="8421588" y="4515100"/>
            <a:ext cx="530626" cy="371398"/>
          </a:xfrm>
          <a:custGeom>
            <a:rect b="b" l="l" r="r" t="t"/>
            <a:pathLst>
              <a:path extrusionOk="0" fill="none" h="8362" w="11947">
                <a:moveTo>
                  <a:pt x="1" y="0"/>
                </a:moveTo>
                <a:cubicBezTo>
                  <a:pt x="1297" y="636"/>
                  <a:pt x="306" y="2643"/>
                  <a:pt x="1577" y="3279"/>
                </a:cubicBezTo>
                <a:cubicBezTo>
                  <a:pt x="2898" y="3914"/>
                  <a:pt x="3839" y="1906"/>
                  <a:pt x="5135" y="2542"/>
                </a:cubicBezTo>
                <a:cubicBezTo>
                  <a:pt x="6456" y="3177"/>
                  <a:pt x="5465" y="5185"/>
                  <a:pt x="6761" y="5820"/>
                </a:cubicBezTo>
                <a:cubicBezTo>
                  <a:pt x="8058" y="6456"/>
                  <a:pt x="9023" y="4448"/>
                  <a:pt x="10320" y="5083"/>
                </a:cubicBezTo>
                <a:cubicBezTo>
                  <a:pt x="11616" y="5719"/>
                  <a:pt x="10650" y="7727"/>
                  <a:pt x="11946" y="8362"/>
                </a:cubicBezTo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1"/>
          <p:cNvSpPr/>
          <p:nvPr/>
        </p:nvSpPr>
        <p:spPr>
          <a:xfrm rot="583629">
            <a:off x="319750" y="2145279"/>
            <a:ext cx="266192" cy="253494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12" name="Google Shape;112;p22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6" name="Google Shape;116;p23"/>
          <p:cNvSpPr/>
          <p:nvPr/>
        </p:nvSpPr>
        <p:spPr>
          <a:xfrm rot="-451389">
            <a:off x="-2876114" y="-2833078"/>
            <a:ext cx="4549738" cy="4498616"/>
          </a:xfrm>
          <a:custGeom>
            <a:rect b="b" l="l" r="r" t="t"/>
            <a:pathLst>
              <a:path extrusionOk="0" h="80518" w="81433">
                <a:moveTo>
                  <a:pt x="28054" y="1"/>
                </a:moveTo>
                <a:cubicBezTo>
                  <a:pt x="25711" y="1"/>
                  <a:pt x="23142" y="619"/>
                  <a:pt x="20333" y="2015"/>
                </a:cubicBezTo>
                <a:cubicBezTo>
                  <a:pt x="6227" y="9005"/>
                  <a:pt x="0" y="29769"/>
                  <a:pt x="12937" y="41054"/>
                </a:cubicBezTo>
                <a:cubicBezTo>
                  <a:pt x="20663" y="47764"/>
                  <a:pt x="32533" y="47916"/>
                  <a:pt x="40157" y="54728"/>
                </a:cubicBezTo>
                <a:cubicBezTo>
                  <a:pt x="48519" y="62149"/>
                  <a:pt x="50654" y="76509"/>
                  <a:pt x="61329" y="79940"/>
                </a:cubicBezTo>
                <a:cubicBezTo>
                  <a:pt x="62549" y="80333"/>
                  <a:pt x="63804" y="80517"/>
                  <a:pt x="65058" y="80517"/>
                </a:cubicBezTo>
                <a:cubicBezTo>
                  <a:pt x="71507" y="80517"/>
                  <a:pt x="77931" y="75645"/>
                  <a:pt x="79526" y="69240"/>
                </a:cubicBezTo>
                <a:cubicBezTo>
                  <a:pt x="81433" y="61590"/>
                  <a:pt x="76959" y="53101"/>
                  <a:pt x="69868" y="49543"/>
                </a:cubicBezTo>
                <a:cubicBezTo>
                  <a:pt x="65446" y="47306"/>
                  <a:pt x="60236" y="46772"/>
                  <a:pt x="56271" y="43875"/>
                </a:cubicBezTo>
                <a:cubicBezTo>
                  <a:pt x="51391" y="40291"/>
                  <a:pt x="49434" y="33963"/>
                  <a:pt x="48367" y="28016"/>
                </a:cubicBezTo>
                <a:cubicBezTo>
                  <a:pt x="46424" y="17002"/>
                  <a:pt x="40341" y="1"/>
                  <a:pt x="2805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3"/>
          <p:cNvSpPr/>
          <p:nvPr/>
        </p:nvSpPr>
        <p:spPr>
          <a:xfrm rot="9975143">
            <a:off x="300277" y="1604391"/>
            <a:ext cx="530625" cy="371397"/>
          </a:xfrm>
          <a:custGeom>
            <a:rect b="b" l="l" r="r" t="t"/>
            <a:pathLst>
              <a:path extrusionOk="0" fill="none" h="8362" w="11947">
                <a:moveTo>
                  <a:pt x="1" y="0"/>
                </a:moveTo>
                <a:cubicBezTo>
                  <a:pt x="1297" y="636"/>
                  <a:pt x="306" y="2643"/>
                  <a:pt x="1577" y="3279"/>
                </a:cubicBezTo>
                <a:cubicBezTo>
                  <a:pt x="2898" y="3914"/>
                  <a:pt x="3839" y="1906"/>
                  <a:pt x="5135" y="2542"/>
                </a:cubicBezTo>
                <a:cubicBezTo>
                  <a:pt x="6456" y="3177"/>
                  <a:pt x="5465" y="5185"/>
                  <a:pt x="6761" y="5820"/>
                </a:cubicBezTo>
                <a:cubicBezTo>
                  <a:pt x="8058" y="6456"/>
                  <a:pt x="9023" y="4448"/>
                  <a:pt x="10320" y="5083"/>
                </a:cubicBezTo>
                <a:cubicBezTo>
                  <a:pt x="11616" y="5719"/>
                  <a:pt x="10650" y="7727"/>
                  <a:pt x="11946" y="8362"/>
                </a:cubicBezTo>
              </a:path>
            </a:pathLst>
          </a:custGeom>
          <a:noFill/>
          <a:ln cap="rnd" cmpd="sng" w="1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3"/>
          <p:cNvSpPr/>
          <p:nvPr/>
        </p:nvSpPr>
        <p:spPr>
          <a:xfrm>
            <a:off x="8631725" y="4535614"/>
            <a:ext cx="266197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5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122" name="Google Shape;122;p25"/>
          <p:cNvSpPr txBox="1"/>
          <p:nvPr>
            <p:ph hasCustomPrompt="1" idx="2" type="title"/>
          </p:nvPr>
        </p:nvSpPr>
        <p:spPr>
          <a:xfrm>
            <a:off x="1002275" y="1384300"/>
            <a:ext cx="843900" cy="4476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3" name="Google Shape;123;p25"/>
          <p:cNvSpPr txBox="1"/>
          <p:nvPr>
            <p:ph hasCustomPrompt="1" idx="3" type="title"/>
          </p:nvPr>
        </p:nvSpPr>
        <p:spPr>
          <a:xfrm>
            <a:off x="1002275" y="2982413"/>
            <a:ext cx="843900" cy="4476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4" name="Google Shape;124;p25"/>
          <p:cNvSpPr txBox="1"/>
          <p:nvPr>
            <p:ph hasCustomPrompt="1" idx="4" type="title"/>
          </p:nvPr>
        </p:nvSpPr>
        <p:spPr>
          <a:xfrm>
            <a:off x="3544775" y="1384300"/>
            <a:ext cx="843900" cy="4476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5" name="Google Shape;125;p25"/>
          <p:cNvSpPr txBox="1"/>
          <p:nvPr>
            <p:ph hasCustomPrompt="1" idx="5" type="title"/>
          </p:nvPr>
        </p:nvSpPr>
        <p:spPr>
          <a:xfrm>
            <a:off x="3544775" y="2982414"/>
            <a:ext cx="843900" cy="4476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6" name="Google Shape;126;p25"/>
          <p:cNvSpPr txBox="1"/>
          <p:nvPr>
            <p:ph hasCustomPrompt="1" idx="6" type="title"/>
          </p:nvPr>
        </p:nvSpPr>
        <p:spPr>
          <a:xfrm>
            <a:off x="6087275" y="1384300"/>
            <a:ext cx="845700" cy="4476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7" name="Google Shape;127;p25"/>
          <p:cNvSpPr txBox="1"/>
          <p:nvPr>
            <p:ph hasCustomPrompt="1" idx="7" type="title"/>
          </p:nvPr>
        </p:nvSpPr>
        <p:spPr>
          <a:xfrm>
            <a:off x="6087275" y="2982414"/>
            <a:ext cx="845700" cy="4476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8" name="Google Shape;128;p25"/>
          <p:cNvSpPr txBox="1"/>
          <p:nvPr>
            <p:ph idx="1" type="subTitle"/>
          </p:nvPr>
        </p:nvSpPr>
        <p:spPr>
          <a:xfrm>
            <a:off x="1002275" y="1831849"/>
            <a:ext cx="2054400" cy="73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29" name="Google Shape;129;p25"/>
          <p:cNvSpPr txBox="1"/>
          <p:nvPr>
            <p:ph idx="8" type="subTitle"/>
          </p:nvPr>
        </p:nvSpPr>
        <p:spPr>
          <a:xfrm>
            <a:off x="3544775" y="1831849"/>
            <a:ext cx="2054400" cy="73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30" name="Google Shape;130;p25"/>
          <p:cNvSpPr txBox="1"/>
          <p:nvPr>
            <p:ph idx="9" type="subTitle"/>
          </p:nvPr>
        </p:nvSpPr>
        <p:spPr>
          <a:xfrm>
            <a:off x="6087275" y="1831849"/>
            <a:ext cx="2054400" cy="73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31" name="Google Shape;131;p25"/>
          <p:cNvSpPr txBox="1"/>
          <p:nvPr>
            <p:ph idx="13" type="subTitle"/>
          </p:nvPr>
        </p:nvSpPr>
        <p:spPr>
          <a:xfrm>
            <a:off x="1002275" y="3430025"/>
            <a:ext cx="2054400" cy="73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32" name="Google Shape;132;p25"/>
          <p:cNvSpPr txBox="1"/>
          <p:nvPr>
            <p:ph idx="14" type="subTitle"/>
          </p:nvPr>
        </p:nvSpPr>
        <p:spPr>
          <a:xfrm>
            <a:off x="3544775" y="3430026"/>
            <a:ext cx="2054400" cy="73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33" name="Google Shape;133;p25"/>
          <p:cNvSpPr txBox="1"/>
          <p:nvPr>
            <p:ph idx="15" type="subTitle"/>
          </p:nvPr>
        </p:nvSpPr>
        <p:spPr>
          <a:xfrm>
            <a:off x="6087275" y="3430026"/>
            <a:ext cx="2054400" cy="73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34" name="Google Shape;134;p25"/>
          <p:cNvSpPr/>
          <p:nvPr/>
        </p:nvSpPr>
        <p:spPr>
          <a:xfrm rot="-10497543">
            <a:off x="7945537" y="1966574"/>
            <a:ext cx="4638127" cy="3518258"/>
          </a:xfrm>
          <a:custGeom>
            <a:rect b="b" l="l" r="r" t="t"/>
            <a:pathLst>
              <a:path extrusionOk="0" h="70100" w="92413">
                <a:moveTo>
                  <a:pt x="64951" y="1"/>
                </a:moveTo>
                <a:cubicBezTo>
                  <a:pt x="62821" y="1"/>
                  <a:pt x="60692" y="356"/>
                  <a:pt x="58686" y="1088"/>
                </a:cubicBezTo>
                <a:cubicBezTo>
                  <a:pt x="48087" y="4951"/>
                  <a:pt x="43233" y="17227"/>
                  <a:pt x="34109" y="23860"/>
                </a:cubicBezTo>
                <a:cubicBezTo>
                  <a:pt x="26636" y="29325"/>
                  <a:pt x="16623" y="30748"/>
                  <a:pt x="9633" y="36797"/>
                </a:cubicBezTo>
                <a:cubicBezTo>
                  <a:pt x="2796" y="42693"/>
                  <a:pt x="1" y="53317"/>
                  <a:pt x="4245" y="61323"/>
                </a:cubicBezTo>
                <a:cubicBezTo>
                  <a:pt x="7105" y="66733"/>
                  <a:pt x="13294" y="70099"/>
                  <a:pt x="19296" y="70099"/>
                </a:cubicBezTo>
                <a:cubicBezTo>
                  <a:pt x="22148" y="70099"/>
                  <a:pt x="24958" y="69339"/>
                  <a:pt x="27348" y="67677"/>
                </a:cubicBezTo>
                <a:cubicBezTo>
                  <a:pt x="34134" y="62899"/>
                  <a:pt x="36015" y="53063"/>
                  <a:pt x="43030" y="48666"/>
                </a:cubicBezTo>
                <a:cubicBezTo>
                  <a:pt x="49384" y="44701"/>
                  <a:pt x="57618" y="46506"/>
                  <a:pt x="64989" y="45083"/>
                </a:cubicBezTo>
                <a:cubicBezTo>
                  <a:pt x="83542" y="41524"/>
                  <a:pt x="92413" y="15473"/>
                  <a:pt x="76019" y="3528"/>
                </a:cubicBezTo>
                <a:cubicBezTo>
                  <a:pt x="72835" y="1218"/>
                  <a:pt x="68891" y="1"/>
                  <a:pt x="6495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5"/>
          <p:cNvSpPr/>
          <p:nvPr/>
        </p:nvSpPr>
        <p:spPr>
          <a:xfrm>
            <a:off x="-2118799" y="148075"/>
            <a:ext cx="2997956" cy="2964270"/>
          </a:xfrm>
          <a:custGeom>
            <a:rect b="b" l="l" r="r" t="t"/>
            <a:pathLst>
              <a:path extrusionOk="0" h="80518" w="81433">
                <a:moveTo>
                  <a:pt x="28054" y="1"/>
                </a:moveTo>
                <a:cubicBezTo>
                  <a:pt x="25711" y="1"/>
                  <a:pt x="23142" y="619"/>
                  <a:pt x="20333" y="2015"/>
                </a:cubicBezTo>
                <a:cubicBezTo>
                  <a:pt x="6227" y="9005"/>
                  <a:pt x="0" y="29769"/>
                  <a:pt x="12937" y="41054"/>
                </a:cubicBezTo>
                <a:cubicBezTo>
                  <a:pt x="20663" y="47764"/>
                  <a:pt x="32533" y="47916"/>
                  <a:pt x="40157" y="54728"/>
                </a:cubicBezTo>
                <a:cubicBezTo>
                  <a:pt x="48519" y="62149"/>
                  <a:pt x="50654" y="76509"/>
                  <a:pt x="61329" y="79940"/>
                </a:cubicBezTo>
                <a:cubicBezTo>
                  <a:pt x="62549" y="80333"/>
                  <a:pt x="63804" y="80517"/>
                  <a:pt x="65058" y="80517"/>
                </a:cubicBezTo>
                <a:cubicBezTo>
                  <a:pt x="71507" y="80517"/>
                  <a:pt x="77931" y="75645"/>
                  <a:pt x="79526" y="69240"/>
                </a:cubicBezTo>
                <a:cubicBezTo>
                  <a:pt x="81433" y="61590"/>
                  <a:pt x="76959" y="53101"/>
                  <a:pt x="69868" y="49543"/>
                </a:cubicBezTo>
                <a:cubicBezTo>
                  <a:pt x="65446" y="47306"/>
                  <a:pt x="60236" y="46772"/>
                  <a:pt x="56271" y="43875"/>
                </a:cubicBezTo>
                <a:cubicBezTo>
                  <a:pt x="51391" y="40291"/>
                  <a:pt x="49434" y="33963"/>
                  <a:pt x="48367" y="28016"/>
                </a:cubicBezTo>
                <a:cubicBezTo>
                  <a:pt x="46424" y="17002"/>
                  <a:pt x="40341" y="1"/>
                  <a:pt x="2805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5"/>
          <p:cNvSpPr/>
          <p:nvPr/>
        </p:nvSpPr>
        <p:spPr>
          <a:xfrm rot="6284368">
            <a:off x="200821" y="1135850"/>
            <a:ext cx="530615" cy="371390"/>
          </a:xfrm>
          <a:custGeom>
            <a:rect b="b" l="l" r="r" t="t"/>
            <a:pathLst>
              <a:path extrusionOk="0" fill="none" h="8362" w="11947">
                <a:moveTo>
                  <a:pt x="1" y="0"/>
                </a:moveTo>
                <a:cubicBezTo>
                  <a:pt x="1297" y="636"/>
                  <a:pt x="306" y="2643"/>
                  <a:pt x="1577" y="3279"/>
                </a:cubicBezTo>
                <a:cubicBezTo>
                  <a:pt x="2898" y="3914"/>
                  <a:pt x="3839" y="1906"/>
                  <a:pt x="5135" y="2542"/>
                </a:cubicBezTo>
                <a:cubicBezTo>
                  <a:pt x="6456" y="3177"/>
                  <a:pt x="5465" y="5185"/>
                  <a:pt x="6761" y="5820"/>
                </a:cubicBezTo>
                <a:cubicBezTo>
                  <a:pt x="8058" y="6456"/>
                  <a:pt x="9023" y="4448"/>
                  <a:pt x="10320" y="5083"/>
                </a:cubicBezTo>
                <a:cubicBezTo>
                  <a:pt x="11616" y="5719"/>
                  <a:pt x="10650" y="7727"/>
                  <a:pt x="11946" y="8362"/>
                </a:cubicBezTo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5"/>
          <p:cNvSpPr/>
          <p:nvPr/>
        </p:nvSpPr>
        <p:spPr>
          <a:xfrm rot="7218987">
            <a:off x="8274037" y="2986792"/>
            <a:ext cx="340093" cy="323885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4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6"/>
          <p:cNvSpPr txBox="1"/>
          <p:nvPr>
            <p:ph type="title"/>
          </p:nvPr>
        </p:nvSpPr>
        <p:spPr>
          <a:xfrm>
            <a:off x="713225" y="3367777"/>
            <a:ext cx="4177800" cy="49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0" name="Google Shape;140;p26"/>
          <p:cNvSpPr txBox="1"/>
          <p:nvPr>
            <p:ph idx="1" type="subTitle"/>
          </p:nvPr>
        </p:nvSpPr>
        <p:spPr>
          <a:xfrm>
            <a:off x="713500" y="1279525"/>
            <a:ext cx="4177800" cy="206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5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41" name="Google Shape;141;p26"/>
          <p:cNvSpPr/>
          <p:nvPr/>
        </p:nvSpPr>
        <p:spPr>
          <a:xfrm rot="3550150">
            <a:off x="8317775" y="3649843"/>
            <a:ext cx="340097" cy="323883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6"/>
          <p:cNvSpPr/>
          <p:nvPr/>
        </p:nvSpPr>
        <p:spPr>
          <a:xfrm>
            <a:off x="447300" y="625489"/>
            <a:ext cx="266197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6"/>
          <p:cNvSpPr/>
          <p:nvPr/>
        </p:nvSpPr>
        <p:spPr>
          <a:xfrm rot="4736099">
            <a:off x="7089148" y="549301"/>
            <a:ext cx="266196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6"/>
          <p:cNvSpPr/>
          <p:nvPr/>
        </p:nvSpPr>
        <p:spPr>
          <a:xfrm rot="10136242">
            <a:off x="3245518" y="4562552"/>
            <a:ext cx="530630" cy="371401"/>
          </a:xfrm>
          <a:custGeom>
            <a:rect b="b" l="l" r="r" t="t"/>
            <a:pathLst>
              <a:path extrusionOk="0" fill="none" h="8362" w="11947">
                <a:moveTo>
                  <a:pt x="1" y="0"/>
                </a:moveTo>
                <a:cubicBezTo>
                  <a:pt x="1297" y="636"/>
                  <a:pt x="306" y="2643"/>
                  <a:pt x="1577" y="3279"/>
                </a:cubicBezTo>
                <a:cubicBezTo>
                  <a:pt x="2898" y="3914"/>
                  <a:pt x="3839" y="1906"/>
                  <a:pt x="5135" y="2542"/>
                </a:cubicBezTo>
                <a:cubicBezTo>
                  <a:pt x="6456" y="3177"/>
                  <a:pt x="5465" y="5185"/>
                  <a:pt x="6761" y="5820"/>
                </a:cubicBezTo>
                <a:cubicBezTo>
                  <a:pt x="8058" y="6456"/>
                  <a:pt x="9023" y="4448"/>
                  <a:pt x="10320" y="5083"/>
                </a:cubicBezTo>
                <a:cubicBezTo>
                  <a:pt x="11616" y="5719"/>
                  <a:pt x="10650" y="7727"/>
                  <a:pt x="11946" y="8362"/>
                </a:cubicBezTo>
              </a:path>
            </a:pathLst>
          </a:custGeom>
          <a:noFill/>
          <a:ln cap="rnd" cmpd="sng" w="184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5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7"/>
          <p:cNvSpPr txBox="1"/>
          <p:nvPr>
            <p:ph idx="1" type="subTitle"/>
          </p:nvPr>
        </p:nvSpPr>
        <p:spPr>
          <a:xfrm flipH="1">
            <a:off x="3840475" y="1436972"/>
            <a:ext cx="4590300" cy="3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147" name="Google Shape;147;p27"/>
          <p:cNvSpPr txBox="1"/>
          <p:nvPr>
            <p:ph hasCustomPrompt="1" type="title"/>
          </p:nvPr>
        </p:nvSpPr>
        <p:spPr>
          <a:xfrm flipH="1">
            <a:off x="3840475" y="774575"/>
            <a:ext cx="4590300" cy="71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3300"/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148" name="Google Shape;148;p27"/>
          <p:cNvSpPr txBox="1"/>
          <p:nvPr>
            <p:ph idx="2" type="subTitle"/>
          </p:nvPr>
        </p:nvSpPr>
        <p:spPr>
          <a:xfrm flipH="1">
            <a:off x="3840475" y="2713499"/>
            <a:ext cx="4590300" cy="3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149" name="Google Shape;149;p27"/>
          <p:cNvSpPr txBox="1"/>
          <p:nvPr>
            <p:ph hasCustomPrompt="1" idx="3" type="title"/>
          </p:nvPr>
        </p:nvSpPr>
        <p:spPr>
          <a:xfrm flipH="1">
            <a:off x="3840475" y="2060470"/>
            <a:ext cx="4590300" cy="71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3300"/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150" name="Google Shape;150;p27"/>
          <p:cNvSpPr txBox="1"/>
          <p:nvPr>
            <p:ph idx="4" type="subTitle"/>
          </p:nvPr>
        </p:nvSpPr>
        <p:spPr>
          <a:xfrm flipH="1">
            <a:off x="3840475" y="3990025"/>
            <a:ext cx="4590300" cy="3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151" name="Google Shape;151;p27"/>
          <p:cNvSpPr txBox="1"/>
          <p:nvPr>
            <p:ph hasCustomPrompt="1" idx="5" type="title"/>
          </p:nvPr>
        </p:nvSpPr>
        <p:spPr>
          <a:xfrm flipH="1">
            <a:off x="3840475" y="3346364"/>
            <a:ext cx="4590300" cy="71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3300"/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152" name="Google Shape;152;p27"/>
          <p:cNvSpPr/>
          <p:nvPr/>
        </p:nvSpPr>
        <p:spPr>
          <a:xfrm rot="3550150">
            <a:off x="8618400" y="3213856"/>
            <a:ext cx="340097" cy="323883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7"/>
          <p:cNvSpPr/>
          <p:nvPr/>
        </p:nvSpPr>
        <p:spPr>
          <a:xfrm>
            <a:off x="447025" y="576064"/>
            <a:ext cx="266197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6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8"/>
          <p:cNvSpPr txBox="1"/>
          <p:nvPr>
            <p:ph type="title"/>
          </p:nvPr>
        </p:nvSpPr>
        <p:spPr>
          <a:xfrm>
            <a:off x="713225" y="445025"/>
            <a:ext cx="7717500" cy="106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156" name="Google Shape;156;p28"/>
          <p:cNvSpPr/>
          <p:nvPr/>
        </p:nvSpPr>
        <p:spPr>
          <a:xfrm rot="137063">
            <a:off x="-2099121" y="-1183939"/>
            <a:ext cx="2998099" cy="2964412"/>
          </a:xfrm>
          <a:custGeom>
            <a:rect b="b" l="l" r="r" t="t"/>
            <a:pathLst>
              <a:path extrusionOk="0" h="80518" w="81433">
                <a:moveTo>
                  <a:pt x="28054" y="1"/>
                </a:moveTo>
                <a:cubicBezTo>
                  <a:pt x="25711" y="1"/>
                  <a:pt x="23142" y="619"/>
                  <a:pt x="20333" y="2015"/>
                </a:cubicBezTo>
                <a:cubicBezTo>
                  <a:pt x="6227" y="9005"/>
                  <a:pt x="0" y="29769"/>
                  <a:pt x="12937" y="41054"/>
                </a:cubicBezTo>
                <a:cubicBezTo>
                  <a:pt x="20663" y="47764"/>
                  <a:pt x="32533" y="47916"/>
                  <a:pt x="40157" y="54728"/>
                </a:cubicBezTo>
                <a:cubicBezTo>
                  <a:pt x="48519" y="62149"/>
                  <a:pt x="50654" y="76509"/>
                  <a:pt x="61329" y="79940"/>
                </a:cubicBezTo>
                <a:cubicBezTo>
                  <a:pt x="62549" y="80333"/>
                  <a:pt x="63804" y="80517"/>
                  <a:pt x="65058" y="80517"/>
                </a:cubicBezTo>
                <a:cubicBezTo>
                  <a:pt x="71507" y="80517"/>
                  <a:pt x="77931" y="75645"/>
                  <a:pt x="79526" y="69240"/>
                </a:cubicBezTo>
                <a:cubicBezTo>
                  <a:pt x="81433" y="61590"/>
                  <a:pt x="76959" y="53101"/>
                  <a:pt x="69868" y="49543"/>
                </a:cubicBezTo>
                <a:cubicBezTo>
                  <a:pt x="65446" y="47306"/>
                  <a:pt x="60236" y="46772"/>
                  <a:pt x="56271" y="43875"/>
                </a:cubicBezTo>
                <a:cubicBezTo>
                  <a:pt x="51391" y="40291"/>
                  <a:pt x="49434" y="33963"/>
                  <a:pt x="48367" y="28016"/>
                </a:cubicBezTo>
                <a:cubicBezTo>
                  <a:pt x="46424" y="17002"/>
                  <a:pt x="40341" y="1"/>
                  <a:pt x="2805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8"/>
          <p:cNvSpPr/>
          <p:nvPr/>
        </p:nvSpPr>
        <p:spPr>
          <a:xfrm rot="6143850">
            <a:off x="6971786" y="2956446"/>
            <a:ext cx="3950413" cy="3906025"/>
          </a:xfrm>
          <a:custGeom>
            <a:rect b="b" l="l" r="r" t="t"/>
            <a:pathLst>
              <a:path extrusionOk="0" h="80518" w="81433">
                <a:moveTo>
                  <a:pt x="28054" y="1"/>
                </a:moveTo>
                <a:cubicBezTo>
                  <a:pt x="25711" y="1"/>
                  <a:pt x="23142" y="619"/>
                  <a:pt x="20333" y="2015"/>
                </a:cubicBezTo>
                <a:cubicBezTo>
                  <a:pt x="6227" y="9005"/>
                  <a:pt x="0" y="29769"/>
                  <a:pt x="12937" y="41054"/>
                </a:cubicBezTo>
                <a:cubicBezTo>
                  <a:pt x="20663" y="47764"/>
                  <a:pt x="32533" y="47916"/>
                  <a:pt x="40157" y="54728"/>
                </a:cubicBezTo>
                <a:cubicBezTo>
                  <a:pt x="48519" y="62149"/>
                  <a:pt x="50654" y="76509"/>
                  <a:pt x="61329" y="79940"/>
                </a:cubicBezTo>
                <a:cubicBezTo>
                  <a:pt x="62549" y="80333"/>
                  <a:pt x="63804" y="80517"/>
                  <a:pt x="65058" y="80517"/>
                </a:cubicBezTo>
                <a:cubicBezTo>
                  <a:pt x="71507" y="80517"/>
                  <a:pt x="77931" y="75645"/>
                  <a:pt x="79526" y="69240"/>
                </a:cubicBezTo>
                <a:cubicBezTo>
                  <a:pt x="81433" y="61590"/>
                  <a:pt x="76959" y="53101"/>
                  <a:pt x="69868" y="49543"/>
                </a:cubicBezTo>
                <a:cubicBezTo>
                  <a:pt x="65446" y="47306"/>
                  <a:pt x="60236" y="46772"/>
                  <a:pt x="56271" y="43875"/>
                </a:cubicBezTo>
                <a:cubicBezTo>
                  <a:pt x="51391" y="40291"/>
                  <a:pt x="49434" y="33963"/>
                  <a:pt x="48367" y="28016"/>
                </a:cubicBezTo>
                <a:cubicBezTo>
                  <a:pt x="46424" y="17002"/>
                  <a:pt x="40341" y="1"/>
                  <a:pt x="2805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58" name="Google Shape;158;p28"/>
          <p:cNvSpPr/>
          <p:nvPr/>
        </p:nvSpPr>
        <p:spPr>
          <a:xfrm>
            <a:off x="8608050" y="3398939"/>
            <a:ext cx="266197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8"/>
          <p:cNvSpPr/>
          <p:nvPr/>
        </p:nvSpPr>
        <p:spPr>
          <a:xfrm flipH="1">
            <a:off x="157850" y="2096064"/>
            <a:ext cx="266197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6_1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9"/>
          <p:cNvSpPr txBox="1"/>
          <p:nvPr>
            <p:ph type="title"/>
          </p:nvPr>
        </p:nvSpPr>
        <p:spPr>
          <a:xfrm>
            <a:off x="713225" y="445025"/>
            <a:ext cx="7717500" cy="106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162" name="Google Shape;162;p29"/>
          <p:cNvSpPr/>
          <p:nvPr/>
        </p:nvSpPr>
        <p:spPr>
          <a:xfrm rot="-9130459">
            <a:off x="243515" y="1050654"/>
            <a:ext cx="530634" cy="371404"/>
          </a:xfrm>
          <a:custGeom>
            <a:rect b="b" l="l" r="r" t="t"/>
            <a:pathLst>
              <a:path extrusionOk="0" fill="none" h="8362" w="11947">
                <a:moveTo>
                  <a:pt x="1" y="0"/>
                </a:moveTo>
                <a:cubicBezTo>
                  <a:pt x="1297" y="636"/>
                  <a:pt x="306" y="2643"/>
                  <a:pt x="1577" y="3279"/>
                </a:cubicBezTo>
                <a:cubicBezTo>
                  <a:pt x="2898" y="3914"/>
                  <a:pt x="3839" y="1906"/>
                  <a:pt x="5135" y="2542"/>
                </a:cubicBezTo>
                <a:cubicBezTo>
                  <a:pt x="6456" y="3177"/>
                  <a:pt x="5465" y="5185"/>
                  <a:pt x="6761" y="5820"/>
                </a:cubicBezTo>
                <a:cubicBezTo>
                  <a:pt x="8058" y="6456"/>
                  <a:pt x="9023" y="4448"/>
                  <a:pt x="10320" y="5083"/>
                </a:cubicBezTo>
                <a:cubicBezTo>
                  <a:pt x="11616" y="5719"/>
                  <a:pt x="10650" y="7727"/>
                  <a:pt x="11946" y="8362"/>
                </a:cubicBezTo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9"/>
          <p:cNvSpPr/>
          <p:nvPr/>
        </p:nvSpPr>
        <p:spPr>
          <a:xfrm>
            <a:off x="8634825" y="423664"/>
            <a:ext cx="266197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9"/>
          <p:cNvSpPr/>
          <p:nvPr/>
        </p:nvSpPr>
        <p:spPr>
          <a:xfrm flipH="1">
            <a:off x="580125" y="850164"/>
            <a:ext cx="266197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9"/>
          <p:cNvSpPr/>
          <p:nvPr/>
        </p:nvSpPr>
        <p:spPr>
          <a:xfrm flipH="1" rot="3840785">
            <a:off x="5699042" y="4785510"/>
            <a:ext cx="266204" cy="253502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7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0"/>
          <p:cNvSpPr txBox="1"/>
          <p:nvPr>
            <p:ph idx="1" type="subTitle"/>
          </p:nvPr>
        </p:nvSpPr>
        <p:spPr>
          <a:xfrm>
            <a:off x="713225" y="1631500"/>
            <a:ext cx="2820300" cy="111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8" name="Google Shape;168;p30"/>
          <p:cNvSpPr txBox="1"/>
          <p:nvPr>
            <p:ph type="title"/>
          </p:nvPr>
        </p:nvSpPr>
        <p:spPr>
          <a:xfrm>
            <a:off x="713225" y="535000"/>
            <a:ext cx="2820300" cy="101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169" name="Google Shape;169;p30"/>
          <p:cNvSpPr/>
          <p:nvPr>
            <p:ph idx="2" type="pic"/>
          </p:nvPr>
        </p:nvSpPr>
        <p:spPr>
          <a:xfrm>
            <a:off x="5879650" y="0"/>
            <a:ext cx="32643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70" name="Google Shape;170;p30"/>
          <p:cNvSpPr/>
          <p:nvPr>
            <p:ph idx="3" type="pic"/>
          </p:nvPr>
        </p:nvSpPr>
        <p:spPr>
          <a:xfrm>
            <a:off x="50" y="2972975"/>
            <a:ext cx="5741100" cy="2170500"/>
          </a:xfrm>
          <a:prstGeom prst="rect">
            <a:avLst/>
          </a:prstGeom>
          <a:noFill/>
          <a:ln>
            <a:noFill/>
          </a:ln>
        </p:spPr>
      </p:sp>
      <p:sp>
        <p:nvSpPr>
          <p:cNvPr id="171" name="Google Shape;171;p30"/>
          <p:cNvSpPr/>
          <p:nvPr>
            <p:ph idx="4" type="pic"/>
          </p:nvPr>
        </p:nvSpPr>
        <p:spPr>
          <a:xfrm>
            <a:off x="3672050" y="0"/>
            <a:ext cx="2069100" cy="2810700"/>
          </a:xfrm>
          <a:prstGeom prst="rect">
            <a:avLst/>
          </a:prstGeom>
          <a:noFill/>
          <a:ln>
            <a:noFill/>
          </a:ln>
        </p:spPr>
      </p:sp>
      <p:sp>
        <p:nvSpPr>
          <p:cNvPr id="172" name="Google Shape;172;p30"/>
          <p:cNvSpPr/>
          <p:nvPr/>
        </p:nvSpPr>
        <p:spPr>
          <a:xfrm rot="583629">
            <a:off x="214275" y="2179566"/>
            <a:ext cx="266192" cy="253494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1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1"/>
          <p:cNvSpPr txBox="1"/>
          <p:nvPr>
            <p:ph idx="1" type="body"/>
          </p:nvPr>
        </p:nvSpPr>
        <p:spPr>
          <a:xfrm>
            <a:off x="713225" y="1000075"/>
            <a:ext cx="7717500" cy="114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■"/>
              <a:defRPr/>
            </a:lvl9pPr>
          </a:lstStyle>
          <a:p/>
        </p:txBody>
      </p:sp>
      <p:sp>
        <p:nvSpPr>
          <p:cNvPr id="175" name="Google Shape;175;p3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176" name="Google Shape;176;p31"/>
          <p:cNvSpPr/>
          <p:nvPr/>
        </p:nvSpPr>
        <p:spPr>
          <a:xfrm rot="5096259">
            <a:off x="8075233" y="-427794"/>
            <a:ext cx="4549697" cy="4498576"/>
          </a:xfrm>
          <a:custGeom>
            <a:rect b="b" l="l" r="r" t="t"/>
            <a:pathLst>
              <a:path extrusionOk="0" h="80518" w="81433">
                <a:moveTo>
                  <a:pt x="28054" y="1"/>
                </a:moveTo>
                <a:cubicBezTo>
                  <a:pt x="25711" y="1"/>
                  <a:pt x="23142" y="619"/>
                  <a:pt x="20333" y="2015"/>
                </a:cubicBezTo>
                <a:cubicBezTo>
                  <a:pt x="6227" y="9005"/>
                  <a:pt x="0" y="29769"/>
                  <a:pt x="12937" y="41054"/>
                </a:cubicBezTo>
                <a:cubicBezTo>
                  <a:pt x="20663" y="47764"/>
                  <a:pt x="32533" y="47916"/>
                  <a:pt x="40157" y="54728"/>
                </a:cubicBezTo>
                <a:cubicBezTo>
                  <a:pt x="48519" y="62149"/>
                  <a:pt x="50654" y="76509"/>
                  <a:pt x="61329" y="79940"/>
                </a:cubicBezTo>
                <a:cubicBezTo>
                  <a:pt x="62549" y="80333"/>
                  <a:pt x="63804" y="80517"/>
                  <a:pt x="65058" y="80517"/>
                </a:cubicBezTo>
                <a:cubicBezTo>
                  <a:pt x="71507" y="80517"/>
                  <a:pt x="77931" y="75645"/>
                  <a:pt x="79526" y="69240"/>
                </a:cubicBezTo>
                <a:cubicBezTo>
                  <a:pt x="81433" y="61590"/>
                  <a:pt x="76959" y="53101"/>
                  <a:pt x="69868" y="49543"/>
                </a:cubicBezTo>
                <a:cubicBezTo>
                  <a:pt x="65446" y="47306"/>
                  <a:pt x="60236" y="46772"/>
                  <a:pt x="56271" y="43875"/>
                </a:cubicBezTo>
                <a:cubicBezTo>
                  <a:pt x="51391" y="40291"/>
                  <a:pt x="49434" y="33963"/>
                  <a:pt x="48367" y="28016"/>
                </a:cubicBezTo>
                <a:cubicBezTo>
                  <a:pt x="46424" y="17002"/>
                  <a:pt x="40341" y="1"/>
                  <a:pt x="2805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31"/>
          <p:cNvSpPr/>
          <p:nvPr/>
        </p:nvSpPr>
        <p:spPr>
          <a:xfrm rot="1425731">
            <a:off x="133975" y="1647665"/>
            <a:ext cx="266192" cy="253495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1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2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180" name="Google Shape;180;p32"/>
          <p:cNvSpPr txBox="1"/>
          <p:nvPr>
            <p:ph idx="1" type="subTitle"/>
          </p:nvPr>
        </p:nvSpPr>
        <p:spPr>
          <a:xfrm>
            <a:off x="1537163" y="1245975"/>
            <a:ext cx="6057900" cy="485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erif Displ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erif Display"/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erif Display"/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erif Display"/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erif Display"/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erif Display"/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erif Display"/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erif Display"/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erif Display"/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/>
        </p:txBody>
      </p:sp>
      <p:sp>
        <p:nvSpPr>
          <p:cNvPr id="181" name="Google Shape;181;p32"/>
          <p:cNvSpPr txBox="1"/>
          <p:nvPr>
            <p:ph idx="2" type="subTitle"/>
          </p:nvPr>
        </p:nvSpPr>
        <p:spPr>
          <a:xfrm>
            <a:off x="1537175" y="1590700"/>
            <a:ext cx="6057900" cy="610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2" name="Google Shape;182;p32"/>
          <p:cNvSpPr txBox="1"/>
          <p:nvPr>
            <p:ph idx="3" type="subTitle"/>
          </p:nvPr>
        </p:nvSpPr>
        <p:spPr>
          <a:xfrm>
            <a:off x="1537163" y="2403266"/>
            <a:ext cx="6057900" cy="485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erif Displ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3" name="Google Shape;183;p32"/>
          <p:cNvSpPr txBox="1"/>
          <p:nvPr>
            <p:ph idx="4" type="subTitle"/>
          </p:nvPr>
        </p:nvSpPr>
        <p:spPr>
          <a:xfrm>
            <a:off x="1537175" y="2748000"/>
            <a:ext cx="6057900" cy="610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4" name="Google Shape;184;p32"/>
          <p:cNvSpPr txBox="1"/>
          <p:nvPr>
            <p:ph idx="5" type="subTitle"/>
          </p:nvPr>
        </p:nvSpPr>
        <p:spPr>
          <a:xfrm>
            <a:off x="1537199" y="3560566"/>
            <a:ext cx="6057900" cy="485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erif Displ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5" name="Google Shape;185;p32"/>
          <p:cNvSpPr txBox="1"/>
          <p:nvPr>
            <p:ph idx="6" type="subTitle"/>
          </p:nvPr>
        </p:nvSpPr>
        <p:spPr>
          <a:xfrm>
            <a:off x="1537202" y="3905300"/>
            <a:ext cx="6057900" cy="610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6" name="Google Shape;186;p32"/>
          <p:cNvSpPr/>
          <p:nvPr/>
        </p:nvSpPr>
        <p:spPr>
          <a:xfrm rot="3550150">
            <a:off x="406650" y="1550618"/>
            <a:ext cx="340097" cy="323883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32"/>
          <p:cNvSpPr/>
          <p:nvPr/>
        </p:nvSpPr>
        <p:spPr>
          <a:xfrm rot="1878467">
            <a:off x="8383184" y="4390972"/>
            <a:ext cx="308106" cy="293412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8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3"/>
          <p:cNvSpPr txBox="1"/>
          <p:nvPr>
            <p:ph type="title"/>
          </p:nvPr>
        </p:nvSpPr>
        <p:spPr>
          <a:xfrm>
            <a:off x="2821275" y="445025"/>
            <a:ext cx="5609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190" name="Google Shape;190;p33"/>
          <p:cNvSpPr txBox="1"/>
          <p:nvPr>
            <p:ph idx="1" type="subTitle"/>
          </p:nvPr>
        </p:nvSpPr>
        <p:spPr>
          <a:xfrm>
            <a:off x="4058775" y="1703199"/>
            <a:ext cx="4371900" cy="485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erif Displ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erif Display"/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erif Display"/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erif Display"/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erif Display"/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erif Display"/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erif Display"/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erif Display"/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erif Display"/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/>
        </p:txBody>
      </p:sp>
      <p:sp>
        <p:nvSpPr>
          <p:cNvPr id="191" name="Google Shape;191;p33"/>
          <p:cNvSpPr txBox="1"/>
          <p:nvPr>
            <p:ph idx="2" type="subTitle"/>
          </p:nvPr>
        </p:nvSpPr>
        <p:spPr>
          <a:xfrm>
            <a:off x="4058784" y="1168600"/>
            <a:ext cx="4371900" cy="610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2" name="Google Shape;192;p33"/>
          <p:cNvSpPr txBox="1"/>
          <p:nvPr>
            <p:ph idx="3" type="subTitle"/>
          </p:nvPr>
        </p:nvSpPr>
        <p:spPr>
          <a:xfrm>
            <a:off x="4058775" y="2897476"/>
            <a:ext cx="4371900" cy="485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erif Displ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3" name="Google Shape;193;p33"/>
          <p:cNvSpPr txBox="1"/>
          <p:nvPr>
            <p:ph idx="4" type="subTitle"/>
          </p:nvPr>
        </p:nvSpPr>
        <p:spPr>
          <a:xfrm>
            <a:off x="4058784" y="2362886"/>
            <a:ext cx="4371900" cy="610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4" name="Google Shape;194;p33"/>
          <p:cNvSpPr txBox="1"/>
          <p:nvPr>
            <p:ph idx="5" type="subTitle"/>
          </p:nvPr>
        </p:nvSpPr>
        <p:spPr>
          <a:xfrm>
            <a:off x="4058801" y="4091750"/>
            <a:ext cx="4371900" cy="485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erif Displ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5" name="Google Shape;195;p33"/>
          <p:cNvSpPr txBox="1"/>
          <p:nvPr>
            <p:ph idx="6" type="subTitle"/>
          </p:nvPr>
        </p:nvSpPr>
        <p:spPr>
          <a:xfrm>
            <a:off x="4058804" y="3557159"/>
            <a:ext cx="4371900" cy="610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6" name="Google Shape;196;p33"/>
          <p:cNvSpPr/>
          <p:nvPr/>
        </p:nvSpPr>
        <p:spPr>
          <a:xfrm rot="-985928">
            <a:off x="8293054" y="1898927"/>
            <a:ext cx="3383931" cy="3345908"/>
          </a:xfrm>
          <a:custGeom>
            <a:rect b="b" l="l" r="r" t="t"/>
            <a:pathLst>
              <a:path extrusionOk="0" h="80518" w="81433">
                <a:moveTo>
                  <a:pt x="28054" y="1"/>
                </a:moveTo>
                <a:cubicBezTo>
                  <a:pt x="25711" y="1"/>
                  <a:pt x="23142" y="619"/>
                  <a:pt x="20333" y="2015"/>
                </a:cubicBezTo>
                <a:cubicBezTo>
                  <a:pt x="6227" y="9005"/>
                  <a:pt x="0" y="29769"/>
                  <a:pt x="12937" y="41054"/>
                </a:cubicBezTo>
                <a:cubicBezTo>
                  <a:pt x="20663" y="47764"/>
                  <a:pt x="32533" y="47916"/>
                  <a:pt x="40157" y="54728"/>
                </a:cubicBezTo>
                <a:cubicBezTo>
                  <a:pt x="48519" y="62149"/>
                  <a:pt x="50654" y="76509"/>
                  <a:pt x="61329" y="79940"/>
                </a:cubicBezTo>
                <a:cubicBezTo>
                  <a:pt x="62549" y="80333"/>
                  <a:pt x="63804" y="80517"/>
                  <a:pt x="65058" y="80517"/>
                </a:cubicBezTo>
                <a:cubicBezTo>
                  <a:pt x="71507" y="80517"/>
                  <a:pt x="77931" y="75645"/>
                  <a:pt x="79526" y="69240"/>
                </a:cubicBezTo>
                <a:cubicBezTo>
                  <a:pt x="81433" y="61590"/>
                  <a:pt x="76959" y="53101"/>
                  <a:pt x="69868" y="49543"/>
                </a:cubicBezTo>
                <a:cubicBezTo>
                  <a:pt x="65446" y="47306"/>
                  <a:pt x="60236" y="46772"/>
                  <a:pt x="56271" y="43875"/>
                </a:cubicBezTo>
                <a:cubicBezTo>
                  <a:pt x="51391" y="40291"/>
                  <a:pt x="49434" y="33963"/>
                  <a:pt x="48367" y="28016"/>
                </a:cubicBezTo>
                <a:cubicBezTo>
                  <a:pt x="46424" y="17002"/>
                  <a:pt x="40341" y="1"/>
                  <a:pt x="2805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33"/>
          <p:cNvSpPr/>
          <p:nvPr/>
        </p:nvSpPr>
        <p:spPr>
          <a:xfrm rot="3636500">
            <a:off x="8280975" y="2152740"/>
            <a:ext cx="530617" cy="371392"/>
          </a:xfrm>
          <a:custGeom>
            <a:rect b="b" l="l" r="r" t="t"/>
            <a:pathLst>
              <a:path extrusionOk="0" fill="none" h="8362" w="11947">
                <a:moveTo>
                  <a:pt x="1" y="0"/>
                </a:moveTo>
                <a:cubicBezTo>
                  <a:pt x="1297" y="636"/>
                  <a:pt x="306" y="2643"/>
                  <a:pt x="1577" y="3279"/>
                </a:cubicBezTo>
                <a:cubicBezTo>
                  <a:pt x="2898" y="3914"/>
                  <a:pt x="3839" y="1906"/>
                  <a:pt x="5135" y="2542"/>
                </a:cubicBezTo>
                <a:cubicBezTo>
                  <a:pt x="6456" y="3177"/>
                  <a:pt x="5465" y="5185"/>
                  <a:pt x="6761" y="5820"/>
                </a:cubicBezTo>
                <a:cubicBezTo>
                  <a:pt x="8058" y="6456"/>
                  <a:pt x="9023" y="4448"/>
                  <a:pt x="10320" y="5083"/>
                </a:cubicBezTo>
                <a:cubicBezTo>
                  <a:pt x="11616" y="5719"/>
                  <a:pt x="10650" y="7727"/>
                  <a:pt x="11946" y="8362"/>
                </a:cubicBezTo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33"/>
          <p:cNvSpPr/>
          <p:nvPr/>
        </p:nvSpPr>
        <p:spPr>
          <a:xfrm rot="583629">
            <a:off x="427525" y="770829"/>
            <a:ext cx="266192" cy="253494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33"/>
          <p:cNvSpPr/>
          <p:nvPr/>
        </p:nvSpPr>
        <p:spPr>
          <a:xfrm flipH="1" rot="-583629">
            <a:off x="8723500" y="1647654"/>
            <a:ext cx="266192" cy="253494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3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4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202" name="Google Shape;202;p34"/>
          <p:cNvSpPr txBox="1"/>
          <p:nvPr>
            <p:ph idx="1" type="subTitle"/>
          </p:nvPr>
        </p:nvSpPr>
        <p:spPr>
          <a:xfrm>
            <a:off x="1152575" y="1219850"/>
            <a:ext cx="3207600" cy="731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erif Displ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3" name="Google Shape;203;p34"/>
          <p:cNvSpPr txBox="1"/>
          <p:nvPr>
            <p:ph idx="2" type="subTitle"/>
          </p:nvPr>
        </p:nvSpPr>
        <p:spPr>
          <a:xfrm>
            <a:off x="1152577" y="1809950"/>
            <a:ext cx="3207600" cy="990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4" name="Google Shape;204;p34"/>
          <p:cNvSpPr txBox="1"/>
          <p:nvPr>
            <p:ph idx="3" type="subTitle"/>
          </p:nvPr>
        </p:nvSpPr>
        <p:spPr>
          <a:xfrm>
            <a:off x="4707550" y="1219900"/>
            <a:ext cx="3207600" cy="731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erif Displ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5" name="Google Shape;205;p34"/>
          <p:cNvSpPr txBox="1"/>
          <p:nvPr>
            <p:ph idx="4" type="subTitle"/>
          </p:nvPr>
        </p:nvSpPr>
        <p:spPr>
          <a:xfrm>
            <a:off x="4707551" y="1810003"/>
            <a:ext cx="3207600" cy="990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6" name="Google Shape;206;p34"/>
          <p:cNvSpPr txBox="1"/>
          <p:nvPr>
            <p:ph idx="5" type="subTitle"/>
          </p:nvPr>
        </p:nvSpPr>
        <p:spPr>
          <a:xfrm>
            <a:off x="1152575" y="3027823"/>
            <a:ext cx="3207600" cy="731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erif Displ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7" name="Google Shape;207;p34"/>
          <p:cNvSpPr txBox="1"/>
          <p:nvPr>
            <p:ph idx="6" type="subTitle"/>
          </p:nvPr>
        </p:nvSpPr>
        <p:spPr>
          <a:xfrm>
            <a:off x="1152577" y="3617925"/>
            <a:ext cx="3207600" cy="990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8" name="Google Shape;208;p34"/>
          <p:cNvSpPr txBox="1"/>
          <p:nvPr>
            <p:ph idx="7" type="subTitle"/>
          </p:nvPr>
        </p:nvSpPr>
        <p:spPr>
          <a:xfrm>
            <a:off x="4707550" y="3027878"/>
            <a:ext cx="3207600" cy="731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erif Displ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9" name="Google Shape;209;p34"/>
          <p:cNvSpPr txBox="1"/>
          <p:nvPr>
            <p:ph idx="8" type="subTitle"/>
          </p:nvPr>
        </p:nvSpPr>
        <p:spPr>
          <a:xfrm>
            <a:off x="4707551" y="3617978"/>
            <a:ext cx="3207600" cy="990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0" name="Google Shape;210;p34"/>
          <p:cNvSpPr/>
          <p:nvPr/>
        </p:nvSpPr>
        <p:spPr>
          <a:xfrm rot="3026342">
            <a:off x="-1568147" y="1109482"/>
            <a:ext cx="2997964" cy="2964278"/>
          </a:xfrm>
          <a:custGeom>
            <a:rect b="b" l="l" r="r" t="t"/>
            <a:pathLst>
              <a:path extrusionOk="0" h="80518" w="81433">
                <a:moveTo>
                  <a:pt x="28054" y="1"/>
                </a:moveTo>
                <a:cubicBezTo>
                  <a:pt x="25711" y="1"/>
                  <a:pt x="23142" y="619"/>
                  <a:pt x="20333" y="2015"/>
                </a:cubicBezTo>
                <a:cubicBezTo>
                  <a:pt x="6227" y="9005"/>
                  <a:pt x="0" y="29769"/>
                  <a:pt x="12937" y="41054"/>
                </a:cubicBezTo>
                <a:cubicBezTo>
                  <a:pt x="20663" y="47764"/>
                  <a:pt x="32533" y="47916"/>
                  <a:pt x="40157" y="54728"/>
                </a:cubicBezTo>
                <a:cubicBezTo>
                  <a:pt x="48519" y="62149"/>
                  <a:pt x="50654" y="76509"/>
                  <a:pt x="61329" y="79940"/>
                </a:cubicBezTo>
                <a:cubicBezTo>
                  <a:pt x="62549" y="80333"/>
                  <a:pt x="63804" y="80517"/>
                  <a:pt x="65058" y="80517"/>
                </a:cubicBezTo>
                <a:cubicBezTo>
                  <a:pt x="71507" y="80517"/>
                  <a:pt x="77931" y="75645"/>
                  <a:pt x="79526" y="69240"/>
                </a:cubicBezTo>
                <a:cubicBezTo>
                  <a:pt x="81433" y="61590"/>
                  <a:pt x="76959" y="53101"/>
                  <a:pt x="69868" y="49543"/>
                </a:cubicBezTo>
                <a:cubicBezTo>
                  <a:pt x="65446" y="47306"/>
                  <a:pt x="60236" y="46772"/>
                  <a:pt x="56271" y="43875"/>
                </a:cubicBezTo>
                <a:cubicBezTo>
                  <a:pt x="51391" y="40291"/>
                  <a:pt x="49434" y="33963"/>
                  <a:pt x="48367" y="28016"/>
                </a:cubicBezTo>
                <a:cubicBezTo>
                  <a:pt x="46424" y="17002"/>
                  <a:pt x="40341" y="1"/>
                  <a:pt x="2805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34"/>
          <p:cNvSpPr/>
          <p:nvPr/>
        </p:nvSpPr>
        <p:spPr>
          <a:xfrm rot="-406682">
            <a:off x="8019561" y="2738314"/>
            <a:ext cx="2997940" cy="2964254"/>
          </a:xfrm>
          <a:custGeom>
            <a:rect b="b" l="l" r="r" t="t"/>
            <a:pathLst>
              <a:path extrusionOk="0" h="80518" w="81433">
                <a:moveTo>
                  <a:pt x="28054" y="1"/>
                </a:moveTo>
                <a:cubicBezTo>
                  <a:pt x="25711" y="1"/>
                  <a:pt x="23142" y="619"/>
                  <a:pt x="20333" y="2015"/>
                </a:cubicBezTo>
                <a:cubicBezTo>
                  <a:pt x="6227" y="9005"/>
                  <a:pt x="0" y="29769"/>
                  <a:pt x="12937" y="41054"/>
                </a:cubicBezTo>
                <a:cubicBezTo>
                  <a:pt x="20663" y="47764"/>
                  <a:pt x="32533" y="47916"/>
                  <a:pt x="40157" y="54728"/>
                </a:cubicBezTo>
                <a:cubicBezTo>
                  <a:pt x="48519" y="62149"/>
                  <a:pt x="50654" y="76509"/>
                  <a:pt x="61329" y="79940"/>
                </a:cubicBezTo>
                <a:cubicBezTo>
                  <a:pt x="62549" y="80333"/>
                  <a:pt x="63804" y="80517"/>
                  <a:pt x="65058" y="80517"/>
                </a:cubicBezTo>
                <a:cubicBezTo>
                  <a:pt x="71507" y="80517"/>
                  <a:pt x="77931" y="75645"/>
                  <a:pt x="79526" y="69240"/>
                </a:cubicBezTo>
                <a:cubicBezTo>
                  <a:pt x="81433" y="61590"/>
                  <a:pt x="76959" y="53101"/>
                  <a:pt x="69868" y="49543"/>
                </a:cubicBezTo>
                <a:cubicBezTo>
                  <a:pt x="65446" y="47306"/>
                  <a:pt x="60236" y="46772"/>
                  <a:pt x="56271" y="43875"/>
                </a:cubicBezTo>
                <a:cubicBezTo>
                  <a:pt x="51391" y="40291"/>
                  <a:pt x="49434" y="33963"/>
                  <a:pt x="48367" y="28016"/>
                </a:cubicBezTo>
                <a:cubicBezTo>
                  <a:pt x="46424" y="17002"/>
                  <a:pt x="40341" y="1"/>
                  <a:pt x="2805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34"/>
          <p:cNvSpPr/>
          <p:nvPr/>
        </p:nvSpPr>
        <p:spPr>
          <a:xfrm rot="3550150">
            <a:off x="408950" y="2867668"/>
            <a:ext cx="340097" cy="323883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34"/>
          <p:cNvSpPr/>
          <p:nvPr/>
        </p:nvSpPr>
        <p:spPr>
          <a:xfrm>
            <a:off x="8543875" y="2050264"/>
            <a:ext cx="266197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34"/>
          <p:cNvSpPr/>
          <p:nvPr/>
        </p:nvSpPr>
        <p:spPr>
          <a:xfrm rot="4736099">
            <a:off x="186898" y="604626"/>
            <a:ext cx="266196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34"/>
          <p:cNvSpPr/>
          <p:nvPr/>
        </p:nvSpPr>
        <p:spPr>
          <a:xfrm rot="-2341079">
            <a:off x="8543878" y="1669264"/>
            <a:ext cx="266194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2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5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218" name="Google Shape;218;p35"/>
          <p:cNvSpPr txBox="1"/>
          <p:nvPr>
            <p:ph idx="1" type="subTitle"/>
          </p:nvPr>
        </p:nvSpPr>
        <p:spPr>
          <a:xfrm>
            <a:off x="713225" y="1389100"/>
            <a:ext cx="2518800" cy="485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erif Displ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9" name="Google Shape;219;p35"/>
          <p:cNvSpPr txBox="1"/>
          <p:nvPr>
            <p:ph idx="2" type="subTitle"/>
          </p:nvPr>
        </p:nvSpPr>
        <p:spPr>
          <a:xfrm>
            <a:off x="713225" y="1733825"/>
            <a:ext cx="2518800" cy="990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0" name="Google Shape;220;p35"/>
          <p:cNvSpPr txBox="1"/>
          <p:nvPr>
            <p:ph idx="3" type="subTitle"/>
          </p:nvPr>
        </p:nvSpPr>
        <p:spPr>
          <a:xfrm>
            <a:off x="3312600" y="1389125"/>
            <a:ext cx="2518800" cy="485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erif Displ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1" name="Google Shape;221;p35"/>
          <p:cNvSpPr txBox="1"/>
          <p:nvPr>
            <p:ph idx="4" type="subTitle"/>
          </p:nvPr>
        </p:nvSpPr>
        <p:spPr>
          <a:xfrm>
            <a:off x="3312600" y="1733866"/>
            <a:ext cx="2518800" cy="990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2" name="Google Shape;222;p35"/>
          <p:cNvSpPr txBox="1"/>
          <p:nvPr>
            <p:ph idx="5" type="subTitle"/>
          </p:nvPr>
        </p:nvSpPr>
        <p:spPr>
          <a:xfrm>
            <a:off x="5911925" y="1389100"/>
            <a:ext cx="2518800" cy="485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erif Displ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3" name="Google Shape;223;p35"/>
          <p:cNvSpPr txBox="1"/>
          <p:nvPr>
            <p:ph idx="6" type="subTitle"/>
          </p:nvPr>
        </p:nvSpPr>
        <p:spPr>
          <a:xfrm>
            <a:off x="5911925" y="1733825"/>
            <a:ext cx="2518800" cy="990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4" name="Google Shape;224;p35"/>
          <p:cNvSpPr txBox="1"/>
          <p:nvPr>
            <p:ph idx="7" type="subTitle"/>
          </p:nvPr>
        </p:nvSpPr>
        <p:spPr>
          <a:xfrm>
            <a:off x="713225" y="3044673"/>
            <a:ext cx="2518800" cy="485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erif Displ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5" name="Google Shape;225;p35"/>
          <p:cNvSpPr txBox="1"/>
          <p:nvPr>
            <p:ph idx="8" type="subTitle"/>
          </p:nvPr>
        </p:nvSpPr>
        <p:spPr>
          <a:xfrm>
            <a:off x="713225" y="3389399"/>
            <a:ext cx="2518800" cy="990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6" name="Google Shape;226;p35"/>
          <p:cNvSpPr txBox="1"/>
          <p:nvPr>
            <p:ph idx="9" type="subTitle"/>
          </p:nvPr>
        </p:nvSpPr>
        <p:spPr>
          <a:xfrm>
            <a:off x="3312600" y="3044698"/>
            <a:ext cx="2518800" cy="485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erif Displ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7" name="Google Shape;227;p35"/>
          <p:cNvSpPr txBox="1"/>
          <p:nvPr>
            <p:ph idx="13" type="subTitle"/>
          </p:nvPr>
        </p:nvSpPr>
        <p:spPr>
          <a:xfrm>
            <a:off x="3312600" y="3389440"/>
            <a:ext cx="2518800" cy="990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8" name="Google Shape;228;p35"/>
          <p:cNvSpPr txBox="1"/>
          <p:nvPr>
            <p:ph idx="14" type="subTitle"/>
          </p:nvPr>
        </p:nvSpPr>
        <p:spPr>
          <a:xfrm>
            <a:off x="5911925" y="3044673"/>
            <a:ext cx="2518800" cy="485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erif Displ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9" name="Google Shape;229;p35"/>
          <p:cNvSpPr txBox="1"/>
          <p:nvPr>
            <p:ph idx="15" type="subTitle"/>
          </p:nvPr>
        </p:nvSpPr>
        <p:spPr>
          <a:xfrm>
            <a:off x="5911925" y="3389400"/>
            <a:ext cx="2518800" cy="990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0" name="Google Shape;230;p35"/>
          <p:cNvSpPr/>
          <p:nvPr/>
        </p:nvSpPr>
        <p:spPr>
          <a:xfrm rot="-10497543">
            <a:off x="7609562" y="-2301651"/>
            <a:ext cx="4638127" cy="3518258"/>
          </a:xfrm>
          <a:custGeom>
            <a:rect b="b" l="l" r="r" t="t"/>
            <a:pathLst>
              <a:path extrusionOk="0" h="70100" w="92413">
                <a:moveTo>
                  <a:pt x="64951" y="1"/>
                </a:moveTo>
                <a:cubicBezTo>
                  <a:pt x="62821" y="1"/>
                  <a:pt x="60692" y="356"/>
                  <a:pt x="58686" y="1088"/>
                </a:cubicBezTo>
                <a:cubicBezTo>
                  <a:pt x="48087" y="4951"/>
                  <a:pt x="43233" y="17227"/>
                  <a:pt x="34109" y="23860"/>
                </a:cubicBezTo>
                <a:cubicBezTo>
                  <a:pt x="26636" y="29325"/>
                  <a:pt x="16623" y="30748"/>
                  <a:pt x="9633" y="36797"/>
                </a:cubicBezTo>
                <a:cubicBezTo>
                  <a:pt x="2796" y="42693"/>
                  <a:pt x="1" y="53317"/>
                  <a:pt x="4245" y="61323"/>
                </a:cubicBezTo>
                <a:cubicBezTo>
                  <a:pt x="7105" y="66733"/>
                  <a:pt x="13294" y="70099"/>
                  <a:pt x="19296" y="70099"/>
                </a:cubicBezTo>
                <a:cubicBezTo>
                  <a:pt x="22148" y="70099"/>
                  <a:pt x="24958" y="69339"/>
                  <a:pt x="27348" y="67677"/>
                </a:cubicBezTo>
                <a:cubicBezTo>
                  <a:pt x="34134" y="62899"/>
                  <a:pt x="36015" y="53063"/>
                  <a:pt x="43030" y="48666"/>
                </a:cubicBezTo>
                <a:cubicBezTo>
                  <a:pt x="49384" y="44701"/>
                  <a:pt x="57618" y="46506"/>
                  <a:pt x="64989" y="45083"/>
                </a:cubicBezTo>
                <a:cubicBezTo>
                  <a:pt x="83542" y="41524"/>
                  <a:pt x="92413" y="15473"/>
                  <a:pt x="76019" y="3528"/>
                </a:cubicBezTo>
                <a:cubicBezTo>
                  <a:pt x="72835" y="1218"/>
                  <a:pt x="68891" y="1"/>
                  <a:pt x="6495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35"/>
          <p:cNvSpPr/>
          <p:nvPr/>
        </p:nvSpPr>
        <p:spPr>
          <a:xfrm rot="-6417011">
            <a:off x="-2270655" y="2904699"/>
            <a:ext cx="4638240" cy="3518343"/>
          </a:xfrm>
          <a:custGeom>
            <a:rect b="b" l="l" r="r" t="t"/>
            <a:pathLst>
              <a:path extrusionOk="0" h="70100" w="92413">
                <a:moveTo>
                  <a:pt x="64951" y="1"/>
                </a:moveTo>
                <a:cubicBezTo>
                  <a:pt x="62821" y="1"/>
                  <a:pt x="60692" y="356"/>
                  <a:pt x="58686" y="1088"/>
                </a:cubicBezTo>
                <a:cubicBezTo>
                  <a:pt x="48087" y="4951"/>
                  <a:pt x="43233" y="17227"/>
                  <a:pt x="34109" y="23860"/>
                </a:cubicBezTo>
                <a:cubicBezTo>
                  <a:pt x="26636" y="29325"/>
                  <a:pt x="16623" y="30748"/>
                  <a:pt x="9633" y="36797"/>
                </a:cubicBezTo>
                <a:cubicBezTo>
                  <a:pt x="2796" y="42693"/>
                  <a:pt x="1" y="53317"/>
                  <a:pt x="4245" y="61323"/>
                </a:cubicBezTo>
                <a:cubicBezTo>
                  <a:pt x="7105" y="66733"/>
                  <a:pt x="13294" y="70099"/>
                  <a:pt x="19296" y="70099"/>
                </a:cubicBezTo>
                <a:cubicBezTo>
                  <a:pt x="22148" y="70099"/>
                  <a:pt x="24958" y="69339"/>
                  <a:pt x="27348" y="67677"/>
                </a:cubicBezTo>
                <a:cubicBezTo>
                  <a:pt x="34134" y="62899"/>
                  <a:pt x="36015" y="53063"/>
                  <a:pt x="43030" y="48666"/>
                </a:cubicBezTo>
                <a:cubicBezTo>
                  <a:pt x="49384" y="44701"/>
                  <a:pt x="57618" y="46506"/>
                  <a:pt x="64989" y="45083"/>
                </a:cubicBezTo>
                <a:cubicBezTo>
                  <a:pt x="83542" y="41524"/>
                  <a:pt x="92413" y="15473"/>
                  <a:pt x="76019" y="3528"/>
                </a:cubicBezTo>
                <a:cubicBezTo>
                  <a:pt x="72835" y="1218"/>
                  <a:pt x="68891" y="1"/>
                  <a:pt x="6495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35"/>
          <p:cNvSpPr/>
          <p:nvPr/>
        </p:nvSpPr>
        <p:spPr>
          <a:xfrm rot="1001565">
            <a:off x="70939" y="3099821"/>
            <a:ext cx="530616" cy="371391"/>
          </a:xfrm>
          <a:custGeom>
            <a:rect b="b" l="l" r="r" t="t"/>
            <a:pathLst>
              <a:path extrusionOk="0" fill="none" h="8362" w="11947">
                <a:moveTo>
                  <a:pt x="1" y="0"/>
                </a:moveTo>
                <a:cubicBezTo>
                  <a:pt x="1297" y="636"/>
                  <a:pt x="306" y="2643"/>
                  <a:pt x="1577" y="3279"/>
                </a:cubicBezTo>
                <a:cubicBezTo>
                  <a:pt x="2898" y="3914"/>
                  <a:pt x="3839" y="1906"/>
                  <a:pt x="5135" y="2542"/>
                </a:cubicBezTo>
                <a:cubicBezTo>
                  <a:pt x="6456" y="3177"/>
                  <a:pt x="5465" y="5185"/>
                  <a:pt x="6761" y="5820"/>
                </a:cubicBezTo>
                <a:cubicBezTo>
                  <a:pt x="8058" y="6456"/>
                  <a:pt x="9023" y="4448"/>
                  <a:pt x="10320" y="5083"/>
                </a:cubicBezTo>
                <a:cubicBezTo>
                  <a:pt x="11616" y="5719"/>
                  <a:pt x="10650" y="7727"/>
                  <a:pt x="11946" y="8362"/>
                </a:cubicBezTo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35"/>
          <p:cNvSpPr/>
          <p:nvPr/>
        </p:nvSpPr>
        <p:spPr>
          <a:xfrm rot="3550150">
            <a:off x="8680500" y="1456168"/>
            <a:ext cx="340097" cy="323883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35"/>
          <p:cNvSpPr/>
          <p:nvPr/>
        </p:nvSpPr>
        <p:spPr>
          <a:xfrm>
            <a:off x="7463950" y="191514"/>
            <a:ext cx="266197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35"/>
          <p:cNvSpPr/>
          <p:nvPr/>
        </p:nvSpPr>
        <p:spPr>
          <a:xfrm>
            <a:off x="236850" y="2475514"/>
            <a:ext cx="266197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9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6"/>
          <p:cNvSpPr txBox="1"/>
          <p:nvPr>
            <p:ph type="title"/>
          </p:nvPr>
        </p:nvSpPr>
        <p:spPr>
          <a:xfrm>
            <a:off x="713225" y="761550"/>
            <a:ext cx="3728700" cy="932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None/>
              <a:defRPr sz="4300"/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238" name="Google Shape;238;p36"/>
          <p:cNvSpPr txBox="1"/>
          <p:nvPr>
            <p:ph idx="1" type="subTitle"/>
          </p:nvPr>
        </p:nvSpPr>
        <p:spPr>
          <a:xfrm>
            <a:off x="713225" y="1617488"/>
            <a:ext cx="2579400" cy="932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3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9" name="Google Shape;239;p36"/>
          <p:cNvSpPr txBox="1"/>
          <p:nvPr/>
        </p:nvSpPr>
        <p:spPr>
          <a:xfrm>
            <a:off x="713225" y="3354563"/>
            <a:ext cx="3702600" cy="7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CREDITS:</a:t>
            </a:r>
            <a:r>
              <a:rPr lang="fr" sz="11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 This presentation template was created by </a:t>
            </a:r>
            <a:r>
              <a:rPr b="1" lang="fr" sz="1100" u="sng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fr" sz="11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, including icons by </a:t>
            </a:r>
            <a:r>
              <a:rPr b="1" lang="fr" sz="1100" u="sng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fr" sz="11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, infographics &amp; images by </a:t>
            </a:r>
            <a:r>
              <a:rPr b="1" lang="fr" sz="1100" u="sng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fr" sz="1100" u="sng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 </a:t>
            </a:r>
            <a:endParaRPr sz="1100" u="sng">
              <a:solidFill>
                <a:schemeClr val="dk1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240" name="Google Shape;240;p36"/>
          <p:cNvSpPr/>
          <p:nvPr/>
        </p:nvSpPr>
        <p:spPr>
          <a:xfrm rot="-451450">
            <a:off x="2733773" y="-2737281"/>
            <a:ext cx="3849503" cy="3806249"/>
          </a:xfrm>
          <a:custGeom>
            <a:rect b="b" l="l" r="r" t="t"/>
            <a:pathLst>
              <a:path extrusionOk="0" h="80518" w="81433">
                <a:moveTo>
                  <a:pt x="28054" y="1"/>
                </a:moveTo>
                <a:cubicBezTo>
                  <a:pt x="25711" y="1"/>
                  <a:pt x="23142" y="619"/>
                  <a:pt x="20333" y="2015"/>
                </a:cubicBezTo>
                <a:cubicBezTo>
                  <a:pt x="6227" y="9005"/>
                  <a:pt x="0" y="29769"/>
                  <a:pt x="12937" y="41054"/>
                </a:cubicBezTo>
                <a:cubicBezTo>
                  <a:pt x="20663" y="47764"/>
                  <a:pt x="32533" y="47916"/>
                  <a:pt x="40157" y="54728"/>
                </a:cubicBezTo>
                <a:cubicBezTo>
                  <a:pt x="48519" y="62149"/>
                  <a:pt x="50654" y="76509"/>
                  <a:pt x="61329" y="79940"/>
                </a:cubicBezTo>
                <a:cubicBezTo>
                  <a:pt x="62549" y="80333"/>
                  <a:pt x="63804" y="80517"/>
                  <a:pt x="65058" y="80517"/>
                </a:cubicBezTo>
                <a:cubicBezTo>
                  <a:pt x="71507" y="80517"/>
                  <a:pt x="77931" y="75645"/>
                  <a:pt x="79526" y="69240"/>
                </a:cubicBezTo>
                <a:cubicBezTo>
                  <a:pt x="81433" y="61590"/>
                  <a:pt x="76959" y="53101"/>
                  <a:pt x="69868" y="49543"/>
                </a:cubicBezTo>
                <a:cubicBezTo>
                  <a:pt x="65446" y="47306"/>
                  <a:pt x="60236" y="46772"/>
                  <a:pt x="56271" y="43875"/>
                </a:cubicBezTo>
                <a:cubicBezTo>
                  <a:pt x="51391" y="40291"/>
                  <a:pt x="49434" y="33963"/>
                  <a:pt x="48367" y="28016"/>
                </a:cubicBezTo>
                <a:cubicBezTo>
                  <a:pt x="46424" y="17002"/>
                  <a:pt x="40341" y="1"/>
                  <a:pt x="2805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36"/>
          <p:cNvSpPr/>
          <p:nvPr/>
        </p:nvSpPr>
        <p:spPr>
          <a:xfrm>
            <a:off x="268500" y="3925139"/>
            <a:ext cx="266197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10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7"/>
          <p:cNvSpPr/>
          <p:nvPr/>
        </p:nvSpPr>
        <p:spPr>
          <a:xfrm rot="-451389">
            <a:off x="-1458714" y="2095647"/>
            <a:ext cx="4549738" cy="4498616"/>
          </a:xfrm>
          <a:custGeom>
            <a:rect b="b" l="l" r="r" t="t"/>
            <a:pathLst>
              <a:path extrusionOk="0" h="80518" w="81433">
                <a:moveTo>
                  <a:pt x="28054" y="1"/>
                </a:moveTo>
                <a:cubicBezTo>
                  <a:pt x="25711" y="1"/>
                  <a:pt x="23142" y="619"/>
                  <a:pt x="20333" y="2015"/>
                </a:cubicBezTo>
                <a:cubicBezTo>
                  <a:pt x="6227" y="9005"/>
                  <a:pt x="0" y="29769"/>
                  <a:pt x="12937" y="41054"/>
                </a:cubicBezTo>
                <a:cubicBezTo>
                  <a:pt x="20663" y="47764"/>
                  <a:pt x="32533" y="47916"/>
                  <a:pt x="40157" y="54728"/>
                </a:cubicBezTo>
                <a:cubicBezTo>
                  <a:pt x="48519" y="62149"/>
                  <a:pt x="50654" y="76509"/>
                  <a:pt x="61329" y="79940"/>
                </a:cubicBezTo>
                <a:cubicBezTo>
                  <a:pt x="62549" y="80333"/>
                  <a:pt x="63804" y="80517"/>
                  <a:pt x="65058" y="80517"/>
                </a:cubicBezTo>
                <a:cubicBezTo>
                  <a:pt x="71507" y="80517"/>
                  <a:pt x="77931" y="75645"/>
                  <a:pt x="79526" y="69240"/>
                </a:cubicBezTo>
                <a:cubicBezTo>
                  <a:pt x="81433" y="61590"/>
                  <a:pt x="76959" y="53101"/>
                  <a:pt x="69868" y="49543"/>
                </a:cubicBezTo>
                <a:cubicBezTo>
                  <a:pt x="65446" y="47306"/>
                  <a:pt x="60236" y="46772"/>
                  <a:pt x="56271" y="43875"/>
                </a:cubicBezTo>
                <a:cubicBezTo>
                  <a:pt x="51391" y="40291"/>
                  <a:pt x="49434" y="33963"/>
                  <a:pt x="48367" y="28016"/>
                </a:cubicBezTo>
                <a:cubicBezTo>
                  <a:pt x="46424" y="17002"/>
                  <a:pt x="40341" y="1"/>
                  <a:pt x="2805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37"/>
          <p:cNvSpPr/>
          <p:nvPr/>
        </p:nvSpPr>
        <p:spPr>
          <a:xfrm rot="7426610">
            <a:off x="2450223" y="4568807"/>
            <a:ext cx="530616" cy="371392"/>
          </a:xfrm>
          <a:custGeom>
            <a:rect b="b" l="l" r="r" t="t"/>
            <a:pathLst>
              <a:path extrusionOk="0" fill="none" h="8362" w="11947">
                <a:moveTo>
                  <a:pt x="1" y="0"/>
                </a:moveTo>
                <a:cubicBezTo>
                  <a:pt x="1297" y="636"/>
                  <a:pt x="306" y="2643"/>
                  <a:pt x="1577" y="3279"/>
                </a:cubicBezTo>
                <a:cubicBezTo>
                  <a:pt x="2898" y="3914"/>
                  <a:pt x="3839" y="1906"/>
                  <a:pt x="5135" y="2542"/>
                </a:cubicBezTo>
                <a:cubicBezTo>
                  <a:pt x="6456" y="3177"/>
                  <a:pt x="5465" y="5185"/>
                  <a:pt x="6761" y="5820"/>
                </a:cubicBezTo>
                <a:cubicBezTo>
                  <a:pt x="8058" y="6456"/>
                  <a:pt x="9023" y="4448"/>
                  <a:pt x="10320" y="5083"/>
                </a:cubicBezTo>
                <a:cubicBezTo>
                  <a:pt x="11616" y="5719"/>
                  <a:pt x="10650" y="7727"/>
                  <a:pt x="11946" y="8362"/>
                </a:cubicBezTo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37"/>
          <p:cNvSpPr/>
          <p:nvPr/>
        </p:nvSpPr>
        <p:spPr>
          <a:xfrm rot="583629">
            <a:off x="1576100" y="3798929"/>
            <a:ext cx="266192" cy="253494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37"/>
          <p:cNvSpPr/>
          <p:nvPr/>
        </p:nvSpPr>
        <p:spPr>
          <a:xfrm rot="3828645">
            <a:off x="8257201" y="601080"/>
            <a:ext cx="266196" cy="253494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37"/>
          <p:cNvSpPr/>
          <p:nvPr/>
        </p:nvSpPr>
        <p:spPr>
          <a:xfrm rot="6380676">
            <a:off x="8495503" y="1000455"/>
            <a:ext cx="266192" cy="253494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37"/>
          <p:cNvSpPr/>
          <p:nvPr/>
        </p:nvSpPr>
        <p:spPr>
          <a:xfrm rot="-10230870">
            <a:off x="6353708" y="1079133"/>
            <a:ext cx="4549777" cy="4498654"/>
          </a:xfrm>
          <a:custGeom>
            <a:rect b="b" l="l" r="r" t="t"/>
            <a:pathLst>
              <a:path extrusionOk="0" h="80518" w="81433">
                <a:moveTo>
                  <a:pt x="28054" y="1"/>
                </a:moveTo>
                <a:cubicBezTo>
                  <a:pt x="25711" y="1"/>
                  <a:pt x="23142" y="619"/>
                  <a:pt x="20333" y="2015"/>
                </a:cubicBezTo>
                <a:cubicBezTo>
                  <a:pt x="6227" y="9005"/>
                  <a:pt x="0" y="29769"/>
                  <a:pt x="12937" y="41054"/>
                </a:cubicBezTo>
                <a:cubicBezTo>
                  <a:pt x="20663" y="47764"/>
                  <a:pt x="32533" y="47916"/>
                  <a:pt x="40157" y="54728"/>
                </a:cubicBezTo>
                <a:cubicBezTo>
                  <a:pt x="48519" y="62149"/>
                  <a:pt x="50654" y="76509"/>
                  <a:pt x="61329" y="79940"/>
                </a:cubicBezTo>
                <a:cubicBezTo>
                  <a:pt x="62549" y="80333"/>
                  <a:pt x="63804" y="80517"/>
                  <a:pt x="65058" y="80517"/>
                </a:cubicBezTo>
                <a:cubicBezTo>
                  <a:pt x="71507" y="80517"/>
                  <a:pt x="77931" y="75645"/>
                  <a:pt x="79526" y="69240"/>
                </a:cubicBezTo>
                <a:cubicBezTo>
                  <a:pt x="81433" y="61590"/>
                  <a:pt x="76959" y="53101"/>
                  <a:pt x="69868" y="49543"/>
                </a:cubicBezTo>
                <a:cubicBezTo>
                  <a:pt x="65446" y="47306"/>
                  <a:pt x="60236" y="46772"/>
                  <a:pt x="56271" y="43875"/>
                </a:cubicBezTo>
                <a:cubicBezTo>
                  <a:pt x="51391" y="40291"/>
                  <a:pt x="49434" y="33963"/>
                  <a:pt x="48367" y="28016"/>
                </a:cubicBezTo>
                <a:cubicBezTo>
                  <a:pt x="46424" y="17002"/>
                  <a:pt x="40341" y="1"/>
                  <a:pt x="2805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0_1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8"/>
          <p:cNvSpPr/>
          <p:nvPr/>
        </p:nvSpPr>
        <p:spPr>
          <a:xfrm rot="10161980">
            <a:off x="-1405131" y="-1941929"/>
            <a:ext cx="4549823" cy="4498701"/>
          </a:xfrm>
          <a:custGeom>
            <a:rect b="b" l="l" r="r" t="t"/>
            <a:pathLst>
              <a:path extrusionOk="0" h="80518" w="81433">
                <a:moveTo>
                  <a:pt x="28054" y="1"/>
                </a:moveTo>
                <a:cubicBezTo>
                  <a:pt x="25711" y="1"/>
                  <a:pt x="23142" y="619"/>
                  <a:pt x="20333" y="2015"/>
                </a:cubicBezTo>
                <a:cubicBezTo>
                  <a:pt x="6227" y="9005"/>
                  <a:pt x="0" y="29769"/>
                  <a:pt x="12937" y="41054"/>
                </a:cubicBezTo>
                <a:cubicBezTo>
                  <a:pt x="20663" y="47764"/>
                  <a:pt x="32533" y="47916"/>
                  <a:pt x="40157" y="54728"/>
                </a:cubicBezTo>
                <a:cubicBezTo>
                  <a:pt x="48519" y="62149"/>
                  <a:pt x="50654" y="76509"/>
                  <a:pt x="61329" y="79940"/>
                </a:cubicBezTo>
                <a:cubicBezTo>
                  <a:pt x="62549" y="80333"/>
                  <a:pt x="63804" y="80517"/>
                  <a:pt x="65058" y="80517"/>
                </a:cubicBezTo>
                <a:cubicBezTo>
                  <a:pt x="71507" y="80517"/>
                  <a:pt x="77931" y="75645"/>
                  <a:pt x="79526" y="69240"/>
                </a:cubicBezTo>
                <a:cubicBezTo>
                  <a:pt x="81433" y="61590"/>
                  <a:pt x="76959" y="53101"/>
                  <a:pt x="69868" y="49543"/>
                </a:cubicBezTo>
                <a:cubicBezTo>
                  <a:pt x="65446" y="47306"/>
                  <a:pt x="60236" y="46772"/>
                  <a:pt x="56271" y="43875"/>
                </a:cubicBezTo>
                <a:cubicBezTo>
                  <a:pt x="51391" y="40291"/>
                  <a:pt x="49434" y="33963"/>
                  <a:pt x="48367" y="28016"/>
                </a:cubicBezTo>
                <a:cubicBezTo>
                  <a:pt x="46424" y="17002"/>
                  <a:pt x="40341" y="1"/>
                  <a:pt x="2805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38"/>
          <p:cNvSpPr/>
          <p:nvPr/>
        </p:nvSpPr>
        <p:spPr>
          <a:xfrm rot="-4393537">
            <a:off x="3912278" y="2408999"/>
            <a:ext cx="4549861" cy="4498738"/>
          </a:xfrm>
          <a:custGeom>
            <a:rect b="b" l="l" r="r" t="t"/>
            <a:pathLst>
              <a:path extrusionOk="0" h="80518" w="81433">
                <a:moveTo>
                  <a:pt x="28054" y="1"/>
                </a:moveTo>
                <a:cubicBezTo>
                  <a:pt x="25711" y="1"/>
                  <a:pt x="23142" y="619"/>
                  <a:pt x="20333" y="2015"/>
                </a:cubicBezTo>
                <a:cubicBezTo>
                  <a:pt x="6227" y="9005"/>
                  <a:pt x="0" y="29769"/>
                  <a:pt x="12937" y="41054"/>
                </a:cubicBezTo>
                <a:cubicBezTo>
                  <a:pt x="20663" y="47764"/>
                  <a:pt x="32533" y="47916"/>
                  <a:pt x="40157" y="54728"/>
                </a:cubicBezTo>
                <a:cubicBezTo>
                  <a:pt x="48519" y="62149"/>
                  <a:pt x="50654" y="76509"/>
                  <a:pt x="61329" y="79940"/>
                </a:cubicBezTo>
                <a:cubicBezTo>
                  <a:pt x="62549" y="80333"/>
                  <a:pt x="63804" y="80517"/>
                  <a:pt x="65058" y="80517"/>
                </a:cubicBezTo>
                <a:cubicBezTo>
                  <a:pt x="71507" y="80517"/>
                  <a:pt x="77931" y="75645"/>
                  <a:pt x="79526" y="69240"/>
                </a:cubicBezTo>
                <a:cubicBezTo>
                  <a:pt x="81433" y="61590"/>
                  <a:pt x="76959" y="53101"/>
                  <a:pt x="69868" y="49543"/>
                </a:cubicBezTo>
                <a:cubicBezTo>
                  <a:pt x="65446" y="47306"/>
                  <a:pt x="60236" y="46772"/>
                  <a:pt x="56271" y="43875"/>
                </a:cubicBezTo>
                <a:cubicBezTo>
                  <a:pt x="51391" y="40291"/>
                  <a:pt x="49434" y="33963"/>
                  <a:pt x="48367" y="28016"/>
                </a:cubicBezTo>
                <a:cubicBezTo>
                  <a:pt x="46424" y="17002"/>
                  <a:pt x="40341" y="1"/>
                  <a:pt x="2805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38"/>
          <p:cNvSpPr/>
          <p:nvPr/>
        </p:nvSpPr>
        <p:spPr>
          <a:xfrm rot="1769044">
            <a:off x="447769" y="2020786"/>
            <a:ext cx="530620" cy="371394"/>
          </a:xfrm>
          <a:custGeom>
            <a:rect b="b" l="l" r="r" t="t"/>
            <a:pathLst>
              <a:path extrusionOk="0" fill="none" h="8362" w="11947">
                <a:moveTo>
                  <a:pt x="1" y="0"/>
                </a:moveTo>
                <a:cubicBezTo>
                  <a:pt x="1297" y="636"/>
                  <a:pt x="306" y="2643"/>
                  <a:pt x="1577" y="3279"/>
                </a:cubicBezTo>
                <a:cubicBezTo>
                  <a:pt x="2898" y="3914"/>
                  <a:pt x="3839" y="1906"/>
                  <a:pt x="5135" y="2542"/>
                </a:cubicBezTo>
                <a:cubicBezTo>
                  <a:pt x="6456" y="3177"/>
                  <a:pt x="5465" y="5185"/>
                  <a:pt x="6761" y="5820"/>
                </a:cubicBezTo>
                <a:cubicBezTo>
                  <a:pt x="8058" y="6456"/>
                  <a:pt x="9023" y="4448"/>
                  <a:pt x="10320" y="5083"/>
                </a:cubicBezTo>
                <a:cubicBezTo>
                  <a:pt x="11616" y="5719"/>
                  <a:pt x="10650" y="7727"/>
                  <a:pt x="11946" y="8362"/>
                </a:cubicBezTo>
              </a:path>
            </a:pathLst>
          </a:custGeom>
          <a:noFill/>
          <a:ln cap="rnd" cmpd="sng" w="184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38"/>
          <p:cNvSpPr/>
          <p:nvPr/>
        </p:nvSpPr>
        <p:spPr>
          <a:xfrm rot="583629">
            <a:off x="410225" y="2585529"/>
            <a:ext cx="266192" cy="253494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38"/>
          <p:cNvSpPr/>
          <p:nvPr/>
        </p:nvSpPr>
        <p:spPr>
          <a:xfrm rot="5400000">
            <a:off x="8034194" y="2147329"/>
            <a:ext cx="266197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38"/>
          <p:cNvSpPr/>
          <p:nvPr/>
        </p:nvSpPr>
        <p:spPr>
          <a:xfrm rot="10800000">
            <a:off x="7662489" y="2498706"/>
            <a:ext cx="266197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38"/>
          <p:cNvSpPr/>
          <p:nvPr/>
        </p:nvSpPr>
        <p:spPr>
          <a:xfrm rot="5400000">
            <a:off x="7901987" y="2801135"/>
            <a:ext cx="530626" cy="371398"/>
          </a:xfrm>
          <a:custGeom>
            <a:rect b="b" l="l" r="r" t="t"/>
            <a:pathLst>
              <a:path extrusionOk="0" fill="none" h="8362" w="11947">
                <a:moveTo>
                  <a:pt x="1" y="0"/>
                </a:moveTo>
                <a:cubicBezTo>
                  <a:pt x="1297" y="636"/>
                  <a:pt x="306" y="2643"/>
                  <a:pt x="1577" y="3279"/>
                </a:cubicBezTo>
                <a:cubicBezTo>
                  <a:pt x="2898" y="3914"/>
                  <a:pt x="3839" y="1906"/>
                  <a:pt x="5135" y="2542"/>
                </a:cubicBezTo>
                <a:cubicBezTo>
                  <a:pt x="6456" y="3177"/>
                  <a:pt x="5465" y="5185"/>
                  <a:pt x="6761" y="5820"/>
                </a:cubicBezTo>
                <a:cubicBezTo>
                  <a:pt x="8058" y="6456"/>
                  <a:pt x="9023" y="4448"/>
                  <a:pt x="10320" y="5083"/>
                </a:cubicBezTo>
                <a:cubicBezTo>
                  <a:pt x="11616" y="5719"/>
                  <a:pt x="10650" y="7727"/>
                  <a:pt x="11946" y="8362"/>
                </a:cubicBezTo>
              </a:path>
            </a:pathLst>
          </a:custGeom>
          <a:noFill/>
          <a:ln cap="rnd" cmpd="sng" w="1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0"/>
          <p:cNvSpPr txBox="1"/>
          <p:nvPr>
            <p:ph type="ctrTitle"/>
          </p:nvPr>
        </p:nvSpPr>
        <p:spPr>
          <a:xfrm>
            <a:off x="820950" y="524225"/>
            <a:ext cx="7502100" cy="152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b="1" sz="4200">
                <a:latin typeface="Krona One"/>
                <a:ea typeface="Krona One"/>
                <a:cs typeface="Krona One"/>
                <a:sym typeface="Krona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62" name="Google Shape;262;p40"/>
          <p:cNvSpPr txBox="1"/>
          <p:nvPr>
            <p:ph idx="1" type="subTitle"/>
          </p:nvPr>
        </p:nvSpPr>
        <p:spPr>
          <a:xfrm>
            <a:off x="2161350" y="2045525"/>
            <a:ext cx="4821300" cy="43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63" name="Google Shape;263;p40"/>
          <p:cNvSpPr/>
          <p:nvPr/>
        </p:nvSpPr>
        <p:spPr>
          <a:xfrm rot="3550151">
            <a:off x="202735" y="2541296"/>
            <a:ext cx="308103" cy="293413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40"/>
          <p:cNvSpPr/>
          <p:nvPr/>
        </p:nvSpPr>
        <p:spPr>
          <a:xfrm rot="3550151">
            <a:off x="8716148" y="1235858"/>
            <a:ext cx="308103" cy="293413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1"/>
          <p:cNvSpPr txBox="1"/>
          <p:nvPr>
            <p:ph type="title"/>
          </p:nvPr>
        </p:nvSpPr>
        <p:spPr>
          <a:xfrm flipH="1">
            <a:off x="713300" y="2433200"/>
            <a:ext cx="3921000" cy="14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67" name="Google Shape;267;p41"/>
          <p:cNvSpPr txBox="1"/>
          <p:nvPr>
            <p:ph hasCustomPrompt="1" idx="2" type="title"/>
          </p:nvPr>
        </p:nvSpPr>
        <p:spPr>
          <a:xfrm flipH="1">
            <a:off x="713150" y="1287100"/>
            <a:ext cx="1375500" cy="1014900"/>
          </a:xfrm>
          <a:prstGeom prst="rect">
            <a:avLst/>
          </a:prstGeom>
          <a:solidFill>
            <a:schemeClr val="accent3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900"/>
              <a:buNone/>
              <a:defRPr sz="5300"/>
            </a:lvl1pPr>
            <a:lvl2pPr lvl="1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2pPr>
            <a:lvl3pPr lvl="2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3pPr>
            <a:lvl4pPr lvl="3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4pPr>
            <a:lvl5pPr lvl="4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5pPr>
            <a:lvl6pPr lvl="5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6pPr>
            <a:lvl7pPr lvl="6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7pPr>
            <a:lvl8pPr lvl="7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8pPr>
            <a:lvl9pPr lvl="8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9pPr>
          </a:lstStyle>
          <a:p>
            <a:r>
              <a:t>xx%</a:t>
            </a:r>
          </a:p>
        </p:txBody>
      </p:sp>
      <p:sp>
        <p:nvSpPr>
          <p:cNvPr id="268" name="Google Shape;268;p41"/>
          <p:cNvSpPr/>
          <p:nvPr/>
        </p:nvSpPr>
        <p:spPr>
          <a:xfrm rot="-7651683">
            <a:off x="-2765443" y="-2249163"/>
            <a:ext cx="4638099" cy="3518236"/>
          </a:xfrm>
          <a:custGeom>
            <a:rect b="b" l="l" r="r" t="t"/>
            <a:pathLst>
              <a:path extrusionOk="0" h="70100" w="92413">
                <a:moveTo>
                  <a:pt x="64951" y="1"/>
                </a:moveTo>
                <a:cubicBezTo>
                  <a:pt x="62821" y="1"/>
                  <a:pt x="60692" y="356"/>
                  <a:pt x="58686" y="1088"/>
                </a:cubicBezTo>
                <a:cubicBezTo>
                  <a:pt x="48087" y="4951"/>
                  <a:pt x="43233" y="17227"/>
                  <a:pt x="34109" y="23860"/>
                </a:cubicBezTo>
                <a:cubicBezTo>
                  <a:pt x="26636" y="29325"/>
                  <a:pt x="16623" y="30748"/>
                  <a:pt x="9633" y="36797"/>
                </a:cubicBezTo>
                <a:cubicBezTo>
                  <a:pt x="2796" y="42693"/>
                  <a:pt x="1" y="53317"/>
                  <a:pt x="4245" y="61323"/>
                </a:cubicBezTo>
                <a:cubicBezTo>
                  <a:pt x="7105" y="66733"/>
                  <a:pt x="13294" y="70099"/>
                  <a:pt x="19296" y="70099"/>
                </a:cubicBezTo>
                <a:cubicBezTo>
                  <a:pt x="22148" y="70099"/>
                  <a:pt x="24958" y="69339"/>
                  <a:pt x="27348" y="67677"/>
                </a:cubicBezTo>
                <a:cubicBezTo>
                  <a:pt x="34134" y="62899"/>
                  <a:pt x="36015" y="53063"/>
                  <a:pt x="43030" y="48666"/>
                </a:cubicBezTo>
                <a:cubicBezTo>
                  <a:pt x="49384" y="44701"/>
                  <a:pt x="57618" y="46506"/>
                  <a:pt x="64989" y="45083"/>
                </a:cubicBezTo>
                <a:cubicBezTo>
                  <a:pt x="83542" y="41524"/>
                  <a:pt x="92413" y="15473"/>
                  <a:pt x="76019" y="3528"/>
                </a:cubicBezTo>
                <a:cubicBezTo>
                  <a:pt x="72835" y="1218"/>
                  <a:pt x="68891" y="1"/>
                  <a:pt x="6495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41"/>
          <p:cNvSpPr/>
          <p:nvPr/>
        </p:nvSpPr>
        <p:spPr>
          <a:xfrm rot="3550150">
            <a:off x="616825" y="477668"/>
            <a:ext cx="340097" cy="323883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41"/>
          <p:cNvSpPr/>
          <p:nvPr/>
        </p:nvSpPr>
        <p:spPr>
          <a:xfrm>
            <a:off x="6304100" y="512864"/>
            <a:ext cx="266197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2"/>
          <p:cNvSpPr txBox="1"/>
          <p:nvPr>
            <p:ph idx="1" type="body"/>
          </p:nvPr>
        </p:nvSpPr>
        <p:spPr>
          <a:xfrm>
            <a:off x="713225" y="1000075"/>
            <a:ext cx="7717500" cy="36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■"/>
              <a:defRPr/>
            </a:lvl9pPr>
          </a:lstStyle>
          <a:p/>
        </p:txBody>
      </p:sp>
      <p:sp>
        <p:nvSpPr>
          <p:cNvPr id="273" name="Google Shape;273;p42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274" name="Google Shape;274;p42"/>
          <p:cNvSpPr/>
          <p:nvPr/>
        </p:nvSpPr>
        <p:spPr>
          <a:xfrm>
            <a:off x="8238036" y="3155775"/>
            <a:ext cx="530596" cy="371377"/>
          </a:xfrm>
          <a:custGeom>
            <a:rect b="b" l="l" r="r" t="t"/>
            <a:pathLst>
              <a:path extrusionOk="0" fill="none" h="8362" w="11947">
                <a:moveTo>
                  <a:pt x="1" y="0"/>
                </a:moveTo>
                <a:cubicBezTo>
                  <a:pt x="1297" y="636"/>
                  <a:pt x="306" y="2643"/>
                  <a:pt x="1577" y="3279"/>
                </a:cubicBezTo>
                <a:cubicBezTo>
                  <a:pt x="2898" y="3914"/>
                  <a:pt x="3839" y="1906"/>
                  <a:pt x="5135" y="2542"/>
                </a:cubicBezTo>
                <a:cubicBezTo>
                  <a:pt x="6456" y="3177"/>
                  <a:pt x="5465" y="5185"/>
                  <a:pt x="6761" y="5820"/>
                </a:cubicBezTo>
                <a:cubicBezTo>
                  <a:pt x="8058" y="6456"/>
                  <a:pt x="9023" y="4448"/>
                  <a:pt x="10320" y="5083"/>
                </a:cubicBezTo>
                <a:cubicBezTo>
                  <a:pt x="11616" y="5719"/>
                  <a:pt x="10650" y="7727"/>
                  <a:pt x="11946" y="8362"/>
                </a:cubicBezTo>
              </a:path>
            </a:pathLst>
          </a:custGeom>
          <a:noFill/>
          <a:ln cap="rnd" cmpd="sng" w="1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42"/>
          <p:cNvSpPr/>
          <p:nvPr/>
        </p:nvSpPr>
        <p:spPr>
          <a:xfrm rot="5400000">
            <a:off x="232150" y="449314"/>
            <a:ext cx="266197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42"/>
          <p:cNvSpPr/>
          <p:nvPr/>
        </p:nvSpPr>
        <p:spPr>
          <a:xfrm rot="8514670">
            <a:off x="8258599" y="3640563"/>
            <a:ext cx="266195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3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279" name="Google Shape;279;p43"/>
          <p:cNvSpPr txBox="1"/>
          <p:nvPr>
            <p:ph idx="1" type="subTitle"/>
          </p:nvPr>
        </p:nvSpPr>
        <p:spPr>
          <a:xfrm>
            <a:off x="3442375" y="1404350"/>
            <a:ext cx="4988400" cy="485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2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9pPr>
          </a:lstStyle>
          <a:p/>
        </p:txBody>
      </p:sp>
      <p:sp>
        <p:nvSpPr>
          <p:cNvPr id="280" name="Google Shape;280;p43"/>
          <p:cNvSpPr txBox="1"/>
          <p:nvPr>
            <p:ph idx="2" type="subTitle"/>
          </p:nvPr>
        </p:nvSpPr>
        <p:spPr>
          <a:xfrm>
            <a:off x="3442375" y="1773800"/>
            <a:ext cx="4988400" cy="1025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1" name="Google Shape;281;p43"/>
          <p:cNvSpPr txBox="1"/>
          <p:nvPr>
            <p:ph idx="3" type="subTitle"/>
          </p:nvPr>
        </p:nvSpPr>
        <p:spPr>
          <a:xfrm>
            <a:off x="3442375" y="2942648"/>
            <a:ext cx="4988400" cy="485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2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9pPr>
          </a:lstStyle>
          <a:p/>
        </p:txBody>
      </p:sp>
      <p:sp>
        <p:nvSpPr>
          <p:cNvPr id="282" name="Google Shape;282;p43"/>
          <p:cNvSpPr txBox="1"/>
          <p:nvPr>
            <p:ph idx="4" type="subTitle"/>
          </p:nvPr>
        </p:nvSpPr>
        <p:spPr>
          <a:xfrm>
            <a:off x="3442375" y="3312100"/>
            <a:ext cx="4988400" cy="1025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3" name="Google Shape;283;p43"/>
          <p:cNvSpPr/>
          <p:nvPr/>
        </p:nvSpPr>
        <p:spPr>
          <a:xfrm rot="1114429">
            <a:off x="3254326" y="4675646"/>
            <a:ext cx="340094" cy="323885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43"/>
          <p:cNvSpPr/>
          <p:nvPr/>
        </p:nvSpPr>
        <p:spPr>
          <a:xfrm rot="3623273">
            <a:off x="8604845" y="1061816"/>
            <a:ext cx="266201" cy="253504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43"/>
          <p:cNvSpPr/>
          <p:nvPr/>
        </p:nvSpPr>
        <p:spPr>
          <a:xfrm rot="-5625860">
            <a:off x="7958174" y="3942331"/>
            <a:ext cx="4638049" cy="3518198"/>
          </a:xfrm>
          <a:custGeom>
            <a:rect b="b" l="l" r="r" t="t"/>
            <a:pathLst>
              <a:path extrusionOk="0" h="70100" w="92413">
                <a:moveTo>
                  <a:pt x="64951" y="1"/>
                </a:moveTo>
                <a:cubicBezTo>
                  <a:pt x="62821" y="1"/>
                  <a:pt x="60692" y="356"/>
                  <a:pt x="58686" y="1088"/>
                </a:cubicBezTo>
                <a:cubicBezTo>
                  <a:pt x="48087" y="4951"/>
                  <a:pt x="43233" y="17227"/>
                  <a:pt x="34109" y="23860"/>
                </a:cubicBezTo>
                <a:cubicBezTo>
                  <a:pt x="26636" y="29325"/>
                  <a:pt x="16623" y="30748"/>
                  <a:pt x="9633" y="36797"/>
                </a:cubicBezTo>
                <a:cubicBezTo>
                  <a:pt x="2796" y="42693"/>
                  <a:pt x="1" y="53317"/>
                  <a:pt x="4245" y="61323"/>
                </a:cubicBezTo>
                <a:cubicBezTo>
                  <a:pt x="7105" y="66733"/>
                  <a:pt x="13294" y="70099"/>
                  <a:pt x="19296" y="70099"/>
                </a:cubicBezTo>
                <a:cubicBezTo>
                  <a:pt x="22148" y="70099"/>
                  <a:pt x="24958" y="69339"/>
                  <a:pt x="27348" y="67677"/>
                </a:cubicBezTo>
                <a:cubicBezTo>
                  <a:pt x="34134" y="62899"/>
                  <a:pt x="36015" y="53063"/>
                  <a:pt x="43030" y="48666"/>
                </a:cubicBezTo>
                <a:cubicBezTo>
                  <a:pt x="49384" y="44701"/>
                  <a:pt x="57618" y="46506"/>
                  <a:pt x="64989" y="45083"/>
                </a:cubicBezTo>
                <a:cubicBezTo>
                  <a:pt x="83542" y="41524"/>
                  <a:pt x="92413" y="15473"/>
                  <a:pt x="76019" y="3528"/>
                </a:cubicBezTo>
                <a:cubicBezTo>
                  <a:pt x="72835" y="1218"/>
                  <a:pt x="68891" y="1"/>
                  <a:pt x="6495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43"/>
          <p:cNvSpPr/>
          <p:nvPr/>
        </p:nvSpPr>
        <p:spPr>
          <a:xfrm rot="-7836896">
            <a:off x="8610337" y="3750996"/>
            <a:ext cx="530618" cy="371393"/>
          </a:xfrm>
          <a:custGeom>
            <a:rect b="b" l="l" r="r" t="t"/>
            <a:pathLst>
              <a:path extrusionOk="0" fill="none" h="8362" w="11947">
                <a:moveTo>
                  <a:pt x="1" y="0"/>
                </a:moveTo>
                <a:cubicBezTo>
                  <a:pt x="1297" y="636"/>
                  <a:pt x="306" y="2643"/>
                  <a:pt x="1577" y="3279"/>
                </a:cubicBezTo>
                <a:cubicBezTo>
                  <a:pt x="2898" y="3914"/>
                  <a:pt x="3839" y="1906"/>
                  <a:pt x="5135" y="2542"/>
                </a:cubicBezTo>
                <a:cubicBezTo>
                  <a:pt x="6456" y="3177"/>
                  <a:pt x="5465" y="5185"/>
                  <a:pt x="6761" y="5820"/>
                </a:cubicBezTo>
                <a:cubicBezTo>
                  <a:pt x="8058" y="6456"/>
                  <a:pt x="9023" y="4448"/>
                  <a:pt x="10320" y="5083"/>
                </a:cubicBezTo>
                <a:cubicBezTo>
                  <a:pt x="11616" y="5719"/>
                  <a:pt x="10650" y="7727"/>
                  <a:pt x="11946" y="8362"/>
                </a:cubicBezTo>
              </a:path>
            </a:pathLst>
          </a:custGeom>
          <a:noFill/>
          <a:ln cap="rnd" cmpd="sng" w="184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4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289" name="Google Shape;289;p44"/>
          <p:cNvSpPr/>
          <p:nvPr/>
        </p:nvSpPr>
        <p:spPr>
          <a:xfrm rot="3550150">
            <a:off x="8453600" y="1051343"/>
            <a:ext cx="340097" cy="323883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5"/>
          <p:cNvSpPr txBox="1"/>
          <p:nvPr>
            <p:ph type="title"/>
          </p:nvPr>
        </p:nvSpPr>
        <p:spPr>
          <a:xfrm>
            <a:off x="4026575" y="445025"/>
            <a:ext cx="4404300" cy="6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292" name="Google Shape;292;p45"/>
          <p:cNvSpPr txBox="1"/>
          <p:nvPr>
            <p:ph idx="1" type="body"/>
          </p:nvPr>
        </p:nvSpPr>
        <p:spPr>
          <a:xfrm>
            <a:off x="4026575" y="1304875"/>
            <a:ext cx="4404300" cy="32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unito Ligh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Nunito Light"/>
              <a:buChar char="○"/>
              <a:defRPr sz="15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Nunito Light"/>
              <a:buChar char="■"/>
              <a:defRPr sz="15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Nunito Light"/>
              <a:buChar char="●"/>
              <a:defRPr sz="15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Nunito Light"/>
              <a:buChar char="○"/>
              <a:defRPr sz="15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Nunito Light"/>
              <a:buChar char="■"/>
              <a:defRPr sz="15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Nunito Light"/>
              <a:buChar char="●"/>
              <a:defRPr sz="15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Nunito Light"/>
              <a:buChar char="○"/>
              <a:defRPr sz="15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Nunito Light"/>
              <a:buChar char="■"/>
              <a:defRPr sz="1500"/>
            </a:lvl9pPr>
          </a:lstStyle>
          <a:p/>
        </p:txBody>
      </p:sp>
      <p:sp>
        <p:nvSpPr>
          <p:cNvPr id="293" name="Google Shape;293;p45"/>
          <p:cNvSpPr/>
          <p:nvPr>
            <p:ph idx="2" type="pic"/>
          </p:nvPr>
        </p:nvSpPr>
        <p:spPr>
          <a:xfrm>
            <a:off x="564000" y="486600"/>
            <a:ext cx="3134400" cy="41703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p45"/>
          <p:cNvSpPr/>
          <p:nvPr/>
        </p:nvSpPr>
        <p:spPr>
          <a:xfrm rot="-7763208">
            <a:off x="8231403" y="-30500"/>
            <a:ext cx="4638108" cy="3518243"/>
          </a:xfrm>
          <a:custGeom>
            <a:rect b="b" l="l" r="r" t="t"/>
            <a:pathLst>
              <a:path extrusionOk="0" h="70100" w="92413">
                <a:moveTo>
                  <a:pt x="64951" y="1"/>
                </a:moveTo>
                <a:cubicBezTo>
                  <a:pt x="62821" y="1"/>
                  <a:pt x="60692" y="356"/>
                  <a:pt x="58686" y="1088"/>
                </a:cubicBezTo>
                <a:cubicBezTo>
                  <a:pt x="48087" y="4951"/>
                  <a:pt x="43233" y="17227"/>
                  <a:pt x="34109" y="23860"/>
                </a:cubicBezTo>
                <a:cubicBezTo>
                  <a:pt x="26636" y="29325"/>
                  <a:pt x="16623" y="30748"/>
                  <a:pt x="9633" y="36797"/>
                </a:cubicBezTo>
                <a:cubicBezTo>
                  <a:pt x="2796" y="42693"/>
                  <a:pt x="1" y="53317"/>
                  <a:pt x="4245" y="61323"/>
                </a:cubicBezTo>
                <a:cubicBezTo>
                  <a:pt x="7105" y="66733"/>
                  <a:pt x="13294" y="70099"/>
                  <a:pt x="19296" y="70099"/>
                </a:cubicBezTo>
                <a:cubicBezTo>
                  <a:pt x="22148" y="70099"/>
                  <a:pt x="24958" y="69339"/>
                  <a:pt x="27348" y="67677"/>
                </a:cubicBezTo>
                <a:cubicBezTo>
                  <a:pt x="34134" y="62899"/>
                  <a:pt x="36015" y="53063"/>
                  <a:pt x="43030" y="48666"/>
                </a:cubicBezTo>
                <a:cubicBezTo>
                  <a:pt x="49384" y="44701"/>
                  <a:pt x="57618" y="46506"/>
                  <a:pt x="64989" y="45083"/>
                </a:cubicBezTo>
                <a:cubicBezTo>
                  <a:pt x="83542" y="41524"/>
                  <a:pt x="92413" y="15473"/>
                  <a:pt x="76019" y="3528"/>
                </a:cubicBezTo>
                <a:cubicBezTo>
                  <a:pt x="72835" y="1218"/>
                  <a:pt x="68891" y="1"/>
                  <a:pt x="6495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45"/>
          <p:cNvSpPr/>
          <p:nvPr/>
        </p:nvSpPr>
        <p:spPr>
          <a:xfrm rot="7218987">
            <a:off x="5919462" y="4703830"/>
            <a:ext cx="340093" cy="323885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45"/>
          <p:cNvSpPr/>
          <p:nvPr/>
        </p:nvSpPr>
        <p:spPr>
          <a:xfrm rot="-9849443">
            <a:off x="8699356" y="1015692"/>
            <a:ext cx="530621" cy="371395"/>
          </a:xfrm>
          <a:custGeom>
            <a:rect b="b" l="l" r="r" t="t"/>
            <a:pathLst>
              <a:path extrusionOk="0" fill="none" h="8362" w="11947">
                <a:moveTo>
                  <a:pt x="1" y="0"/>
                </a:moveTo>
                <a:cubicBezTo>
                  <a:pt x="1297" y="636"/>
                  <a:pt x="306" y="2643"/>
                  <a:pt x="1577" y="3279"/>
                </a:cubicBezTo>
                <a:cubicBezTo>
                  <a:pt x="2898" y="3914"/>
                  <a:pt x="3839" y="1906"/>
                  <a:pt x="5135" y="2542"/>
                </a:cubicBezTo>
                <a:cubicBezTo>
                  <a:pt x="6456" y="3177"/>
                  <a:pt x="5465" y="5185"/>
                  <a:pt x="6761" y="5820"/>
                </a:cubicBezTo>
                <a:cubicBezTo>
                  <a:pt x="8058" y="6456"/>
                  <a:pt x="9023" y="4448"/>
                  <a:pt x="10320" y="5083"/>
                </a:cubicBezTo>
                <a:cubicBezTo>
                  <a:pt x="11616" y="5719"/>
                  <a:pt x="10650" y="7727"/>
                  <a:pt x="11946" y="8362"/>
                </a:cubicBezTo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6"/>
          <p:cNvSpPr txBox="1"/>
          <p:nvPr>
            <p:ph type="title"/>
          </p:nvPr>
        </p:nvSpPr>
        <p:spPr>
          <a:xfrm>
            <a:off x="713225" y="1349700"/>
            <a:ext cx="4509900" cy="244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99" name="Google Shape;299;p46"/>
          <p:cNvSpPr/>
          <p:nvPr/>
        </p:nvSpPr>
        <p:spPr>
          <a:xfrm rot="9209643">
            <a:off x="-709832" y="-2415968"/>
            <a:ext cx="3971379" cy="3926756"/>
          </a:xfrm>
          <a:custGeom>
            <a:rect b="b" l="l" r="r" t="t"/>
            <a:pathLst>
              <a:path extrusionOk="0" h="80518" w="81433">
                <a:moveTo>
                  <a:pt x="28054" y="1"/>
                </a:moveTo>
                <a:cubicBezTo>
                  <a:pt x="25711" y="1"/>
                  <a:pt x="23142" y="619"/>
                  <a:pt x="20333" y="2015"/>
                </a:cubicBezTo>
                <a:cubicBezTo>
                  <a:pt x="6227" y="9005"/>
                  <a:pt x="0" y="29769"/>
                  <a:pt x="12937" y="41054"/>
                </a:cubicBezTo>
                <a:cubicBezTo>
                  <a:pt x="20663" y="47764"/>
                  <a:pt x="32533" y="47916"/>
                  <a:pt x="40157" y="54728"/>
                </a:cubicBezTo>
                <a:cubicBezTo>
                  <a:pt x="48519" y="62149"/>
                  <a:pt x="50654" y="76509"/>
                  <a:pt x="61329" y="79940"/>
                </a:cubicBezTo>
                <a:cubicBezTo>
                  <a:pt x="62549" y="80333"/>
                  <a:pt x="63804" y="80517"/>
                  <a:pt x="65058" y="80517"/>
                </a:cubicBezTo>
                <a:cubicBezTo>
                  <a:pt x="71507" y="80517"/>
                  <a:pt x="77931" y="75645"/>
                  <a:pt x="79526" y="69240"/>
                </a:cubicBezTo>
                <a:cubicBezTo>
                  <a:pt x="81433" y="61590"/>
                  <a:pt x="76959" y="53101"/>
                  <a:pt x="69868" y="49543"/>
                </a:cubicBezTo>
                <a:cubicBezTo>
                  <a:pt x="65446" y="47306"/>
                  <a:pt x="60236" y="46772"/>
                  <a:pt x="56271" y="43875"/>
                </a:cubicBezTo>
                <a:cubicBezTo>
                  <a:pt x="51391" y="40291"/>
                  <a:pt x="49434" y="33963"/>
                  <a:pt x="48367" y="28016"/>
                </a:cubicBezTo>
                <a:cubicBezTo>
                  <a:pt x="46424" y="17002"/>
                  <a:pt x="40341" y="1"/>
                  <a:pt x="2805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46"/>
          <p:cNvSpPr/>
          <p:nvPr/>
        </p:nvSpPr>
        <p:spPr>
          <a:xfrm rot="9975143">
            <a:off x="2716327" y="605766"/>
            <a:ext cx="530625" cy="371397"/>
          </a:xfrm>
          <a:custGeom>
            <a:rect b="b" l="l" r="r" t="t"/>
            <a:pathLst>
              <a:path extrusionOk="0" fill="none" h="8362" w="11947">
                <a:moveTo>
                  <a:pt x="1" y="0"/>
                </a:moveTo>
                <a:cubicBezTo>
                  <a:pt x="1297" y="636"/>
                  <a:pt x="306" y="2643"/>
                  <a:pt x="1577" y="3279"/>
                </a:cubicBezTo>
                <a:cubicBezTo>
                  <a:pt x="2898" y="3914"/>
                  <a:pt x="3839" y="1906"/>
                  <a:pt x="5135" y="2542"/>
                </a:cubicBezTo>
                <a:cubicBezTo>
                  <a:pt x="6456" y="3177"/>
                  <a:pt x="5465" y="5185"/>
                  <a:pt x="6761" y="5820"/>
                </a:cubicBezTo>
                <a:cubicBezTo>
                  <a:pt x="8058" y="6456"/>
                  <a:pt x="9023" y="4448"/>
                  <a:pt x="10320" y="5083"/>
                </a:cubicBezTo>
                <a:cubicBezTo>
                  <a:pt x="11616" y="5719"/>
                  <a:pt x="10650" y="7727"/>
                  <a:pt x="11946" y="8362"/>
                </a:cubicBezTo>
              </a:path>
            </a:pathLst>
          </a:custGeom>
          <a:noFill/>
          <a:ln cap="rnd" cmpd="sng" w="1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46"/>
          <p:cNvSpPr/>
          <p:nvPr/>
        </p:nvSpPr>
        <p:spPr>
          <a:xfrm>
            <a:off x="8653200" y="1905014"/>
            <a:ext cx="266197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46"/>
          <p:cNvSpPr/>
          <p:nvPr/>
        </p:nvSpPr>
        <p:spPr>
          <a:xfrm rot="6679339">
            <a:off x="8344898" y="1101090"/>
            <a:ext cx="530629" cy="371400"/>
          </a:xfrm>
          <a:custGeom>
            <a:rect b="b" l="l" r="r" t="t"/>
            <a:pathLst>
              <a:path extrusionOk="0" fill="none" h="8362" w="11947">
                <a:moveTo>
                  <a:pt x="1" y="0"/>
                </a:moveTo>
                <a:cubicBezTo>
                  <a:pt x="1297" y="636"/>
                  <a:pt x="306" y="2643"/>
                  <a:pt x="1577" y="3279"/>
                </a:cubicBezTo>
                <a:cubicBezTo>
                  <a:pt x="2898" y="3914"/>
                  <a:pt x="3839" y="1906"/>
                  <a:pt x="5135" y="2542"/>
                </a:cubicBezTo>
                <a:cubicBezTo>
                  <a:pt x="6456" y="3177"/>
                  <a:pt x="5465" y="5185"/>
                  <a:pt x="6761" y="5820"/>
                </a:cubicBezTo>
                <a:cubicBezTo>
                  <a:pt x="8058" y="6456"/>
                  <a:pt x="9023" y="4448"/>
                  <a:pt x="10320" y="5083"/>
                </a:cubicBezTo>
                <a:cubicBezTo>
                  <a:pt x="11616" y="5719"/>
                  <a:pt x="10650" y="7727"/>
                  <a:pt x="11946" y="8362"/>
                </a:cubicBezTo>
              </a:path>
            </a:pathLst>
          </a:custGeom>
          <a:noFill/>
          <a:ln cap="rnd" cmpd="sng" w="184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7"/>
          <p:cNvSpPr txBox="1"/>
          <p:nvPr>
            <p:ph type="title"/>
          </p:nvPr>
        </p:nvSpPr>
        <p:spPr>
          <a:xfrm>
            <a:off x="25494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05" name="Google Shape;305;p47"/>
          <p:cNvSpPr txBox="1"/>
          <p:nvPr>
            <p:ph idx="1" type="subTitle"/>
          </p:nvPr>
        </p:nvSpPr>
        <p:spPr>
          <a:xfrm>
            <a:off x="25494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06" name="Google Shape;306;p47"/>
          <p:cNvSpPr/>
          <p:nvPr/>
        </p:nvSpPr>
        <p:spPr>
          <a:xfrm rot="-451389">
            <a:off x="-1576814" y="2342622"/>
            <a:ext cx="4549738" cy="4498616"/>
          </a:xfrm>
          <a:custGeom>
            <a:rect b="b" l="l" r="r" t="t"/>
            <a:pathLst>
              <a:path extrusionOk="0" h="80518" w="81433">
                <a:moveTo>
                  <a:pt x="28054" y="1"/>
                </a:moveTo>
                <a:cubicBezTo>
                  <a:pt x="25711" y="1"/>
                  <a:pt x="23142" y="619"/>
                  <a:pt x="20333" y="2015"/>
                </a:cubicBezTo>
                <a:cubicBezTo>
                  <a:pt x="6227" y="9005"/>
                  <a:pt x="0" y="29769"/>
                  <a:pt x="12937" y="41054"/>
                </a:cubicBezTo>
                <a:cubicBezTo>
                  <a:pt x="20663" y="47764"/>
                  <a:pt x="32533" y="47916"/>
                  <a:pt x="40157" y="54728"/>
                </a:cubicBezTo>
                <a:cubicBezTo>
                  <a:pt x="48519" y="62149"/>
                  <a:pt x="50654" y="76509"/>
                  <a:pt x="61329" y="79940"/>
                </a:cubicBezTo>
                <a:cubicBezTo>
                  <a:pt x="62549" y="80333"/>
                  <a:pt x="63804" y="80517"/>
                  <a:pt x="65058" y="80517"/>
                </a:cubicBezTo>
                <a:cubicBezTo>
                  <a:pt x="71507" y="80517"/>
                  <a:pt x="77931" y="75645"/>
                  <a:pt x="79526" y="69240"/>
                </a:cubicBezTo>
                <a:cubicBezTo>
                  <a:pt x="81433" y="61590"/>
                  <a:pt x="76959" y="53101"/>
                  <a:pt x="69868" y="49543"/>
                </a:cubicBezTo>
                <a:cubicBezTo>
                  <a:pt x="65446" y="47306"/>
                  <a:pt x="60236" y="46772"/>
                  <a:pt x="56271" y="43875"/>
                </a:cubicBezTo>
                <a:cubicBezTo>
                  <a:pt x="51391" y="40291"/>
                  <a:pt x="49434" y="33963"/>
                  <a:pt x="48367" y="28016"/>
                </a:cubicBezTo>
                <a:cubicBezTo>
                  <a:pt x="46424" y="17002"/>
                  <a:pt x="40341" y="1"/>
                  <a:pt x="2805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47"/>
          <p:cNvSpPr/>
          <p:nvPr/>
        </p:nvSpPr>
        <p:spPr>
          <a:xfrm rot="10800000">
            <a:off x="8421588" y="4515100"/>
            <a:ext cx="530626" cy="371398"/>
          </a:xfrm>
          <a:custGeom>
            <a:rect b="b" l="l" r="r" t="t"/>
            <a:pathLst>
              <a:path extrusionOk="0" fill="none" h="8362" w="11947">
                <a:moveTo>
                  <a:pt x="1" y="0"/>
                </a:moveTo>
                <a:cubicBezTo>
                  <a:pt x="1297" y="636"/>
                  <a:pt x="306" y="2643"/>
                  <a:pt x="1577" y="3279"/>
                </a:cubicBezTo>
                <a:cubicBezTo>
                  <a:pt x="2898" y="3914"/>
                  <a:pt x="3839" y="1906"/>
                  <a:pt x="5135" y="2542"/>
                </a:cubicBezTo>
                <a:cubicBezTo>
                  <a:pt x="6456" y="3177"/>
                  <a:pt x="5465" y="5185"/>
                  <a:pt x="6761" y="5820"/>
                </a:cubicBezTo>
                <a:cubicBezTo>
                  <a:pt x="8058" y="6456"/>
                  <a:pt x="9023" y="4448"/>
                  <a:pt x="10320" y="5083"/>
                </a:cubicBezTo>
                <a:cubicBezTo>
                  <a:pt x="11616" y="5719"/>
                  <a:pt x="10650" y="7727"/>
                  <a:pt x="11946" y="8362"/>
                </a:cubicBezTo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47"/>
          <p:cNvSpPr/>
          <p:nvPr/>
        </p:nvSpPr>
        <p:spPr>
          <a:xfrm rot="583629">
            <a:off x="319750" y="2145279"/>
            <a:ext cx="266192" cy="253494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8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11" name="Google Shape;311;p48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14" name="Google Shape;314;p4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5" name="Google Shape;315;p49"/>
          <p:cNvSpPr/>
          <p:nvPr/>
        </p:nvSpPr>
        <p:spPr>
          <a:xfrm rot="-451389">
            <a:off x="-2876114" y="-2833078"/>
            <a:ext cx="4549738" cy="4498616"/>
          </a:xfrm>
          <a:custGeom>
            <a:rect b="b" l="l" r="r" t="t"/>
            <a:pathLst>
              <a:path extrusionOk="0" h="80518" w="81433">
                <a:moveTo>
                  <a:pt x="28054" y="1"/>
                </a:moveTo>
                <a:cubicBezTo>
                  <a:pt x="25711" y="1"/>
                  <a:pt x="23142" y="619"/>
                  <a:pt x="20333" y="2015"/>
                </a:cubicBezTo>
                <a:cubicBezTo>
                  <a:pt x="6227" y="9005"/>
                  <a:pt x="0" y="29769"/>
                  <a:pt x="12937" y="41054"/>
                </a:cubicBezTo>
                <a:cubicBezTo>
                  <a:pt x="20663" y="47764"/>
                  <a:pt x="32533" y="47916"/>
                  <a:pt x="40157" y="54728"/>
                </a:cubicBezTo>
                <a:cubicBezTo>
                  <a:pt x="48519" y="62149"/>
                  <a:pt x="50654" y="76509"/>
                  <a:pt x="61329" y="79940"/>
                </a:cubicBezTo>
                <a:cubicBezTo>
                  <a:pt x="62549" y="80333"/>
                  <a:pt x="63804" y="80517"/>
                  <a:pt x="65058" y="80517"/>
                </a:cubicBezTo>
                <a:cubicBezTo>
                  <a:pt x="71507" y="80517"/>
                  <a:pt x="77931" y="75645"/>
                  <a:pt x="79526" y="69240"/>
                </a:cubicBezTo>
                <a:cubicBezTo>
                  <a:pt x="81433" y="61590"/>
                  <a:pt x="76959" y="53101"/>
                  <a:pt x="69868" y="49543"/>
                </a:cubicBezTo>
                <a:cubicBezTo>
                  <a:pt x="65446" y="47306"/>
                  <a:pt x="60236" y="46772"/>
                  <a:pt x="56271" y="43875"/>
                </a:cubicBezTo>
                <a:cubicBezTo>
                  <a:pt x="51391" y="40291"/>
                  <a:pt x="49434" y="33963"/>
                  <a:pt x="48367" y="28016"/>
                </a:cubicBezTo>
                <a:cubicBezTo>
                  <a:pt x="46424" y="17002"/>
                  <a:pt x="40341" y="1"/>
                  <a:pt x="2805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49"/>
          <p:cNvSpPr/>
          <p:nvPr/>
        </p:nvSpPr>
        <p:spPr>
          <a:xfrm rot="9975143">
            <a:off x="300277" y="1604391"/>
            <a:ext cx="530625" cy="371397"/>
          </a:xfrm>
          <a:custGeom>
            <a:rect b="b" l="l" r="r" t="t"/>
            <a:pathLst>
              <a:path extrusionOk="0" fill="none" h="8362" w="11947">
                <a:moveTo>
                  <a:pt x="1" y="0"/>
                </a:moveTo>
                <a:cubicBezTo>
                  <a:pt x="1297" y="636"/>
                  <a:pt x="306" y="2643"/>
                  <a:pt x="1577" y="3279"/>
                </a:cubicBezTo>
                <a:cubicBezTo>
                  <a:pt x="2898" y="3914"/>
                  <a:pt x="3839" y="1906"/>
                  <a:pt x="5135" y="2542"/>
                </a:cubicBezTo>
                <a:cubicBezTo>
                  <a:pt x="6456" y="3177"/>
                  <a:pt x="5465" y="5185"/>
                  <a:pt x="6761" y="5820"/>
                </a:cubicBezTo>
                <a:cubicBezTo>
                  <a:pt x="8058" y="6456"/>
                  <a:pt x="9023" y="4448"/>
                  <a:pt x="10320" y="5083"/>
                </a:cubicBezTo>
                <a:cubicBezTo>
                  <a:pt x="11616" y="5719"/>
                  <a:pt x="10650" y="7727"/>
                  <a:pt x="11946" y="8362"/>
                </a:cubicBezTo>
              </a:path>
            </a:pathLst>
          </a:custGeom>
          <a:noFill/>
          <a:ln cap="rnd" cmpd="sng" w="1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49"/>
          <p:cNvSpPr/>
          <p:nvPr/>
        </p:nvSpPr>
        <p:spPr>
          <a:xfrm>
            <a:off x="8631725" y="4535614"/>
            <a:ext cx="266197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5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321" name="Google Shape;321;p51"/>
          <p:cNvSpPr txBox="1"/>
          <p:nvPr>
            <p:ph hasCustomPrompt="1" idx="2" type="title"/>
          </p:nvPr>
        </p:nvSpPr>
        <p:spPr>
          <a:xfrm>
            <a:off x="1002275" y="1384300"/>
            <a:ext cx="843900" cy="4476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22" name="Google Shape;322;p51"/>
          <p:cNvSpPr txBox="1"/>
          <p:nvPr>
            <p:ph hasCustomPrompt="1" idx="3" type="title"/>
          </p:nvPr>
        </p:nvSpPr>
        <p:spPr>
          <a:xfrm>
            <a:off x="1002275" y="2982413"/>
            <a:ext cx="843900" cy="4476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23" name="Google Shape;323;p51"/>
          <p:cNvSpPr txBox="1"/>
          <p:nvPr>
            <p:ph hasCustomPrompt="1" idx="4" type="title"/>
          </p:nvPr>
        </p:nvSpPr>
        <p:spPr>
          <a:xfrm>
            <a:off x="3544775" y="1384300"/>
            <a:ext cx="843900" cy="4476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24" name="Google Shape;324;p51"/>
          <p:cNvSpPr txBox="1"/>
          <p:nvPr>
            <p:ph hasCustomPrompt="1" idx="5" type="title"/>
          </p:nvPr>
        </p:nvSpPr>
        <p:spPr>
          <a:xfrm>
            <a:off x="3544775" y="2982414"/>
            <a:ext cx="843900" cy="4476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25" name="Google Shape;325;p51"/>
          <p:cNvSpPr txBox="1"/>
          <p:nvPr>
            <p:ph hasCustomPrompt="1" idx="6" type="title"/>
          </p:nvPr>
        </p:nvSpPr>
        <p:spPr>
          <a:xfrm>
            <a:off x="6087275" y="1384300"/>
            <a:ext cx="845700" cy="4476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26" name="Google Shape;326;p51"/>
          <p:cNvSpPr txBox="1"/>
          <p:nvPr>
            <p:ph hasCustomPrompt="1" idx="7" type="title"/>
          </p:nvPr>
        </p:nvSpPr>
        <p:spPr>
          <a:xfrm>
            <a:off x="6087275" y="2982414"/>
            <a:ext cx="845700" cy="4476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27" name="Google Shape;327;p51"/>
          <p:cNvSpPr txBox="1"/>
          <p:nvPr>
            <p:ph idx="1" type="subTitle"/>
          </p:nvPr>
        </p:nvSpPr>
        <p:spPr>
          <a:xfrm>
            <a:off x="1002275" y="1831849"/>
            <a:ext cx="2054400" cy="73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28" name="Google Shape;328;p51"/>
          <p:cNvSpPr txBox="1"/>
          <p:nvPr>
            <p:ph idx="8" type="subTitle"/>
          </p:nvPr>
        </p:nvSpPr>
        <p:spPr>
          <a:xfrm>
            <a:off x="3544775" y="1831849"/>
            <a:ext cx="2054400" cy="73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29" name="Google Shape;329;p51"/>
          <p:cNvSpPr txBox="1"/>
          <p:nvPr>
            <p:ph idx="9" type="subTitle"/>
          </p:nvPr>
        </p:nvSpPr>
        <p:spPr>
          <a:xfrm>
            <a:off x="6087275" y="1831849"/>
            <a:ext cx="2054400" cy="73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30" name="Google Shape;330;p51"/>
          <p:cNvSpPr txBox="1"/>
          <p:nvPr>
            <p:ph idx="13" type="subTitle"/>
          </p:nvPr>
        </p:nvSpPr>
        <p:spPr>
          <a:xfrm>
            <a:off x="1002275" y="3430025"/>
            <a:ext cx="2054400" cy="73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31" name="Google Shape;331;p51"/>
          <p:cNvSpPr txBox="1"/>
          <p:nvPr>
            <p:ph idx="14" type="subTitle"/>
          </p:nvPr>
        </p:nvSpPr>
        <p:spPr>
          <a:xfrm>
            <a:off x="3544775" y="3430026"/>
            <a:ext cx="2054400" cy="73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32" name="Google Shape;332;p51"/>
          <p:cNvSpPr txBox="1"/>
          <p:nvPr>
            <p:ph idx="15" type="subTitle"/>
          </p:nvPr>
        </p:nvSpPr>
        <p:spPr>
          <a:xfrm>
            <a:off x="6087275" y="3430026"/>
            <a:ext cx="2054400" cy="73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33" name="Google Shape;333;p51"/>
          <p:cNvSpPr/>
          <p:nvPr/>
        </p:nvSpPr>
        <p:spPr>
          <a:xfrm rot="-10497543">
            <a:off x="7945537" y="1966574"/>
            <a:ext cx="4638127" cy="3518258"/>
          </a:xfrm>
          <a:custGeom>
            <a:rect b="b" l="l" r="r" t="t"/>
            <a:pathLst>
              <a:path extrusionOk="0" h="70100" w="92413">
                <a:moveTo>
                  <a:pt x="64951" y="1"/>
                </a:moveTo>
                <a:cubicBezTo>
                  <a:pt x="62821" y="1"/>
                  <a:pt x="60692" y="356"/>
                  <a:pt x="58686" y="1088"/>
                </a:cubicBezTo>
                <a:cubicBezTo>
                  <a:pt x="48087" y="4951"/>
                  <a:pt x="43233" y="17227"/>
                  <a:pt x="34109" y="23860"/>
                </a:cubicBezTo>
                <a:cubicBezTo>
                  <a:pt x="26636" y="29325"/>
                  <a:pt x="16623" y="30748"/>
                  <a:pt x="9633" y="36797"/>
                </a:cubicBezTo>
                <a:cubicBezTo>
                  <a:pt x="2796" y="42693"/>
                  <a:pt x="1" y="53317"/>
                  <a:pt x="4245" y="61323"/>
                </a:cubicBezTo>
                <a:cubicBezTo>
                  <a:pt x="7105" y="66733"/>
                  <a:pt x="13294" y="70099"/>
                  <a:pt x="19296" y="70099"/>
                </a:cubicBezTo>
                <a:cubicBezTo>
                  <a:pt x="22148" y="70099"/>
                  <a:pt x="24958" y="69339"/>
                  <a:pt x="27348" y="67677"/>
                </a:cubicBezTo>
                <a:cubicBezTo>
                  <a:pt x="34134" y="62899"/>
                  <a:pt x="36015" y="53063"/>
                  <a:pt x="43030" y="48666"/>
                </a:cubicBezTo>
                <a:cubicBezTo>
                  <a:pt x="49384" y="44701"/>
                  <a:pt x="57618" y="46506"/>
                  <a:pt x="64989" y="45083"/>
                </a:cubicBezTo>
                <a:cubicBezTo>
                  <a:pt x="83542" y="41524"/>
                  <a:pt x="92413" y="15473"/>
                  <a:pt x="76019" y="3528"/>
                </a:cubicBezTo>
                <a:cubicBezTo>
                  <a:pt x="72835" y="1218"/>
                  <a:pt x="68891" y="1"/>
                  <a:pt x="6495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51"/>
          <p:cNvSpPr/>
          <p:nvPr/>
        </p:nvSpPr>
        <p:spPr>
          <a:xfrm>
            <a:off x="-2118799" y="148075"/>
            <a:ext cx="2997956" cy="2964270"/>
          </a:xfrm>
          <a:custGeom>
            <a:rect b="b" l="l" r="r" t="t"/>
            <a:pathLst>
              <a:path extrusionOk="0" h="80518" w="81433">
                <a:moveTo>
                  <a:pt x="28054" y="1"/>
                </a:moveTo>
                <a:cubicBezTo>
                  <a:pt x="25711" y="1"/>
                  <a:pt x="23142" y="619"/>
                  <a:pt x="20333" y="2015"/>
                </a:cubicBezTo>
                <a:cubicBezTo>
                  <a:pt x="6227" y="9005"/>
                  <a:pt x="0" y="29769"/>
                  <a:pt x="12937" y="41054"/>
                </a:cubicBezTo>
                <a:cubicBezTo>
                  <a:pt x="20663" y="47764"/>
                  <a:pt x="32533" y="47916"/>
                  <a:pt x="40157" y="54728"/>
                </a:cubicBezTo>
                <a:cubicBezTo>
                  <a:pt x="48519" y="62149"/>
                  <a:pt x="50654" y="76509"/>
                  <a:pt x="61329" y="79940"/>
                </a:cubicBezTo>
                <a:cubicBezTo>
                  <a:pt x="62549" y="80333"/>
                  <a:pt x="63804" y="80517"/>
                  <a:pt x="65058" y="80517"/>
                </a:cubicBezTo>
                <a:cubicBezTo>
                  <a:pt x="71507" y="80517"/>
                  <a:pt x="77931" y="75645"/>
                  <a:pt x="79526" y="69240"/>
                </a:cubicBezTo>
                <a:cubicBezTo>
                  <a:pt x="81433" y="61590"/>
                  <a:pt x="76959" y="53101"/>
                  <a:pt x="69868" y="49543"/>
                </a:cubicBezTo>
                <a:cubicBezTo>
                  <a:pt x="65446" y="47306"/>
                  <a:pt x="60236" y="46772"/>
                  <a:pt x="56271" y="43875"/>
                </a:cubicBezTo>
                <a:cubicBezTo>
                  <a:pt x="51391" y="40291"/>
                  <a:pt x="49434" y="33963"/>
                  <a:pt x="48367" y="28016"/>
                </a:cubicBezTo>
                <a:cubicBezTo>
                  <a:pt x="46424" y="17002"/>
                  <a:pt x="40341" y="1"/>
                  <a:pt x="2805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51"/>
          <p:cNvSpPr/>
          <p:nvPr/>
        </p:nvSpPr>
        <p:spPr>
          <a:xfrm rot="6284368">
            <a:off x="200821" y="1135850"/>
            <a:ext cx="530615" cy="371390"/>
          </a:xfrm>
          <a:custGeom>
            <a:rect b="b" l="l" r="r" t="t"/>
            <a:pathLst>
              <a:path extrusionOk="0" fill="none" h="8362" w="11947">
                <a:moveTo>
                  <a:pt x="1" y="0"/>
                </a:moveTo>
                <a:cubicBezTo>
                  <a:pt x="1297" y="636"/>
                  <a:pt x="306" y="2643"/>
                  <a:pt x="1577" y="3279"/>
                </a:cubicBezTo>
                <a:cubicBezTo>
                  <a:pt x="2898" y="3914"/>
                  <a:pt x="3839" y="1906"/>
                  <a:pt x="5135" y="2542"/>
                </a:cubicBezTo>
                <a:cubicBezTo>
                  <a:pt x="6456" y="3177"/>
                  <a:pt x="5465" y="5185"/>
                  <a:pt x="6761" y="5820"/>
                </a:cubicBezTo>
                <a:cubicBezTo>
                  <a:pt x="8058" y="6456"/>
                  <a:pt x="9023" y="4448"/>
                  <a:pt x="10320" y="5083"/>
                </a:cubicBezTo>
                <a:cubicBezTo>
                  <a:pt x="11616" y="5719"/>
                  <a:pt x="10650" y="7727"/>
                  <a:pt x="11946" y="8362"/>
                </a:cubicBezTo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51"/>
          <p:cNvSpPr/>
          <p:nvPr/>
        </p:nvSpPr>
        <p:spPr>
          <a:xfrm rot="7218987">
            <a:off x="8274037" y="2986792"/>
            <a:ext cx="340093" cy="323885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4"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52"/>
          <p:cNvSpPr txBox="1"/>
          <p:nvPr>
            <p:ph type="title"/>
          </p:nvPr>
        </p:nvSpPr>
        <p:spPr>
          <a:xfrm>
            <a:off x="713225" y="3367777"/>
            <a:ext cx="4177800" cy="49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39" name="Google Shape;339;p52"/>
          <p:cNvSpPr txBox="1"/>
          <p:nvPr>
            <p:ph idx="1" type="subTitle"/>
          </p:nvPr>
        </p:nvSpPr>
        <p:spPr>
          <a:xfrm>
            <a:off x="713500" y="1279525"/>
            <a:ext cx="4177800" cy="206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5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40" name="Google Shape;340;p52"/>
          <p:cNvSpPr/>
          <p:nvPr/>
        </p:nvSpPr>
        <p:spPr>
          <a:xfrm rot="3550150">
            <a:off x="8317775" y="3649843"/>
            <a:ext cx="340097" cy="323883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52"/>
          <p:cNvSpPr/>
          <p:nvPr/>
        </p:nvSpPr>
        <p:spPr>
          <a:xfrm>
            <a:off x="447300" y="625489"/>
            <a:ext cx="266197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52"/>
          <p:cNvSpPr/>
          <p:nvPr/>
        </p:nvSpPr>
        <p:spPr>
          <a:xfrm rot="4736099">
            <a:off x="7089148" y="549301"/>
            <a:ext cx="266196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52"/>
          <p:cNvSpPr/>
          <p:nvPr/>
        </p:nvSpPr>
        <p:spPr>
          <a:xfrm rot="10136242">
            <a:off x="3245518" y="4562552"/>
            <a:ext cx="530630" cy="371401"/>
          </a:xfrm>
          <a:custGeom>
            <a:rect b="b" l="l" r="r" t="t"/>
            <a:pathLst>
              <a:path extrusionOk="0" fill="none" h="8362" w="11947">
                <a:moveTo>
                  <a:pt x="1" y="0"/>
                </a:moveTo>
                <a:cubicBezTo>
                  <a:pt x="1297" y="636"/>
                  <a:pt x="306" y="2643"/>
                  <a:pt x="1577" y="3279"/>
                </a:cubicBezTo>
                <a:cubicBezTo>
                  <a:pt x="2898" y="3914"/>
                  <a:pt x="3839" y="1906"/>
                  <a:pt x="5135" y="2542"/>
                </a:cubicBezTo>
                <a:cubicBezTo>
                  <a:pt x="6456" y="3177"/>
                  <a:pt x="5465" y="5185"/>
                  <a:pt x="6761" y="5820"/>
                </a:cubicBezTo>
                <a:cubicBezTo>
                  <a:pt x="8058" y="6456"/>
                  <a:pt x="9023" y="4448"/>
                  <a:pt x="10320" y="5083"/>
                </a:cubicBezTo>
                <a:cubicBezTo>
                  <a:pt x="11616" y="5719"/>
                  <a:pt x="10650" y="7727"/>
                  <a:pt x="11946" y="8362"/>
                </a:cubicBezTo>
              </a:path>
            </a:pathLst>
          </a:custGeom>
          <a:noFill/>
          <a:ln cap="rnd" cmpd="sng" w="184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5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53"/>
          <p:cNvSpPr txBox="1"/>
          <p:nvPr>
            <p:ph idx="1" type="subTitle"/>
          </p:nvPr>
        </p:nvSpPr>
        <p:spPr>
          <a:xfrm flipH="1">
            <a:off x="3840475" y="1436972"/>
            <a:ext cx="4590300" cy="3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346" name="Google Shape;346;p53"/>
          <p:cNvSpPr txBox="1"/>
          <p:nvPr>
            <p:ph hasCustomPrompt="1" type="title"/>
          </p:nvPr>
        </p:nvSpPr>
        <p:spPr>
          <a:xfrm flipH="1">
            <a:off x="3840475" y="774575"/>
            <a:ext cx="4590300" cy="71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3300"/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347" name="Google Shape;347;p53"/>
          <p:cNvSpPr txBox="1"/>
          <p:nvPr>
            <p:ph idx="2" type="subTitle"/>
          </p:nvPr>
        </p:nvSpPr>
        <p:spPr>
          <a:xfrm flipH="1">
            <a:off x="3840475" y="2713499"/>
            <a:ext cx="4590300" cy="3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348" name="Google Shape;348;p53"/>
          <p:cNvSpPr txBox="1"/>
          <p:nvPr>
            <p:ph hasCustomPrompt="1" idx="3" type="title"/>
          </p:nvPr>
        </p:nvSpPr>
        <p:spPr>
          <a:xfrm flipH="1">
            <a:off x="3840475" y="2060470"/>
            <a:ext cx="4590300" cy="71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3300"/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349" name="Google Shape;349;p53"/>
          <p:cNvSpPr txBox="1"/>
          <p:nvPr>
            <p:ph idx="4" type="subTitle"/>
          </p:nvPr>
        </p:nvSpPr>
        <p:spPr>
          <a:xfrm flipH="1">
            <a:off x="3840475" y="3990025"/>
            <a:ext cx="4590300" cy="3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350" name="Google Shape;350;p53"/>
          <p:cNvSpPr txBox="1"/>
          <p:nvPr>
            <p:ph hasCustomPrompt="1" idx="5" type="title"/>
          </p:nvPr>
        </p:nvSpPr>
        <p:spPr>
          <a:xfrm flipH="1">
            <a:off x="3840475" y="3346364"/>
            <a:ext cx="4590300" cy="71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3300"/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351" name="Google Shape;351;p53"/>
          <p:cNvSpPr/>
          <p:nvPr/>
        </p:nvSpPr>
        <p:spPr>
          <a:xfrm rot="3550150">
            <a:off x="8618400" y="3213856"/>
            <a:ext cx="340097" cy="323883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53"/>
          <p:cNvSpPr/>
          <p:nvPr/>
        </p:nvSpPr>
        <p:spPr>
          <a:xfrm>
            <a:off x="447025" y="576064"/>
            <a:ext cx="266197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6"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54"/>
          <p:cNvSpPr txBox="1"/>
          <p:nvPr>
            <p:ph type="title"/>
          </p:nvPr>
        </p:nvSpPr>
        <p:spPr>
          <a:xfrm>
            <a:off x="713225" y="445025"/>
            <a:ext cx="7717500" cy="106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355" name="Google Shape;355;p54"/>
          <p:cNvSpPr/>
          <p:nvPr/>
        </p:nvSpPr>
        <p:spPr>
          <a:xfrm rot="137063">
            <a:off x="-2099121" y="-1183939"/>
            <a:ext cx="2998099" cy="2964412"/>
          </a:xfrm>
          <a:custGeom>
            <a:rect b="b" l="l" r="r" t="t"/>
            <a:pathLst>
              <a:path extrusionOk="0" h="80518" w="81433">
                <a:moveTo>
                  <a:pt x="28054" y="1"/>
                </a:moveTo>
                <a:cubicBezTo>
                  <a:pt x="25711" y="1"/>
                  <a:pt x="23142" y="619"/>
                  <a:pt x="20333" y="2015"/>
                </a:cubicBezTo>
                <a:cubicBezTo>
                  <a:pt x="6227" y="9005"/>
                  <a:pt x="0" y="29769"/>
                  <a:pt x="12937" y="41054"/>
                </a:cubicBezTo>
                <a:cubicBezTo>
                  <a:pt x="20663" y="47764"/>
                  <a:pt x="32533" y="47916"/>
                  <a:pt x="40157" y="54728"/>
                </a:cubicBezTo>
                <a:cubicBezTo>
                  <a:pt x="48519" y="62149"/>
                  <a:pt x="50654" y="76509"/>
                  <a:pt x="61329" y="79940"/>
                </a:cubicBezTo>
                <a:cubicBezTo>
                  <a:pt x="62549" y="80333"/>
                  <a:pt x="63804" y="80517"/>
                  <a:pt x="65058" y="80517"/>
                </a:cubicBezTo>
                <a:cubicBezTo>
                  <a:pt x="71507" y="80517"/>
                  <a:pt x="77931" y="75645"/>
                  <a:pt x="79526" y="69240"/>
                </a:cubicBezTo>
                <a:cubicBezTo>
                  <a:pt x="81433" y="61590"/>
                  <a:pt x="76959" y="53101"/>
                  <a:pt x="69868" y="49543"/>
                </a:cubicBezTo>
                <a:cubicBezTo>
                  <a:pt x="65446" y="47306"/>
                  <a:pt x="60236" y="46772"/>
                  <a:pt x="56271" y="43875"/>
                </a:cubicBezTo>
                <a:cubicBezTo>
                  <a:pt x="51391" y="40291"/>
                  <a:pt x="49434" y="33963"/>
                  <a:pt x="48367" y="28016"/>
                </a:cubicBezTo>
                <a:cubicBezTo>
                  <a:pt x="46424" y="17002"/>
                  <a:pt x="40341" y="1"/>
                  <a:pt x="2805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54"/>
          <p:cNvSpPr/>
          <p:nvPr/>
        </p:nvSpPr>
        <p:spPr>
          <a:xfrm rot="6143850">
            <a:off x="6971786" y="2956446"/>
            <a:ext cx="3950413" cy="3906025"/>
          </a:xfrm>
          <a:custGeom>
            <a:rect b="b" l="l" r="r" t="t"/>
            <a:pathLst>
              <a:path extrusionOk="0" h="80518" w="81433">
                <a:moveTo>
                  <a:pt x="28054" y="1"/>
                </a:moveTo>
                <a:cubicBezTo>
                  <a:pt x="25711" y="1"/>
                  <a:pt x="23142" y="619"/>
                  <a:pt x="20333" y="2015"/>
                </a:cubicBezTo>
                <a:cubicBezTo>
                  <a:pt x="6227" y="9005"/>
                  <a:pt x="0" y="29769"/>
                  <a:pt x="12937" y="41054"/>
                </a:cubicBezTo>
                <a:cubicBezTo>
                  <a:pt x="20663" y="47764"/>
                  <a:pt x="32533" y="47916"/>
                  <a:pt x="40157" y="54728"/>
                </a:cubicBezTo>
                <a:cubicBezTo>
                  <a:pt x="48519" y="62149"/>
                  <a:pt x="50654" y="76509"/>
                  <a:pt x="61329" y="79940"/>
                </a:cubicBezTo>
                <a:cubicBezTo>
                  <a:pt x="62549" y="80333"/>
                  <a:pt x="63804" y="80517"/>
                  <a:pt x="65058" y="80517"/>
                </a:cubicBezTo>
                <a:cubicBezTo>
                  <a:pt x="71507" y="80517"/>
                  <a:pt x="77931" y="75645"/>
                  <a:pt x="79526" y="69240"/>
                </a:cubicBezTo>
                <a:cubicBezTo>
                  <a:pt x="81433" y="61590"/>
                  <a:pt x="76959" y="53101"/>
                  <a:pt x="69868" y="49543"/>
                </a:cubicBezTo>
                <a:cubicBezTo>
                  <a:pt x="65446" y="47306"/>
                  <a:pt x="60236" y="46772"/>
                  <a:pt x="56271" y="43875"/>
                </a:cubicBezTo>
                <a:cubicBezTo>
                  <a:pt x="51391" y="40291"/>
                  <a:pt x="49434" y="33963"/>
                  <a:pt x="48367" y="28016"/>
                </a:cubicBezTo>
                <a:cubicBezTo>
                  <a:pt x="46424" y="17002"/>
                  <a:pt x="40341" y="1"/>
                  <a:pt x="2805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357" name="Google Shape;357;p54"/>
          <p:cNvSpPr/>
          <p:nvPr/>
        </p:nvSpPr>
        <p:spPr>
          <a:xfrm>
            <a:off x="8608050" y="3398939"/>
            <a:ext cx="266197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54"/>
          <p:cNvSpPr/>
          <p:nvPr/>
        </p:nvSpPr>
        <p:spPr>
          <a:xfrm flipH="1">
            <a:off x="157850" y="2096064"/>
            <a:ext cx="266197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6_1"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5"/>
          <p:cNvSpPr txBox="1"/>
          <p:nvPr>
            <p:ph type="title"/>
          </p:nvPr>
        </p:nvSpPr>
        <p:spPr>
          <a:xfrm>
            <a:off x="713225" y="445025"/>
            <a:ext cx="7717500" cy="106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361" name="Google Shape;361;p55"/>
          <p:cNvSpPr/>
          <p:nvPr/>
        </p:nvSpPr>
        <p:spPr>
          <a:xfrm rot="-9130459">
            <a:off x="243515" y="1050654"/>
            <a:ext cx="530634" cy="371404"/>
          </a:xfrm>
          <a:custGeom>
            <a:rect b="b" l="l" r="r" t="t"/>
            <a:pathLst>
              <a:path extrusionOk="0" fill="none" h="8362" w="11947">
                <a:moveTo>
                  <a:pt x="1" y="0"/>
                </a:moveTo>
                <a:cubicBezTo>
                  <a:pt x="1297" y="636"/>
                  <a:pt x="306" y="2643"/>
                  <a:pt x="1577" y="3279"/>
                </a:cubicBezTo>
                <a:cubicBezTo>
                  <a:pt x="2898" y="3914"/>
                  <a:pt x="3839" y="1906"/>
                  <a:pt x="5135" y="2542"/>
                </a:cubicBezTo>
                <a:cubicBezTo>
                  <a:pt x="6456" y="3177"/>
                  <a:pt x="5465" y="5185"/>
                  <a:pt x="6761" y="5820"/>
                </a:cubicBezTo>
                <a:cubicBezTo>
                  <a:pt x="8058" y="6456"/>
                  <a:pt x="9023" y="4448"/>
                  <a:pt x="10320" y="5083"/>
                </a:cubicBezTo>
                <a:cubicBezTo>
                  <a:pt x="11616" y="5719"/>
                  <a:pt x="10650" y="7727"/>
                  <a:pt x="11946" y="8362"/>
                </a:cubicBezTo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55"/>
          <p:cNvSpPr/>
          <p:nvPr/>
        </p:nvSpPr>
        <p:spPr>
          <a:xfrm>
            <a:off x="8634825" y="423664"/>
            <a:ext cx="266197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55"/>
          <p:cNvSpPr/>
          <p:nvPr/>
        </p:nvSpPr>
        <p:spPr>
          <a:xfrm flipH="1">
            <a:off x="580125" y="850164"/>
            <a:ext cx="266197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55"/>
          <p:cNvSpPr/>
          <p:nvPr/>
        </p:nvSpPr>
        <p:spPr>
          <a:xfrm flipH="1" rot="3840785">
            <a:off x="5699042" y="4785510"/>
            <a:ext cx="266204" cy="253502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7"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6"/>
          <p:cNvSpPr txBox="1"/>
          <p:nvPr>
            <p:ph idx="1" type="subTitle"/>
          </p:nvPr>
        </p:nvSpPr>
        <p:spPr>
          <a:xfrm>
            <a:off x="713225" y="1631500"/>
            <a:ext cx="2820300" cy="111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67" name="Google Shape;367;p56"/>
          <p:cNvSpPr txBox="1"/>
          <p:nvPr>
            <p:ph type="title"/>
          </p:nvPr>
        </p:nvSpPr>
        <p:spPr>
          <a:xfrm>
            <a:off x="713225" y="535000"/>
            <a:ext cx="2820300" cy="101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368" name="Google Shape;368;p56"/>
          <p:cNvSpPr/>
          <p:nvPr>
            <p:ph idx="2" type="pic"/>
          </p:nvPr>
        </p:nvSpPr>
        <p:spPr>
          <a:xfrm>
            <a:off x="5879650" y="0"/>
            <a:ext cx="32643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9" name="Google Shape;369;p56"/>
          <p:cNvSpPr/>
          <p:nvPr>
            <p:ph idx="3" type="pic"/>
          </p:nvPr>
        </p:nvSpPr>
        <p:spPr>
          <a:xfrm>
            <a:off x="50" y="2972975"/>
            <a:ext cx="5741100" cy="2170500"/>
          </a:xfrm>
          <a:prstGeom prst="rect">
            <a:avLst/>
          </a:prstGeom>
          <a:noFill/>
          <a:ln>
            <a:noFill/>
          </a:ln>
        </p:spPr>
      </p:sp>
      <p:sp>
        <p:nvSpPr>
          <p:cNvPr id="370" name="Google Shape;370;p56"/>
          <p:cNvSpPr/>
          <p:nvPr>
            <p:ph idx="4" type="pic"/>
          </p:nvPr>
        </p:nvSpPr>
        <p:spPr>
          <a:xfrm>
            <a:off x="3672050" y="0"/>
            <a:ext cx="2069100" cy="2810700"/>
          </a:xfrm>
          <a:prstGeom prst="rect">
            <a:avLst/>
          </a:prstGeom>
          <a:noFill/>
          <a:ln>
            <a:noFill/>
          </a:ln>
        </p:spPr>
      </p:sp>
      <p:sp>
        <p:nvSpPr>
          <p:cNvPr id="371" name="Google Shape;371;p56"/>
          <p:cNvSpPr/>
          <p:nvPr/>
        </p:nvSpPr>
        <p:spPr>
          <a:xfrm rot="583629">
            <a:off x="214275" y="2179566"/>
            <a:ext cx="266192" cy="253494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1"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7"/>
          <p:cNvSpPr txBox="1"/>
          <p:nvPr>
            <p:ph idx="1" type="body"/>
          </p:nvPr>
        </p:nvSpPr>
        <p:spPr>
          <a:xfrm>
            <a:off x="713225" y="1000075"/>
            <a:ext cx="7717500" cy="114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■"/>
              <a:defRPr/>
            </a:lvl9pPr>
          </a:lstStyle>
          <a:p/>
        </p:txBody>
      </p:sp>
      <p:sp>
        <p:nvSpPr>
          <p:cNvPr id="374" name="Google Shape;374;p57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375" name="Google Shape;375;p57"/>
          <p:cNvSpPr/>
          <p:nvPr/>
        </p:nvSpPr>
        <p:spPr>
          <a:xfrm rot="5096259">
            <a:off x="8075233" y="-427794"/>
            <a:ext cx="4549697" cy="4498576"/>
          </a:xfrm>
          <a:custGeom>
            <a:rect b="b" l="l" r="r" t="t"/>
            <a:pathLst>
              <a:path extrusionOk="0" h="80518" w="81433">
                <a:moveTo>
                  <a:pt x="28054" y="1"/>
                </a:moveTo>
                <a:cubicBezTo>
                  <a:pt x="25711" y="1"/>
                  <a:pt x="23142" y="619"/>
                  <a:pt x="20333" y="2015"/>
                </a:cubicBezTo>
                <a:cubicBezTo>
                  <a:pt x="6227" y="9005"/>
                  <a:pt x="0" y="29769"/>
                  <a:pt x="12937" y="41054"/>
                </a:cubicBezTo>
                <a:cubicBezTo>
                  <a:pt x="20663" y="47764"/>
                  <a:pt x="32533" y="47916"/>
                  <a:pt x="40157" y="54728"/>
                </a:cubicBezTo>
                <a:cubicBezTo>
                  <a:pt x="48519" y="62149"/>
                  <a:pt x="50654" y="76509"/>
                  <a:pt x="61329" y="79940"/>
                </a:cubicBezTo>
                <a:cubicBezTo>
                  <a:pt x="62549" y="80333"/>
                  <a:pt x="63804" y="80517"/>
                  <a:pt x="65058" y="80517"/>
                </a:cubicBezTo>
                <a:cubicBezTo>
                  <a:pt x="71507" y="80517"/>
                  <a:pt x="77931" y="75645"/>
                  <a:pt x="79526" y="69240"/>
                </a:cubicBezTo>
                <a:cubicBezTo>
                  <a:pt x="81433" y="61590"/>
                  <a:pt x="76959" y="53101"/>
                  <a:pt x="69868" y="49543"/>
                </a:cubicBezTo>
                <a:cubicBezTo>
                  <a:pt x="65446" y="47306"/>
                  <a:pt x="60236" y="46772"/>
                  <a:pt x="56271" y="43875"/>
                </a:cubicBezTo>
                <a:cubicBezTo>
                  <a:pt x="51391" y="40291"/>
                  <a:pt x="49434" y="33963"/>
                  <a:pt x="48367" y="28016"/>
                </a:cubicBezTo>
                <a:cubicBezTo>
                  <a:pt x="46424" y="17002"/>
                  <a:pt x="40341" y="1"/>
                  <a:pt x="2805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57"/>
          <p:cNvSpPr/>
          <p:nvPr/>
        </p:nvSpPr>
        <p:spPr>
          <a:xfrm rot="1425731">
            <a:off x="133975" y="1647665"/>
            <a:ext cx="266192" cy="253495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1"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58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379" name="Google Shape;379;p58"/>
          <p:cNvSpPr txBox="1"/>
          <p:nvPr>
            <p:ph idx="1" type="subTitle"/>
          </p:nvPr>
        </p:nvSpPr>
        <p:spPr>
          <a:xfrm>
            <a:off x="1537163" y="1245975"/>
            <a:ext cx="6057900" cy="485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erif Displ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erif Display"/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erif Display"/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erif Display"/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erif Display"/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erif Display"/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erif Display"/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erif Display"/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erif Display"/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/>
        </p:txBody>
      </p:sp>
      <p:sp>
        <p:nvSpPr>
          <p:cNvPr id="380" name="Google Shape;380;p58"/>
          <p:cNvSpPr txBox="1"/>
          <p:nvPr>
            <p:ph idx="2" type="subTitle"/>
          </p:nvPr>
        </p:nvSpPr>
        <p:spPr>
          <a:xfrm>
            <a:off x="1537175" y="1590700"/>
            <a:ext cx="6057900" cy="610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81" name="Google Shape;381;p58"/>
          <p:cNvSpPr txBox="1"/>
          <p:nvPr>
            <p:ph idx="3" type="subTitle"/>
          </p:nvPr>
        </p:nvSpPr>
        <p:spPr>
          <a:xfrm>
            <a:off x="1537163" y="2403266"/>
            <a:ext cx="6057900" cy="485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erif Displ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82" name="Google Shape;382;p58"/>
          <p:cNvSpPr txBox="1"/>
          <p:nvPr>
            <p:ph idx="4" type="subTitle"/>
          </p:nvPr>
        </p:nvSpPr>
        <p:spPr>
          <a:xfrm>
            <a:off x="1537175" y="2748000"/>
            <a:ext cx="6057900" cy="610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83" name="Google Shape;383;p58"/>
          <p:cNvSpPr txBox="1"/>
          <p:nvPr>
            <p:ph idx="5" type="subTitle"/>
          </p:nvPr>
        </p:nvSpPr>
        <p:spPr>
          <a:xfrm>
            <a:off x="1537199" y="3560566"/>
            <a:ext cx="6057900" cy="485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erif Displ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84" name="Google Shape;384;p58"/>
          <p:cNvSpPr txBox="1"/>
          <p:nvPr>
            <p:ph idx="6" type="subTitle"/>
          </p:nvPr>
        </p:nvSpPr>
        <p:spPr>
          <a:xfrm>
            <a:off x="1537202" y="3905300"/>
            <a:ext cx="6057900" cy="610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85" name="Google Shape;385;p58"/>
          <p:cNvSpPr/>
          <p:nvPr/>
        </p:nvSpPr>
        <p:spPr>
          <a:xfrm rot="3550150">
            <a:off x="406650" y="1550618"/>
            <a:ext cx="340097" cy="323883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58"/>
          <p:cNvSpPr/>
          <p:nvPr/>
        </p:nvSpPr>
        <p:spPr>
          <a:xfrm rot="1878467">
            <a:off x="8383184" y="4390972"/>
            <a:ext cx="308106" cy="293412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8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9"/>
          <p:cNvSpPr txBox="1"/>
          <p:nvPr>
            <p:ph type="title"/>
          </p:nvPr>
        </p:nvSpPr>
        <p:spPr>
          <a:xfrm>
            <a:off x="2821275" y="445025"/>
            <a:ext cx="5609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389" name="Google Shape;389;p59"/>
          <p:cNvSpPr txBox="1"/>
          <p:nvPr>
            <p:ph idx="1" type="subTitle"/>
          </p:nvPr>
        </p:nvSpPr>
        <p:spPr>
          <a:xfrm>
            <a:off x="4058775" y="1703199"/>
            <a:ext cx="4371900" cy="485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erif Displ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erif Display"/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erif Display"/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erif Display"/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erif Display"/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erif Display"/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erif Display"/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erif Display"/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erif Display"/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/>
        </p:txBody>
      </p:sp>
      <p:sp>
        <p:nvSpPr>
          <p:cNvPr id="390" name="Google Shape;390;p59"/>
          <p:cNvSpPr txBox="1"/>
          <p:nvPr>
            <p:ph idx="2" type="subTitle"/>
          </p:nvPr>
        </p:nvSpPr>
        <p:spPr>
          <a:xfrm>
            <a:off x="4058784" y="1168600"/>
            <a:ext cx="4371900" cy="610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91" name="Google Shape;391;p59"/>
          <p:cNvSpPr txBox="1"/>
          <p:nvPr>
            <p:ph idx="3" type="subTitle"/>
          </p:nvPr>
        </p:nvSpPr>
        <p:spPr>
          <a:xfrm>
            <a:off x="4058775" y="2897476"/>
            <a:ext cx="4371900" cy="485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erif Displ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92" name="Google Shape;392;p59"/>
          <p:cNvSpPr txBox="1"/>
          <p:nvPr>
            <p:ph idx="4" type="subTitle"/>
          </p:nvPr>
        </p:nvSpPr>
        <p:spPr>
          <a:xfrm>
            <a:off x="4058784" y="2362886"/>
            <a:ext cx="4371900" cy="610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93" name="Google Shape;393;p59"/>
          <p:cNvSpPr txBox="1"/>
          <p:nvPr>
            <p:ph idx="5" type="subTitle"/>
          </p:nvPr>
        </p:nvSpPr>
        <p:spPr>
          <a:xfrm>
            <a:off x="4058801" y="4091750"/>
            <a:ext cx="4371900" cy="485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erif Displ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94" name="Google Shape;394;p59"/>
          <p:cNvSpPr txBox="1"/>
          <p:nvPr>
            <p:ph idx="6" type="subTitle"/>
          </p:nvPr>
        </p:nvSpPr>
        <p:spPr>
          <a:xfrm>
            <a:off x="4058804" y="3557159"/>
            <a:ext cx="4371900" cy="610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95" name="Google Shape;395;p59"/>
          <p:cNvSpPr/>
          <p:nvPr/>
        </p:nvSpPr>
        <p:spPr>
          <a:xfrm rot="-985928">
            <a:off x="8293054" y="1898927"/>
            <a:ext cx="3383931" cy="3345908"/>
          </a:xfrm>
          <a:custGeom>
            <a:rect b="b" l="l" r="r" t="t"/>
            <a:pathLst>
              <a:path extrusionOk="0" h="80518" w="81433">
                <a:moveTo>
                  <a:pt x="28054" y="1"/>
                </a:moveTo>
                <a:cubicBezTo>
                  <a:pt x="25711" y="1"/>
                  <a:pt x="23142" y="619"/>
                  <a:pt x="20333" y="2015"/>
                </a:cubicBezTo>
                <a:cubicBezTo>
                  <a:pt x="6227" y="9005"/>
                  <a:pt x="0" y="29769"/>
                  <a:pt x="12937" y="41054"/>
                </a:cubicBezTo>
                <a:cubicBezTo>
                  <a:pt x="20663" y="47764"/>
                  <a:pt x="32533" y="47916"/>
                  <a:pt x="40157" y="54728"/>
                </a:cubicBezTo>
                <a:cubicBezTo>
                  <a:pt x="48519" y="62149"/>
                  <a:pt x="50654" y="76509"/>
                  <a:pt x="61329" y="79940"/>
                </a:cubicBezTo>
                <a:cubicBezTo>
                  <a:pt x="62549" y="80333"/>
                  <a:pt x="63804" y="80517"/>
                  <a:pt x="65058" y="80517"/>
                </a:cubicBezTo>
                <a:cubicBezTo>
                  <a:pt x="71507" y="80517"/>
                  <a:pt x="77931" y="75645"/>
                  <a:pt x="79526" y="69240"/>
                </a:cubicBezTo>
                <a:cubicBezTo>
                  <a:pt x="81433" y="61590"/>
                  <a:pt x="76959" y="53101"/>
                  <a:pt x="69868" y="49543"/>
                </a:cubicBezTo>
                <a:cubicBezTo>
                  <a:pt x="65446" y="47306"/>
                  <a:pt x="60236" y="46772"/>
                  <a:pt x="56271" y="43875"/>
                </a:cubicBezTo>
                <a:cubicBezTo>
                  <a:pt x="51391" y="40291"/>
                  <a:pt x="49434" y="33963"/>
                  <a:pt x="48367" y="28016"/>
                </a:cubicBezTo>
                <a:cubicBezTo>
                  <a:pt x="46424" y="17002"/>
                  <a:pt x="40341" y="1"/>
                  <a:pt x="2805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59"/>
          <p:cNvSpPr/>
          <p:nvPr/>
        </p:nvSpPr>
        <p:spPr>
          <a:xfrm rot="3636500">
            <a:off x="8280975" y="2152740"/>
            <a:ext cx="530617" cy="371392"/>
          </a:xfrm>
          <a:custGeom>
            <a:rect b="b" l="l" r="r" t="t"/>
            <a:pathLst>
              <a:path extrusionOk="0" fill="none" h="8362" w="11947">
                <a:moveTo>
                  <a:pt x="1" y="0"/>
                </a:moveTo>
                <a:cubicBezTo>
                  <a:pt x="1297" y="636"/>
                  <a:pt x="306" y="2643"/>
                  <a:pt x="1577" y="3279"/>
                </a:cubicBezTo>
                <a:cubicBezTo>
                  <a:pt x="2898" y="3914"/>
                  <a:pt x="3839" y="1906"/>
                  <a:pt x="5135" y="2542"/>
                </a:cubicBezTo>
                <a:cubicBezTo>
                  <a:pt x="6456" y="3177"/>
                  <a:pt x="5465" y="5185"/>
                  <a:pt x="6761" y="5820"/>
                </a:cubicBezTo>
                <a:cubicBezTo>
                  <a:pt x="8058" y="6456"/>
                  <a:pt x="9023" y="4448"/>
                  <a:pt x="10320" y="5083"/>
                </a:cubicBezTo>
                <a:cubicBezTo>
                  <a:pt x="11616" y="5719"/>
                  <a:pt x="10650" y="7727"/>
                  <a:pt x="11946" y="8362"/>
                </a:cubicBezTo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59"/>
          <p:cNvSpPr/>
          <p:nvPr/>
        </p:nvSpPr>
        <p:spPr>
          <a:xfrm rot="583629">
            <a:off x="427525" y="770829"/>
            <a:ext cx="266192" cy="253494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59"/>
          <p:cNvSpPr/>
          <p:nvPr/>
        </p:nvSpPr>
        <p:spPr>
          <a:xfrm flipH="1" rot="-583629">
            <a:off x="8723500" y="1647654"/>
            <a:ext cx="266192" cy="253494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3"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60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401" name="Google Shape;401;p60"/>
          <p:cNvSpPr txBox="1"/>
          <p:nvPr>
            <p:ph idx="1" type="subTitle"/>
          </p:nvPr>
        </p:nvSpPr>
        <p:spPr>
          <a:xfrm>
            <a:off x="1152575" y="1219850"/>
            <a:ext cx="3207600" cy="731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erif Displ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02" name="Google Shape;402;p60"/>
          <p:cNvSpPr txBox="1"/>
          <p:nvPr>
            <p:ph idx="2" type="subTitle"/>
          </p:nvPr>
        </p:nvSpPr>
        <p:spPr>
          <a:xfrm>
            <a:off x="1152577" y="1809950"/>
            <a:ext cx="3207600" cy="990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03" name="Google Shape;403;p60"/>
          <p:cNvSpPr txBox="1"/>
          <p:nvPr>
            <p:ph idx="3" type="subTitle"/>
          </p:nvPr>
        </p:nvSpPr>
        <p:spPr>
          <a:xfrm>
            <a:off x="4707550" y="1219900"/>
            <a:ext cx="3207600" cy="731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erif Displ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04" name="Google Shape;404;p60"/>
          <p:cNvSpPr txBox="1"/>
          <p:nvPr>
            <p:ph idx="4" type="subTitle"/>
          </p:nvPr>
        </p:nvSpPr>
        <p:spPr>
          <a:xfrm>
            <a:off x="4707551" y="1810003"/>
            <a:ext cx="3207600" cy="990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05" name="Google Shape;405;p60"/>
          <p:cNvSpPr txBox="1"/>
          <p:nvPr>
            <p:ph idx="5" type="subTitle"/>
          </p:nvPr>
        </p:nvSpPr>
        <p:spPr>
          <a:xfrm>
            <a:off x="1152575" y="3027823"/>
            <a:ext cx="3207600" cy="731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erif Displ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06" name="Google Shape;406;p60"/>
          <p:cNvSpPr txBox="1"/>
          <p:nvPr>
            <p:ph idx="6" type="subTitle"/>
          </p:nvPr>
        </p:nvSpPr>
        <p:spPr>
          <a:xfrm>
            <a:off x="1152577" y="3617925"/>
            <a:ext cx="3207600" cy="990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07" name="Google Shape;407;p60"/>
          <p:cNvSpPr txBox="1"/>
          <p:nvPr>
            <p:ph idx="7" type="subTitle"/>
          </p:nvPr>
        </p:nvSpPr>
        <p:spPr>
          <a:xfrm>
            <a:off x="4707550" y="3027878"/>
            <a:ext cx="3207600" cy="731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erif Displ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08" name="Google Shape;408;p60"/>
          <p:cNvSpPr txBox="1"/>
          <p:nvPr>
            <p:ph idx="8" type="subTitle"/>
          </p:nvPr>
        </p:nvSpPr>
        <p:spPr>
          <a:xfrm>
            <a:off x="4707551" y="3617978"/>
            <a:ext cx="3207600" cy="990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09" name="Google Shape;409;p60"/>
          <p:cNvSpPr/>
          <p:nvPr/>
        </p:nvSpPr>
        <p:spPr>
          <a:xfrm rot="3026342">
            <a:off x="-1568147" y="1109482"/>
            <a:ext cx="2997964" cy="2964278"/>
          </a:xfrm>
          <a:custGeom>
            <a:rect b="b" l="l" r="r" t="t"/>
            <a:pathLst>
              <a:path extrusionOk="0" h="80518" w="81433">
                <a:moveTo>
                  <a:pt x="28054" y="1"/>
                </a:moveTo>
                <a:cubicBezTo>
                  <a:pt x="25711" y="1"/>
                  <a:pt x="23142" y="619"/>
                  <a:pt x="20333" y="2015"/>
                </a:cubicBezTo>
                <a:cubicBezTo>
                  <a:pt x="6227" y="9005"/>
                  <a:pt x="0" y="29769"/>
                  <a:pt x="12937" y="41054"/>
                </a:cubicBezTo>
                <a:cubicBezTo>
                  <a:pt x="20663" y="47764"/>
                  <a:pt x="32533" y="47916"/>
                  <a:pt x="40157" y="54728"/>
                </a:cubicBezTo>
                <a:cubicBezTo>
                  <a:pt x="48519" y="62149"/>
                  <a:pt x="50654" y="76509"/>
                  <a:pt x="61329" y="79940"/>
                </a:cubicBezTo>
                <a:cubicBezTo>
                  <a:pt x="62549" y="80333"/>
                  <a:pt x="63804" y="80517"/>
                  <a:pt x="65058" y="80517"/>
                </a:cubicBezTo>
                <a:cubicBezTo>
                  <a:pt x="71507" y="80517"/>
                  <a:pt x="77931" y="75645"/>
                  <a:pt x="79526" y="69240"/>
                </a:cubicBezTo>
                <a:cubicBezTo>
                  <a:pt x="81433" y="61590"/>
                  <a:pt x="76959" y="53101"/>
                  <a:pt x="69868" y="49543"/>
                </a:cubicBezTo>
                <a:cubicBezTo>
                  <a:pt x="65446" y="47306"/>
                  <a:pt x="60236" y="46772"/>
                  <a:pt x="56271" y="43875"/>
                </a:cubicBezTo>
                <a:cubicBezTo>
                  <a:pt x="51391" y="40291"/>
                  <a:pt x="49434" y="33963"/>
                  <a:pt x="48367" y="28016"/>
                </a:cubicBezTo>
                <a:cubicBezTo>
                  <a:pt x="46424" y="17002"/>
                  <a:pt x="40341" y="1"/>
                  <a:pt x="2805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60"/>
          <p:cNvSpPr/>
          <p:nvPr/>
        </p:nvSpPr>
        <p:spPr>
          <a:xfrm rot="-406682">
            <a:off x="8019561" y="2738314"/>
            <a:ext cx="2997940" cy="2964254"/>
          </a:xfrm>
          <a:custGeom>
            <a:rect b="b" l="l" r="r" t="t"/>
            <a:pathLst>
              <a:path extrusionOk="0" h="80518" w="81433">
                <a:moveTo>
                  <a:pt x="28054" y="1"/>
                </a:moveTo>
                <a:cubicBezTo>
                  <a:pt x="25711" y="1"/>
                  <a:pt x="23142" y="619"/>
                  <a:pt x="20333" y="2015"/>
                </a:cubicBezTo>
                <a:cubicBezTo>
                  <a:pt x="6227" y="9005"/>
                  <a:pt x="0" y="29769"/>
                  <a:pt x="12937" y="41054"/>
                </a:cubicBezTo>
                <a:cubicBezTo>
                  <a:pt x="20663" y="47764"/>
                  <a:pt x="32533" y="47916"/>
                  <a:pt x="40157" y="54728"/>
                </a:cubicBezTo>
                <a:cubicBezTo>
                  <a:pt x="48519" y="62149"/>
                  <a:pt x="50654" y="76509"/>
                  <a:pt x="61329" y="79940"/>
                </a:cubicBezTo>
                <a:cubicBezTo>
                  <a:pt x="62549" y="80333"/>
                  <a:pt x="63804" y="80517"/>
                  <a:pt x="65058" y="80517"/>
                </a:cubicBezTo>
                <a:cubicBezTo>
                  <a:pt x="71507" y="80517"/>
                  <a:pt x="77931" y="75645"/>
                  <a:pt x="79526" y="69240"/>
                </a:cubicBezTo>
                <a:cubicBezTo>
                  <a:pt x="81433" y="61590"/>
                  <a:pt x="76959" y="53101"/>
                  <a:pt x="69868" y="49543"/>
                </a:cubicBezTo>
                <a:cubicBezTo>
                  <a:pt x="65446" y="47306"/>
                  <a:pt x="60236" y="46772"/>
                  <a:pt x="56271" y="43875"/>
                </a:cubicBezTo>
                <a:cubicBezTo>
                  <a:pt x="51391" y="40291"/>
                  <a:pt x="49434" y="33963"/>
                  <a:pt x="48367" y="28016"/>
                </a:cubicBezTo>
                <a:cubicBezTo>
                  <a:pt x="46424" y="17002"/>
                  <a:pt x="40341" y="1"/>
                  <a:pt x="2805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60"/>
          <p:cNvSpPr/>
          <p:nvPr/>
        </p:nvSpPr>
        <p:spPr>
          <a:xfrm rot="3550150">
            <a:off x="408950" y="2867668"/>
            <a:ext cx="340097" cy="323883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60"/>
          <p:cNvSpPr/>
          <p:nvPr/>
        </p:nvSpPr>
        <p:spPr>
          <a:xfrm>
            <a:off x="8543875" y="2050264"/>
            <a:ext cx="266197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60"/>
          <p:cNvSpPr/>
          <p:nvPr/>
        </p:nvSpPr>
        <p:spPr>
          <a:xfrm rot="4736099">
            <a:off x="186898" y="604626"/>
            <a:ext cx="266196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60"/>
          <p:cNvSpPr/>
          <p:nvPr/>
        </p:nvSpPr>
        <p:spPr>
          <a:xfrm rot="-2341079">
            <a:off x="8543878" y="1669264"/>
            <a:ext cx="266194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2"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6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417" name="Google Shape;417;p61"/>
          <p:cNvSpPr txBox="1"/>
          <p:nvPr>
            <p:ph idx="1" type="subTitle"/>
          </p:nvPr>
        </p:nvSpPr>
        <p:spPr>
          <a:xfrm>
            <a:off x="713225" y="1389100"/>
            <a:ext cx="2518800" cy="485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erif Displ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18" name="Google Shape;418;p61"/>
          <p:cNvSpPr txBox="1"/>
          <p:nvPr>
            <p:ph idx="2" type="subTitle"/>
          </p:nvPr>
        </p:nvSpPr>
        <p:spPr>
          <a:xfrm>
            <a:off x="713225" y="1733825"/>
            <a:ext cx="2518800" cy="990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19" name="Google Shape;419;p61"/>
          <p:cNvSpPr txBox="1"/>
          <p:nvPr>
            <p:ph idx="3" type="subTitle"/>
          </p:nvPr>
        </p:nvSpPr>
        <p:spPr>
          <a:xfrm>
            <a:off x="3312600" y="1389125"/>
            <a:ext cx="2518800" cy="485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erif Displ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20" name="Google Shape;420;p61"/>
          <p:cNvSpPr txBox="1"/>
          <p:nvPr>
            <p:ph idx="4" type="subTitle"/>
          </p:nvPr>
        </p:nvSpPr>
        <p:spPr>
          <a:xfrm>
            <a:off x="3312600" y="1733866"/>
            <a:ext cx="2518800" cy="990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21" name="Google Shape;421;p61"/>
          <p:cNvSpPr txBox="1"/>
          <p:nvPr>
            <p:ph idx="5" type="subTitle"/>
          </p:nvPr>
        </p:nvSpPr>
        <p:spPr>
          <a:xfrm>
            <a:off x="5911925" y="1389100"/>
            <a:ext cx="2518800" cy="485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erif Displ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22" name="Google Shape;422;p61"/>
          <p:cNvSpPr txBox="1"/>
          <p:nvPr>
            <p:ph idx="6" type="subTitle"/>
          </p:nvPr>
        </p:nvSpPr>
        <p:spPr>
          <a:xfrm>
            <a:off x="5911925" y="1733825"/>
            <a:ext cx="2518800" cy="990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23" name="Google Shape;423;p61"/>
          <p:cNvSpPr txBox="1"/>
          <p:nvPr>
            <p:ph idx="7" type="subTitle"/>
          </p:nvPr>
        </p:nvSpPr>
        <p:spPr>
          <a:xfrm>
            <a:off x="713225" y="3044673"/>
            <a:ext cx="2518800" cy="485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erif Displ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24" name="Google Shape;424;p61"/>
          <p:cNvSpPr txBox="1"/>
          <p:nvPr>
            <p:ph idx="8" type="subTitle"/>
          </p:nvPr>
        </p:nvSpPr>
        <p:spPr>
          <a:xfrm>
            <a:off x="713225" y="3389399"/>
            <a:ext cx="2518800" cy="990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25" name="Google Shape;425;p61"/>
          <p:cNvSpPr txBox="1"/>
          <p:nvPr>
            <p:ph idx="9" type="subTitle"/>
          </p:nvPr>
        </p:nvSpPr>
        <p:spPr>
          <a:xfrm>
            <a:off x="3312600" y="3044698"/>
            <a:ext cx="2518800" cy="485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erif Displ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26" name="Google Shape;426;p61"/>
          <p:cNvSpPr txBox="1"/>
          <p:nvPr>
            <p:ph idx="13" type="subTitle"/>
          </p:nvPr>
        </p:nvSpPr>
        <p:spPr>
          <a:xfrm>
            <a:off x="3312600" y="3389440"/>
            <a:ext cx="2518800" cy="990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27" name="Google Shape;427;p61"/>
          <p:cNvSpPr txBox="1"/>
          <p:nvPr>
            <p:ph idx="14" type="subTitle"/>
          </p:nvPr>
        </p:nvSpPr>
        <p:spPr>
          <a:xfrm>
            <a:off x="5911925" y="3044673"/>
            <a:ext cx="2518800" cy="485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erif Displ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28" name="Google Shape;428;p61"/>
          <p:cNvSpPr txBox="1"/>
          <p:nvPr>
            <p:ph idx="15" type="subTitle"/>
          </p:nvPr>
        </p:nvSpPr>
        <p:spPr>
          <a:xfrm>
            <a:off x="5911925" y="3389400"/>
            <a:ext cx="2518800" cy="990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29" name="Google Shape;429;p61"/>
          <p:cNvSpPr/>
          <p:nvPr/>
        </p:nvSpPr>
        <p:spPr>
          <a:xfrm rot="-10497543">
            <a:off x="7609562" y="-2301651"/>
            <a:ext cx="4638127" cy="3518258"/>
          </a:xfrm>
          <a:custGeom>
            <a:rect b="b" l="l" r="r" t="t"/>
            <a:pathLst>
              <a:path extrusionOk="0" h="70100" w="92413">
                <a:moveTo>
                  <a:pt x="64951" y="1"/>
                </a:moveTo>
                <a:cubicBezTo>
                  <a:pt x="62821" y="1"/>
                  <a:pt x="60692" y="356"/>
                  <a:pt x="58686" y="1088"/>
                </a:cubicBezTo>
                <a:cubicBezTo>
                  <a:pt x="48087" y="4951"/>
                  <a:pt x="43233" y="17227"/>
                  <a:pt x="34109" y="23860"/>
                </a:cubicBezTo>
                <a:cubicBezTo>
                  <a:pt x="26636" y="29325"/>
                  <a:pt x="16623" y="30748"/>
                  <a:pt x="9633" y="36797"/>
                </a:cubicBezTo>
                <a:cubicBezTo>
                  <a:pt x="2796" y="42693"/>
                  <a:pt x="1" y="53317"/>
                  <a:pt x="4245" y="61323"/>
                </a:cubicBezTo>
                <a:cubicBezTo>
                  <a:pt x="7105" y="66733"/>
                  <a:pt x="13294" y="70099"/>
                  <a:pt x="19296" y="70099"/>
                </a:cubicBezTo>
                <a:cubicBezTo>
                  <a:pt x="22148" y="70099"/>
                  <a:pt x="24958" y="69339"/>
                  <a:pt x="27348" y="67677"/>
                </a:cubicBezTo>
                <a:cubicBezTo>
                  <a:pt x="34134" y="62899"/>
                  <a:pt x="36015" y="53063"/>
                  <a:pt x="43030" y="48666"/>
                </a:cubicBezTo>
                <a:cubicBezTo>
                  <a:pt x="49384" y="44701"/>
                  <a:pt x="57618" y="46506"/>
                  <a:pt x="64989" y="45083"/>
                </a:cubicBezTo>
                <a:cubicBezTo>
                  <a:pt x="83542" y="41524"/>
                  <a:pt x="92413" y="15473"/>
                  <a:pt x="76019" y="3528"/>
                </a:cubicBezTo>
                <a:cubicBezTo>
                  <a:pt x="72835" y="1218"/>
                  <a:pt x="68891" y="1"/>
                  <a:pt x="6495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61"/>
          <p:cNvSpPr/>
          <p:nvPr/>
        </p:nvSpPr>
        <p:spPr>
          <a:xfrm rot="-6417011">
            <a:off x="-2270655" y="2904699"/>
            <a:ext cx="4638240" cy="3518343"/>
          </a:xfrm>
          <a:custGeom>
            <a:rect b="b" l="l" r="r" t="t"/>
            <a:pathLst>
              <a:path extrusionOk="0" h="70100" w="92413">
                <a:moveTo>
                  <a:pt x="64951" y="1"/>
                </a:moveTo>
                <a:cubicBezTo>
                  <a:pt x="62821" y="1"/>
                  <a:pt x="60692" y="356"/>
                  <a:pt x="58686" y="1088"/>
                </a:cubicBezTo>
                <a:cubicBezTo>
                  <a:pt x="48087" y="4951"/>
                  <a:pt x="43233" y="17227"/>
                  <a:pt x="34109" y="23860"/>
                </a:cubicBezTo>
                <a:cubicBezTo>
                  <a:pt x="26636" y="29325"/>
                  <a:pt x="16623" y="30748"/>
                  <a:pt x="9633" y="36797"/>
                </a:cubicBezTo>
                <a:cubicBezTo>
                  <a:pt x="2796" y="42693"/>
                  <a:pt x="1" y="53317"/>
                  <a:pt x="4245" y="61323"/>
                </a:cubicBezTo>
                <a:cubicBezTo>
                  <a:pt x="7105" y="66733"/>
                  <a:pt x="13294" y="70099"/>
                  <a:pt x="19296" y="70099"/>
                </a:cubicBezTo>
                <a:cubicBezTo>
                  <a:pt x="22148" y="70099"/>
                  <a:pt x="24958" y="69339"/>
                  <a:pt x="27348" y="67677"/>
                </a:cubicBezTo>
                <a:cubicBezTo>
                  <a:pt x="34134" y="62899"/>
                  <a:pt x="36015" y="53063"/>
                  <a:pt x="43030" y="48666"/>
                </a:cubicBezTo>
                <a:cubicBezTo>
                  <a:pt x="49384" y="44701"/>
                  <a:pt x="57618" y="46506"/>
                  <a:pt x="64989" y="45083"/>
                </a:cubicBezTo>
                <a:cubicBezTo>
                  <a:pt x="83542" y="41524"/>
                  <a:pt x="92413" y="15473"/>
                  <a:pt x="76019" y="3528"/>
                </a:cubicBezTo>
                <a:cubicBezTo>
                  <a:pt x="72835" y="1218"/>
                  <a:pt x="68891" y="1"/>
                  <a:pt x="6495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61"/>
          <p:cNvSpPr/>
          <p:nvPr/>
        </p:nvSpPr>
        <p:spPr>
          <a:xfrm rot="1001565">
            <a:off x="70939" y="3099821"/>
            <a:ext cx="530616" cy="371391"/>
          </a:xfrm>
          <a:custGeom>
            <a:rect b="b" l="l" r="r" t="t"/>
            <a:pathLst>
              <a:path extrusionOk="0" fill="none" h="8362" w="11947">
                <a:moveTo>
                  <a:pt x="1" y="0"/>
                </a:moveTo>
                <a:cubicBezTo>
                  <a:pt x="1297" y="636"/>
                  <a:pt x="306" y="2643"/>
                  <a:pt x="1577" y="3279"/>
                </a:cubicBezTo>
                <a:cubicBezTo>
                  <a:pt x="2898" y="3914"/>
                  <a:pt x="3839" y="1906"/>
                  <a:pt x="5135" y="2542"/>
                </a:cubicBezTo>
                <a:cubicBezTo>
                  <a:pt x="6456" y="3177"/>
                  <a:pt x="5465" y="5185"/>
                  <a:pt x="6761" y="5820"/>
                </a:cubicBezTo>
                <a:cubicBezTo>
                  <a:pt x="8058" y="6456"/>
                  <a:pt x="9023" y="4448"/>
                  <a:pt x="10320" y="5083"/>
                </a:cubicBezTo>
                <a:cubicBezTo>
                  <a:pt x="11616" y="5719"/>
                  <a:pt x="10650" y="7727"/>
                  <a:pt x="11946" y="8362"/>
                </a:cubicBezTo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61"/>
          <p:cNvSpPr/>
          <p:nvPr/>
        </p:nvSpPr>
        <p:spPr>
          <a:xfrm rot="3550150">
            <a:off x="8680500" y="1456168"/>
            <a:ext cx="340097" cy="323883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61"/>
          <p:cNvSpPr/>
          <p:nvPr/>
        </p:nvSpPr>
        <p:spPr>
          <a:xfrm>
            <a:off x="7463950" y="191514"/>
            <a:ext cx="266197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61"/>
          <p:cNvSpPr/>
          <p:nvPr/>
        </p:nvSpPr>
        <p:spPr>
          <a:xfrm>
            <a:off x="236850" y="2475514"/>
            <a:ext cx="266197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9"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62"/>
          <p:cNvSpPr txBox="1"/>
          <p:nvPr>
            <p:ph type="title"/>
          </p:nvPr>
        </p:nvSpPr>
        <p:spPr>
          <a:xfrm>
            <a:off x="713225" y="761550"/>
            <a:ext cx="3728700" cy="932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None/>
              <a:defRPr sz="4300"/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437" name="Google Shape;437;p62"/>
          <p:cNvSpPr txBox="1"/>
          <p:nvPr>
            <p:ph idx="1" type="subTitle"/>
          </p:nvPr>
        </p:nvSpPr>
        <p:spPr>
          <a:xfrm>
            <a:off x="713225" y="1617488"/>
            <a:ext cx="2579400" cy="932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3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38" name="Google Shape;438;p62"/>
          <p:cNvSpPr txBox="1"/>
          <p:nvPr/>
        </p:nvSpPr>
        <p:spPr>
          <a:xfrm>
            <a:off x="713225" y="3354563"/>
            <a:ext cx="3702600" cy="7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CREDITS:</a:t>
            </a:r>
            <a:r>
              <a:rPr lang="fr" sz="11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 This presentation template was created by </a:t>
            </a:r>
            <a:r>
              <a:rPr b="1" lang="fr" sz="1100" u="sng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fr" sz="11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, including icons by </a:t>
            </a:r>
            <a:r>
              <a:rPr b="1" lang="fr" sz="1100" u="sng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fr" sz="11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, infographics &amp; images by </a:t>
            </a:r>
            <a:r>
              <a:rPr b="1" lang="fr" sz="1100" u="sng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fr" sz="1100" u="sng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 </a:t>
            </a:r>
            <a:endParaRPr sz="1100" u="sng">
              <a:solidFill>
                <a:schemeClr val="dk1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439" name="Google Shape;439;p62"/>
          <p:cNvSpPr/>
          <p:nvPr/>
        </p:nvSpPr>
        <p:spPr>
          <a:xfrm rot="-451450">
            <a:off x="2733773" y="-2737281"/>
            <a:ext cx="3849503" cy="3806249"/>
          </a:xfrm>
          <a:custGeom>
            <a:rect b="b" l="l" r="r" t="t"/>
            <a:pathLst>
              <a:path extrusionOk="0" h="80518" w="81433">
                <a:moveTo>
                  <a:pt x="28054" y="1"/>
                </a:moveTo>
                <a:cubicBezTo>
                  <a:pt x="25711" y="1"/>
                  <a:pt x="23142" y="619"/>
                  <a:pt x="20333" y="2015"/>
                </a:cubicBezTo>
                <a:cubicBezTo>
                  <a:pt x="6227" y="9005"/>
                  <a:pt x="0" y="29769"/>
                  <a:pt x="12937" y="41054"/>
                </a:cubicBezTo>
                <a:cubicBezTo>
                  <a:pt x="20663" y="47764"/>
                  <a:pt x="32533" y="47916"/>
                  <a:pt x="40157" y="54728"/>
                </a:cubicBezTo>
                <a:cubicBezTo>
                  <a:pt x="48519" y="62149"/>
                  <a:pt x="50654" y="76509"/>
                  <a:pt x="61329" y="79940"/>
                </a:cubicBezTo>
                <a:cubicBezTo>
                  <a:pt x="62549" y="80333"/>
                  <a:pt x="63804" y="80517"/>
                  <a:pt x="65058" y="80517"/>
                </a:cubicBezTo>
                <a:cubicBezTo>
                  <a:pt x="71507" y="80517"/>
                  <a:pt x="77931" y="75645"/>
                  <a:pt x="79526" y="69240"/>
                </a:cubicBezTo>
                <a:cubicBezTo>
                  <a:pt x="81433" y="61590"/>
                  <a:pt x="76959" y="53101"/>
                  <a:pt x="69868" y="49543"/>
                </a:cubicBezTo>
                <a:cubicBezTo>
                  <a:pt x="65446" y="47306"/>
                  <a:pt x="60236" y="46772"/>
                  <a:pt x="56271" y="43875"/>
                </a:cubicBezTo>
                <a:cubicBezTo>
                  <a:pt x="51391" y="40291"/>
                  <a:pt x="49434" y="33963"/>
                  <a:pt x="48367" y="28016"/>
                </a:cubicBezTo>
                <a:cubicBezTo>
                  <a:pt x="46424" y="17002"/>
                  <a:pt x="40341" y="1"/>
                  <a:pt x="2805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62"/>
          <p:cNvSpPr/>
          <p:nvPr/>
        </p:nvSpPr>
        <p:spPr>
          <a:xfrm>
            <a:off x="268500" y="3925139"/>
            <a:ext cx="266197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10"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63"/>
          <p:cNvSpPr/>
          <p:nvPr/>
        </p:nvSpPr>
        <p:spPr>
          <a:xfrm rot="-451389">
            <a:off x="-1458714" y="2095647"/>
            <a:ext cx="4549738" cy="4498616"/>
          </a:xfrm>
          <a:custGeom>
            <a:rect b="b" l="l" r="r" t="t"/>
            <a:pathLst>
              <a:path extrusionOk="0" h="80518" w="81433">
                <a:moveTo>
                  <a:pt x="28054" y="1"/>
                </a:moveTo>
                <a:cubicBezTo>
                  <a:pt x="25711" y="1"/>
                  <a:pt x="23142" y="619"/>
                  <a:pt x="20333" y="2015"/>
                </a:cubicBezTo>
                <a:cubicBezTo>
                  <a:pt x="6227" y="9005"/>
                  <a:pt x="0" y="29769"/>
                  <a:pt x="12937" y="41054"/>
                </a:cubicBezTo>
                <a:cubicBezTo>
                  <a:pt x="20663" y="47764"/>
                  <a:pt x="32533" y="47916"/>
                  <a:pt x="40157" y="54728"/>
                </a:cubicBezTo>
                <a:cubicBezTo>
                  <a:pt x="48519" y="62149"/>
                  <a:pt x="50654" y="76509"/>
                  <a:pt x="61329" y="79940"/>
                </a:cubicBezTo>
                <a:cubicBezTo>
                  <a:pt x="62549" y="80333"/>
                  <a:pt x="63804" y="80517"/>
                  <a:pt x="65058" y="80517"/>
                </a:cubicBezTo>
                <a:cubicBezTo>
                  <a:pt x="71507" y="80517"/>
                  <a:pt x="77931" y="75645"/>
                  <a:pt x="79526" y="69240"/>
                </a:cubicBezTo>
                <a:cubicBezTo>
                  <a:pt x="81433" y="61590"/>
                  <a:pt x="76959" y="53101"/>
                  <a:pt x="69868" y="49543"/>
                </a:cubicBezTo>
                <a:cubicBezTo>
                  <a:pt x="65446" y="47306"/>
                  <a:pt x="60236" y="46772"/>
                  <a:pt x="56271" y="43875"/>
                </a:cubicBezTo>
                <a:cubicBezTo>
                  <a:pt x="51391" y="40291"/>
                  <a:pt x="49434" y="33963"/>
                  <a:pt x="48367" y="28016"/>
                </a:cubicBezTo>
                <a:cubicBezTo>
                  <a:pt x="46424" y="17002"/>
                  <a:pt x="40341" y="1"/>
                  <a:pt x="2805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63"/>
          <p:cNvSpPr/>
          <p:nvPr/>
        </p:nvSpPr>
        <p:spPr>
          <a:xfrm rot="7426610">
            <a:off x="2450223" y="4568807"/>
            <a:ext cx="530616" cy="371392"/>
          </a:xfrm>
          <a:custGeom>
            <a:rect b="b" l="l" r="r" t="t"/>
            <a:pathLst>
              <a:path extrusionOk="0" fill="none" h="8362" w="11947">
                <a:moveTo>
                  <a:pt x="1" y="0"/>
                </a:moveTo>
                <a:cubicBezTo>
                  <a:pt x="1297" y="636"/>
                  <a:pt x="306" y="2643"/>
                  <a:pt x="1577" y="3279"/>
                </a:cubicBezTo>
                <a:cubicBezTo>
                  <a:pt x="2898" y="3914"/>
                  <a:pt x="3839" y="1906"/>
                  <a:pt x="5135" y="2542"/>
                </a:cubicBezTo>
                <a:cubicBezTo>
                  <a:pt x="6456" y="3177"/>
                  <a:pt x="5465" y="5185"/>
                  <a:pt x="6761" y="5820"/>
                </a:cubicBezTo>
                <a:cubicBezTo>
                  <a:pt x="8058" y="6456"/>
                  <a:pt x="9023" y="4448"/>
                  <a:pt x="10320" y="5083"/>
                </a:cubicBezTo>
                <a:cubicBezTo>
                  <a:pt x="11616" y="5719"/>
                  <a:pt x="10650" y="7727"/>
                  <a:pt x="11946" y="8362"/>
                </a:cubicBezTo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63"/>
          <p:cNvSpPr/>
          <p:nvPr/>
        </p:nvSpPr>
        <p:spPr>
          <a:xfrm rot="583629">
            <a:off x="1576100" y="3798929"/>
            <a:ext cx="266192" cy="253494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63"/>
          <p:cNvSpPr/>
          <p:nvPr/>
        </p:nvSpPr>
        <p:spPr>
          <a:xfrm rot="3828645">
            <a:off x="8257201" y="601080"/>
            <a:ext cx="266196" cy="253494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63"/>
          <p:cNvSpPr/>
          <p:nvPr/>
        </p:nvSpPr>
        <p:spPr>
          <a:xfrm rot="6380676">
            <a:off x="8495503" y="1000455"/>
            <a:ext cx="266192" cy="253494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63"/>
          <p:cNvSpPr/>
          <p:nvPr/>
        </p:nvSpPr>
        <p:spPr>
          <a:xfrm rot="-10230870">
            <a:off x="6353708" y="1079133"/>
            <a:ext cx="4549777" cy="4498654"/>
          </a:xfrm>
          <a:custGeom>
            <a:rect b="b" l="l" r="r" t="t"/>
            <a:pathLst>
              <a:path extrusionOk="0" h="80518" w="81433">
                <a:moveTo>
                  <a:pt x="28054" y="1"/>
                </a:moveTo>
                <a:cubicBezTo>
                  <a:pt x="25711" y="1"/>
                  <a:pt x="23142" y="619"/>
                  <a:pt x="20333" y="2015"/>
                </a:cubicBezTo>
                <a:cubicBezTo>
                  <a:pt x="6227" y="9005"/>
                  <a:pt x="0" y="29769"/>
                  <a:pt x="12937" y="41054"/>
                </a:cubicBezTo>
                <a:cubicBezTo>
                  <a:pt x="20663" y="47764"/>
                  <a:pt x="32533" y="47916"/>
                  <a:pt x="40157" y="54728"/>
                </a:cubicBezTo>
                <a:cubicBezTo>
                  <a:pt x="48519" y="62149"/>
                  <a:pt x="50654" y="76509"/>
                  <a:pt x="61329" y="79940"/>
                </a:cubicBezTo>
                <a:cubicBezTo>
                  <a:pt x="62549" y="80333"/>
                  <a:pt x="63804" y="80517"/>
                  <a:pt x="65058" y="80517"/>
                </a:cubicBezTo>
                <a:cubicBezTo>
                  <a:pt x="71507" y="80517"/>
                  <a:pt x="77931" y="75645"/>
                  <a:pt x="79526" y="69240"/>
                </a:cubicBezTo>
                <a:cubicBezTo>
                  <a:pt x="81433" y="61590"/>
                  <a:pt x="76959" y="53101"/>
                  <a:pt x="69868" y="49543"/>
                </a:cubicBezTo>
                <a:cubicBezTo>
                  <a:pt x="65446" y="47306"/>
                  <a:pt x="60236" y="46772"/>
                  <a:pt x="56271" y="43875"/>
                </a:cubicBezTo>
                <a:cubicBezTo>
                  <a:pt x="51391" y="40291"/>
                  <a:pt x="49434" y="33963"/>
                  <a:pt x="48367" y="28016"/>
                </a:cubicBezTo>
                <a:cubicBezTo>
                  <a:pt x="46424" y="17002"/>
                  <a:pt x="40341" y="1"/>
                  <a:pt x="2805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0_1"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64"/>
          <p:cNvSpPr/>
          <p:nvPr/>
        </p:nvSpPr>
        <p:spPr>
          <a:xfrm rot="10161980">
            <a:off x="-1405131" y="-1941929"/>
            <a:ext cx="4549823" cy="4498701"/>
          </a:xfrm>
          <a:custGeom>
            <a:rect b="b" l="l" r="r" t="t"/>
            <a:pathLst>
              <a:path extrusionOk="0" h="80518" w="81433">
                <a:moveTo>
                  <a:pt x="28054" y="1"/>
                </a:moveTo>
                <a:cubicBezTo>
                  <a:pt x="25711" y="1"/>
                  <a:pt x="23142" y="619"/>
                  <a:pt x="20333" y="2015"/>
                </a:cubicBezTo>
                <a:cubicBezTo>
                  <a:pt x="6227" y="9005"/>
                  <a:pt x="0" y="29769"/>
                  <a:pt x="12937" y="41054"/>
                </a:cubicBezTo>
                <a:cubicBezTo>
                  <a:pt x="20663" y="47764"/>
                  <a:pt x="32533" y="47916"/>
                  <a:pt x="40157" y="54728"/>
                </a:cubicBezTo>
                <a:cubicBezTo>
                  <a:pt x="48519" y="62149"/>
                  <a:pt x="50654" y="76509"/>
                  <a:pt x="61329" y="79940"/>
                </a:cubicBezTo>
                <a:cubicBezTo>
                  <a:pt x="62549" y="80333"/>
                  <a:pt x="63804" y="80517"/>
                  <a:pt x="65058" y="80517"/>
                </a:cubicBezTo>
                <a:cubicBezTo>
                  <a:pt x="71507" y="80517"/>
                  <a:pt x="77931" y="75645"/>
                  <a:pt x="79526" y="69240"/>
                </a:cubicBezTo>
                <a:cubicBezTo>
                  <a:pt x="81433" y="61590"/>
                  <a:pt x="76959" y="53101"/>
                  <a:pt x="69868" y="49543"/>
                </a:cubicBezTo>
                <a:cubicBezTo>
                  <a:pt x="65446" y="47306"/>
                  <a:pt x="60236" y="46772"/>
                  <a:pt x="56271" y="43875"/>
                </a:cubicBezTo>
                <a:cubicBezTo>
                  <a:pt x="51391" y="40291"/>
                  <a:pt x="49434" y="33963"/>
                  <a:pt x="48367" y="28016"/>
                </a:cubicBezTo>
                <a:cubicBezTo>
                  <a:pt x="46424" y="17002"/>
                  <a:pt x="40341" y="1"/>
                  <a:pt x="2805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64"/>
          <p:cNvSpPr/>
          <p:nvPr/>
        </p:nvSpPr>
        <p:spPr>
          <a:xfrm rot="-4393537">
            <a:off x="3912278" y="2408999"/>
            <a:ext cx="4549861" cy="4498738"/>
          </a:xfrm>
          <a:custGeom>
            <a:rect b="b" l="l" r="r" t="t"/>
            <a:pathLst>
              <a:path extrusionOk="0" h="80518" w="81433">
                <a:moveTo>
                  <a:pt x="28054" y="1"/>
                </a:moveTo>
                <a:cubicBezTo>
                  <a:pt x="25711" y="1"/>
                  <a:pt x="23142" y="619"/>
                  <a:pt x="20333" y="2015"/>
                </a:cubicBezTo>
                <a:cubicBezTo>
                  <a:pt x="6227" y="9005"/>
                  <a:pt x="0" y="29769"/>
                  <a:pt x="12937" y="41054"/>
                </a:cubicBezTo>
                <a:cubicBezTo>
                  <a:pt x="20663" y="47764"/>
                  <a:pt x="32533" y="47916"/>
                  <a:pt x="40157" y="54728"/>
                </a:cubicBezTo>
                <a:cubicBezTo>
                  <a:pt x="48519" y="62149"/>
                  <a:pt x="50654" y="76509"/>
                  <a:pt x="61329" y="79940"/>
                </a:cubicBezTo>
                <a:cubicBezTo>
                  <a:pt x="62549" y="80333"/>
                  <a:pt x="63804" y="80517"/>
                  <a:pt x="65058" y="80517"/>
                </a:cubicBezTo>
                <a:cubicBezTo>
                  <a:pt x="71507" y="80517"/>
                  <a:pt x="77931" y="75645"/>
                  <a:pt x="79526" y="69240"/>
                </a:cubicBezTo>
                <a:cubicBezTo>
                  <a:pt x="81433" y="61590"/>
                  <a:pt x="76959" y="53101"/>
                  <a:pt x="69868" y="49543"/>
                </a:cubicBezTo>
                <a:cubicBezTo>
                  <a:pt x="65446" y="47306"/>
                  <a:pt x="60236" y="46772"/>
                  <a:pt x="56271" y="43875"/>
                </a:cubicBezTo>
                <a:cubicBezTo>
                  <a:pt x="51391" y="40291"/>
                  <a:pt x="49434" y="33963"/>
                  <a:pt x="48367" y="28016"/>
                </a:cubicBezTo>
                <a:cubicBezTo>
                  <a:pt x="46424" y="17002"/>
                  <a:pt x="40341" y="1"/>
                  <a:pt x="2805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64"/>
          <p:cNvSpPr/>
          <p:nvPr/>
        </p:nvSpPr>
        <p:spPr>
          <a:xfrm rot="1769044">
            <a:off x="447769" y="2020786"/>
            <a:ext cx="530620" cy="371394"/>
          </a:xfrm>
          <a:custGeom>
            <a:rect b="b" l="l" r="r" t="t"/>
            <a:pathLst>
              <a:path extrusionOk="0" fill="none" h="8362" w="11947">
                <a:moveTo>
                  <a:pt x="1" y="0"/>
                </a:moveTo>
                <a:cubicBezTo>
                  <a:pt x="1297" y="636"/>
                  <a:pt x="306" y="2643"/>
                  <a:pt x="1577" y="3279"/>
                </a:cubicBezTo>
                <a:cubicBezTo>
                  <a:pt x="2898" y="3914"/>
                  <a:pt x="3839" y="1906"/>
                  <a:pt x="5135" y="2542"/>
                </a:cubicBezTo>
                <a:cubicBezTo>
                  <a:pt x="6456" y="3177"/>
                  <a:pt x="5465" y="5185"/>
                  <a:pt x="6761" y="5820"/>
                </a:cubicBezTo>
                <a:cubicBezTo>
                  <a:pt x="8058" y="6456"/>
                  <a:pt x="9023" y="4448"/>
                  <a:pt x="10320" y="5083"/>
                </a:cubicBezTo>
                <a:cubicBezTo>
                  <a:pt x="11616" y="5719"/>
                  <a:pt x="10650" y="7727"/>
                  <a:pt x="11946" y="8362"/>
                </a:cubicBezTo>
              </a:path>
            </a:pathLst>
          </a:custGeom>
          <a:noFill/>
          <a:ln cap="rnd" cmpd="sng" w="184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64"/>
          <p:cNvSpPr/>
          <p:nvPr/>
        </p:nvSpPr>
        <p:spPr>
          <a:xfrm rot="583629">
            <a:off x="410225" y="2585529"/>
            <a:ext cx="266192" cy="253494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64"/>
          <p:cNvSpPr/>
          <p:nvPr/>
        </p:nvSpPr>
        <p:spPr>
          <a:xfrm rot="5400000">
            <a:off x="8034194" y="2147329"/>
            <a:ext cx="266197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64"/>
          <p:cNvSpPr/>
          <p:nvPr/>
        </p:nvSpPr>
        <p:spPr>
          <a:xfrm rot="10800000">
            <a:off x="7662489" y="2498706"/>
            <a:ext cx="266197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64"/>
          <p:cNvSpPr/>
          <p:nvPr/>
        </p:nvSpPr>
        <p:spPr>
          <a:xfrm rot="5400000">
            <a:off x="7901987" y="2801135"/>
            <a:ext cx="530626" cy="371398"/>
          </a:xfrm>
          <a:custGeom>
            <a:rect b="b" l="l" r="r" t="t"/>
            <a:pathLst>
              <a:path extrusionOk="0" fill="none" h="8362" w="11947">
                <a:moveTo>
                  <a:pt x="1" y="0"/>
                </a:moveTo>
                <a:cubicBezTo>
                  <a:pt x="1297" y="636"/>
                  <a:pt x="306" y="2643"/>
                  <a:pt x="1577" y="3279"/>
                </a:cubicBezTo>
                <a:cubicBezTo>
                  <a:pt x="2898" y="3914"/>
                  <a:pt x="3839" y="1906"/>
                  <a:pt x="5135" y="2542"/>
                </a:cubicBezTo>
                <a:cubicBezTo>
                  <a:pt x="6456" y="3177"/>
                  <a:pt x="5465" y="5185"/>
                  <a:pt x="6761" y="5820"/>
                </a:cubicBezTo>
                <a:cubicBezTo>
                  <a:pt x="8058" y="6456"/>
                  <a:pt x="9023" y="4448"/>
                  <a:pt x="10320" y="5083"/>
                </a:cubicBezTo>
                <a:cubicBezTo>
                  <a:pt x="11616" y="5719"/>
                  <a:pt x="10650" y="7727"/>
                  <a:pt x="11946" y="8362"/>
                </a:cubicBezTo>
              </a:path>
            </a:pathLst>
          </a:custGeom>
          <a:noFill/>
          <a:ln cap="rnd" cmpd="sng" w="1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66"/>
          <p:cNvSpPr txBox="1"/>
          <p:nvPr>
            <p:ph type="ctrTitle"/>
          </p:nvPr>
        </p:nvSpPr>
        <p:spPr>
          <a:xfrm>
            <a:off x="820950" y="524225"/>
            <a:ext cx="7502100" cy="152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b="1" sz="4200">
                <a:latin typeface="Krona One"/>
                <a:ea typeface="Krona One"/>
                <a:cs typeface="Krona One"/>
                <a:sym typeface="Krona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61" name="Google Shape;461;p66"/>
          <p:cNvSpPr txBox="1"/>
          <p:nvPr>
            <p:ph idx="1" type="subTitle"/>
          </p:nvPr>
        </p:nvSpPr>
        <p:spPr>
          <a:xfrm>
            <a:off x="2161350" y="2045525"/>
            <a:ext cx="4821300" cy="43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62" name="Google Shape;462;p66"/>
          <p:cNvSpPr/>
          <p:nvPr/>
        </p:nvSpPr>
        <p:spPr>
          <a:xfrm rot="3550151">
            <a:off x="202735" y="2541296"/>
            <a:ext cx="308103" cy="293413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66"/>
          <p:cNvSpPr/>
          <p:nvPr/>
        </p:nvSpPr>
        <p:spPr>
          <a:xfrm rot="3550151">
            <a:off x="8716148" y="1235858"/>
            <a:ext cx="308103" cy="293413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67"/>
          <p:cNvSpPr txBox="1"/>
          <p:nvPr>
            <p:ph type="title"/>
          </p:nvPr>
        </p:nvSpPr>
        <p:spPr>
          <a:xfrm flipH="1">
            <a:off x="713300" y="2433200"/>
            <a:ext cx="3921000" cy="14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66" name="Google Shape;466;p67"/>
          <p:cNvSpPr txBox="1"/>
          <p:nvPr>
            <p:ph hasCustomPrompt="1" idx="2" type="title"/>
          </p:nvPr>
        </p:nvSpPr>
        <p:spPr>
          <a:xfrm flipH="1">
            <a:off x="713150" y="1287100"/>
            <a:ext cx="1375500" cy="1014900"/>
          </a:xfrm>
          <a:prstGeom prst="rect">
            <a:avLst/>
          </a:prstGeom>
          <a:solidFill>
            <a:schemeClr val="accent3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900"/>
              <a:buNone/>
              <a:defRPr sz="5300"/>
            </a:lvl1pPr>
            <a:lvl2pPr lvl="1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2pPr>
            <a:lvl3pPr lvl="2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3pPr>
            <a:lvl4pPr lvl="3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4pPr>
            <a:lvl5pPr lvl="4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5pPr>
            <a:lvl6pPr lvl="5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6pPr>
            <a:lvl7pPr lvl="6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7pPr>
            <a:lvl8pPr lvl="7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8pPr>
            <a:lvl9pPr lvl="8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9pPr>
          </a:lstStyle>
          <a:p>
            <a:r>
              <a:t>xx%</a:t>
            </a:r>
          </a:p>
        </p:txBody>
      </p:sp>
      <p:sp>
        <p:nvSpPr>
          <p:cNvPr id="467" name="Google Shape;467;p67"/>
          <p:cNvSpPr/>
          <p:nvPr/>
        </p:nvSpPr>
        <p:spPr>
          <a:xfrm rot="-7651683">
            <a:off x="-2765443" y="-2249163"/>
            <a:ext cx="4638099" cy="3518236"/>
          </a:xfrm>
          <a:custGeom>
            <a:rect b="b" l="l" r="r" t="t"/>
            <a:pathLst>
              <a:path extrusionOk="0" h="70100" w="92413">
                <a:moveTo>
                  <a:pt x="64951" y="1"/>
                </a:moveTo>
                <a:cubicBezTo>
                  <a:pt x="62821" y="1"/>
                  <a:pt x="60692" y="356"/>
                  <a:pt x="58686" y="1088"/>
                </a:cubicBezTo>
                <a:cubicBezTo>
                  <a:pt x="48087" y="4951"/>
                  <a:pt x="43233" y="17227"/>
                  <a:pt x="34109" y="23860"/>
                </a:cubicBezTo>
                <a:cubicBezTo>
                  <a:pt x="26636" y="29325"/>
                  <a:pt x="16623" y="30748"/>
                  <a:pt x="9633" y="36797"/>
                </a:cubicBezTo>
                <a:cubicBezTo>
                  <a:pt x="2796" y="42693"/>
                  <a:pt x="1" y="53317"/>
                  <a:pt x="4245" y="61323"/>
                </a:cubicBezTo>
                <a:cubicBezTo>
                  <a:pt x="7105" y="66733"/>
                  <a:pt x="13294" y="70099"/>
                  <a:pt x="19296" y="70099"/>
                </a:cubicBezTo>
                <a:cubicBezTo>
                  <a:pt x="22148" y="70099"/>
                  <a:pt x="24958" y="69339"/>
                  <a:pt x="27348" y="67677"/>
                </a:cubicBezTo>
                <a:cubicBezTo>
                  <a:pt x="34134" y="62899"/>
                  <a:pt x="36015" y="53063"/>
                  <a:pt x="43030" y="48666"/>
                </a:cubicBezTo>
                <a:cubicBezTo>
                  <a:pt x="49384" y="44701"/>
                  <a:pt x="57618" y="46506"/>
                  <a:pt x="64989" y="45083"/>
                </a:cubicBezTo>
                <a:cubicBezTo>
                  <a:pt x="83542" y="41524"/>
                  <a:pt x="92413" y="15473"/>
                  <a:pt x="76019" y="3528"/>
                </a:cubicBezTo>
                <a:cubicBezTo>
                  <a:pt x="72835" y="1218"/>
                  <a:pt x="68891" y="1"/>
                  <a:pt x="6495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67"/>
          <p:cNvSpPr/>
          <p:nvPr/>
        </p:nvSpPr>
        <p:spPr>
          <a:xfrm rot="3550150">
            <a:off x="616825" y="477668"/>
            <a:ext cx="340097" cy="323883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67"/>
          <p:cNvSpPr/>
          <p:nvPr/>
        </p:nvSpPr>
        <p:spPr>
          <a:xfrm>
            <a:off x="6304100" y="512864"/>
            <a:ext cx="266197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68"/>
          <p:cNvSpPr txBox="1"/>
          <p:nvPr>
            <p:ph idx="1" type="body"/>
          </p:nvPr>
        </p:nvSpPr>
        <p:spPr>
          <a:xfrm>
            <a:off x="713225" y="1000075"/>
            <a:ext cx="7717500" cy="36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■"/>
              <a:defRPr/>
            </a:lvl9pPr>
          </a:lstStyle>
          <a:p/>
        </p:txBody>
      </p:sp>
      <p:sp>
        <p:nvSpPr>
          <p:cNvPr id="472" name="Google Shape;472;p68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473" name="Google Shape;473;p68"/>
          <p:cNvSpPr/>
          <p:nvPr/>
        </p:nvSpPr>
        <p:spPr>
          <a:xfrm>
            <a:off x="8238036" y="3155775"/>
            <a:ext cx="530596" cy="371377"/>
          </a:xfrm>
          <a:custGeom>
            <a:rect b="b" l="l" r="r" t="t"/>
            <a:pathLst>
              <a:path extrusionOk="0" fill="none" h="8362" w="11947">
                <a:moveTo>
                  <a:pt x="1" y="0"/>
                </a:moveTo>
                <a:cubicBezTo>
                  <a:pt x="1297" y="636"/>
                  <a:pt x="306" y="2643"/>
                  <a:pt x="1577" y="3279"/>
                </a:cubicBezTo>
                <a:cubicBezTo>
                  <a:pt x="2898" y="3914"/>
                  <a:pt x="3839" y="1906"/>
                  <a:pt x="5135" y="2542"/>
                </a:cubicBezTo>
                <a:cubicBezTo>
                  <a:pt x="6456" y="3177"/>
                  <a:pt x="5465" y="5185"/>
                  <a:pt x="6761" y="5820"/>
                </a:cubicBezTo>
                <a:cubicBezTo>
                  <a:pt x="8058" y="6456"/>
                  <a:pt x="9023" y="4448"/>
                  <a:pt x="10320" y="5083"/>
                </a:cubicBezTo>
                <a:cubicBezTo>
                  <a:pt x="11616" y="5719"/>
                  <a:pt x="10650" y="7727"/>
                  <a:pt x="11946" y="8362"/>
                </a:cubicBezTo>
              </a:path>
            </a:pathLst>
          </a:custGeom>
          <a:noFill/>
          <a:ln cap="rnd" cmpd="sng" w="1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68"/>
          <p:cNvSpPr/>
          <p:nvPr/>
        </p:nvSpPr>
        <p:spPr>
          <a:xfrm rot="5400000">
            <a:off x="232150" y="449314"/>
            <a:ext cx="266197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68"/>
          <p:cNvSpPr/>
          <p:nvPr/>
        </p:nvSpPr>
        <p:spPr>
          <a:xfrm rot="8514670">
            <a:off x="8258599" y="3640563"/>
            <a:ext cx="266195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69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478" name="Google Shape;478;p69"/>
          <p:cNvSpPr txBox="1"/>
          <p:nvPr>
            <p:ph idx="1" type="subTitle"/>
          </p:nvPr>
        </p:nvSpPr>
        <p:spPr>
          <a:xfrm>
            <a:off x="3442375" y="1404350"/>
            <a:ext cx="4988400" cy="485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2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9pPr>
          </a:lstStyle>
          <a:p/>
        </p:txBody>
      </p:sp>
      <p:sp>
        <p:nvSpPr>
          <p:cNvPr id="479" name="Google Shape;479;p69"/>
          <p:cNvSpPr txBox="1"/>
          <p:nvPr>
            <p:ph idx="2" type="subTitle"/>
          </p:nvPr>
        </p:nvSpPr>
        <p:spPr>
          <a:xfrm>
            <a:off x="3442375" y="1773800"/>
            <a:ext cx="4988400" cy="1025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0" name="Google Shape;480;p69"/>
          <p:cNvSpPr txBox="1"/>
          <p:nvPr>
            <p:ph idx="3" type="subTitle"/>
          </p:nvPr>
        </p:nvSpPr>
        <p:spPr>
          <a:xfrm>
            <a:off x="3442375" y="2942648"/>
            <a:ext cx="4988400" cy="485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2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9pPr>
          </a:lstStyle>
          <a:p/>
        </p:txBody>
      </p:sp>
      <p:sp>
        <p:nvSpPr>
          <p:cNvPr id="481" name="Google Shape;481;p69"/>
          <p:cNvSpPr txBox="1"/>
          <p:nvPr>
            <p:ph idx="4" type="subTitle"/>
          </p:nvPr>
        </p:nvSpPr>
        <p:spPr>
          <a:xfrm>
            <a:off x="3442375" y="3312100"/>
            <a:ext cx="4988400" cy="1025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2" name="Google Shape;482;p69"/>
          <p:cNvSpPr/>
          <p:nvPr/>
        </p:nvSpPr>
        <p:spPr>
          <a:xfrm rot="1114429">
            <a:off x="3254326" y="4675646"/>
            <a:ext cx="340094" cy="323885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69"/>
          <p:cNvSpPr/>
          <p:nvPr/>
        </p:nvSpPr>
        <p:spPr>
          <a:xfrm rot="3623273">
            <a:off x="8604845" y="1061816"/>
            <a:ext cx="266201" cy="253504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69"/>
          <p:cNvSpPr/>
          <p:nvPr/>
        </p:nvSpPr>
        <p:spPr>
          <a:xfrm rot="-5625860">
            <a:off x="7958174" y="3942331"/>
            <a:ext cx="4638049" cy="3518198"/>
          </a:xfrm>
          <a:custGeom>
            <a:rect b="b" l="l" r="r" t="t"/>
            <a:pathLst>
              <a:path extrusionOk="0" h="70100" w="92413">
                <a:moveTo>
                  <a:pt x="64951" y="1"/>
                </a:moveTo>
                <a:cubicBezTo>
                  <a:pt x="62821" y="1"/>
                  <a:pt x="60692" y="356"/>
                  <a:pt x="58686" y="1088"/>
                </a:cubicBezTo>
                <a:cubicBezTo>
                  <a:pt x="48087" y="4951"/>
                  <a:pt x="43233" y="17227"/>
                  <a:pt x="34109" y="23860"/>
                </a:cubicBezTo>
                <a:cubicBezTo>
                  <a:pt x="26636" y="29325"/>
                  <a:pt x="16623" y="30748"/>
                  <a:pt x="9633" y="36797"/>
                </a:cubicBezTo>
                <a:cubicBezTo>
                  <a:pt x="2796" y="42693"/>
                  <a:pt x="1" y="53317"/>
                  <a:pt x="4245" y="61323"/>
                </a:cubicBezTo>
                <a:cubicBezTo>
                  <a:pt x="7105" y="66733"/>
                  <a:pt x="13294" y="70099"/>
                  <a:pt x="19296" y="70099"/>
                </a:cubicBezTo>
                <a:cubicBezTo>
                  <a:pt x="22148" y="70099"/>
                  <a:pt x="24958" y="69339"/>
                  <a:pt x="27348" y="67677"/>
                </a:cubicBezTo>
                <a:cubicBezTo>
                  <a:pt x="34134" y="62899"/>
                  <a:pt x="36015" y="53063"/>
                  <a:pt x="43030" y="48666"/>
                </a:cubicBezTo>
                <a:cubicBezTo>
                  <a:pt x="49384" y="44701"/>
                  <a:pt x="57618" y="46506"/>
                  <a:pt x="64989" y="45083"/>
                </a:cubicBezTo>
                <a:cubicBezTo>
                  <a:pt x="83542" y="41524"/>
                  <a:pt x="92413" y="15473"/>
                  <a:pt x="76019" y="3528"/>
                </a:cubicBezTo>
                <a:cubicBezTo>
                  <a:pt x="72835" y="1218"/>
                  <a:pt x="68891" y="1"/>
                  <a:pt x="6495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69"/>
          <p:cNvSpPr/>
          <p:nvPr/>
        </p:nvSpPr>
        <p:spPr>
          <a:xfrm rot="-7836896">
            <a:off x="8610337" y="3750996"/>
            <a:ext cx="530618" cy="371393"/>
          </a:xfrm>
          <a:custGeom>
            <a:rect b="b" l="l" r="r" t="t"/>
            <a:pathLst>
              <a:path extrusionOk="0" fill="none" h="8362" w="11947">
                <a:moveTo>
                  <a:pt x="1" y="0"/>
                </a:moveTo>
                <a:cubicBezTo>
                  <a:pt x="1297" y="636"/>
                  <a:pt x="306" y="2643"/>
                  <a:pt x="1577" y="3279"/>
                </a:cubicBezTo>
                <a:cubicBezTo>
                  <a:pt x="2898" y="3914"/>
                  <a:pt x="3839" y="1906"/>
                  <a:pt x="5135" y="2542"/>
                </a:cubicBezTo>
                <a:cubicBezTo>
                  <a:pt x="6456" y="3177"/>
                  <a:pt x="5465" y="5185"/>
                  <a:pt x="6761" y="5820"/>
                </a:cubicBezTo>
                <a:cubicBezTo>
                  <a:pt x="8058" y="6456"/>
                  <a:pt x="9023" y="4448"/>
                  <a:pt x="10320" y="5083"/>
                </a:cubicBezTo>
                <a:cubicBezTo>
                  <a:pt x="11616" y="5719"/>
                  <a:pt x="10650" y="7727"/>
                  <a:pt x="11946" y="8362"/>
                </a:cubicBezTo>
              </a:path>
            </a:pathLst>
          </a:custGeom>
          <a:noFill/>
          <a:ln cap="rnd" cmpd="sng" w="184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70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488" name="Google Shape;488;p70"/>
          <p:cNvSpPr/>
          <p:nvPr/>
        </p:nvSpPr>
        <p:spPr>
          <a:xfrm rot="3550150">
            <a:off x="8453600" y="1051343"/>
            <a:ext cx="340097" cy="323883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71"/>
          <p:cNvSpPr txBox="1"/>
          <p:nvPr>
            <p:ph type="title"/>
          </p:nvPr>
        </p:nvSpPr>
        <p:spPr>
          <a:xfrm>
            <a:off x="4026575" y="445025"/>
            <a:ext cx="4404300" cy="6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491" name="Google Shape;491;p71"/>
          <p:cNvSpPr txBox="1"/>
          <p:nvPr>
            <p:ph idx="1" type="body"/>
          </p:nvPr>
        </p:nvSpPr>
        <p:spPr>
          <a:xfrm>
            <a:off x="4026575" y="1304875"/>
            <a:ext cx="4404300" cy="32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unito Ligh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Nunito Light"/>
              <a:buChar char="○"/>
              <a:defRPr sz="15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Nunito Light"/>
              <a:buChar char="■"/>
              <a:defRPr sz="15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Nunito Light"/>
              <a:buChar char="●"/>
              <a:defRPr sz="15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Nunito Light"/>
              <a:buChar char="○"/>
              <a:defRPr sz="15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Nunito Light"/>
              <a:buChar char="■"/>
              <a:defRPr sz="15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Nunito Light"/>
              <a:buChar char="●"/>
              <a:defRPr sz="15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Nunito Light"/>
              <a:buChar char="○"/>
              <a:defRPr sz="15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Nunito Light"/>
              <a:buChar char="■"/>
              <a:defRPr sz="1500"/>
            </a:lvl9pPr>
          </a:lstStyle>
          <a:p/>
        </p:txBody>
      </p:sp>
      <p:sp>
        <p:nvSpPr>
          <p:cNvPr id="492" name="Google Shape;492;p71"/>
          <p:cNvSpPr/>
          <p:nvPr>
            <p:ph idx="2" type="pic"/>
          </p:nvPr>
        </p:nvSpPr>
        <p:spPr>
          <a:xfrm>
            <a:off x="564000" y="486600"/>
            <a:ext cx="3134400" cy="41703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3" name="Google Shape;493;p71"/>
          <p:cNvSpPr/>
          <p:nvPr/>
        </p:nvSpPr>
        <p:spPr>
          <a:xfrm rot="-7763208">
            <a:off x="8231403" y="-30500"/>
            <a:ext cx="4638108" cy="3518243"/>
          </a:xfrm>
          <a:custGeom>
            <a:rect b="b" l="l" r="r" t="t"/>
            <a:pathLst>
              <a:path extrusionOk="0" h="70100" w="92413">
                <a:moveTo>
                  <a:pt x="64951" y="1"/>
                </a:moveTo>
                <a:cubicBezTo>
                  <a:pt x="62821" y="1"/>
                  <a:pt x="60692" y="356"/>
                  <a:pt x="58686" y="1088"/>
                </a:cubicBezTo>
                <a:cubicBezTo>
                  <a:pt x="48087" y="4951"/>
                  <a:pt x="43233" y="17227"/>
                  <a:pt x="34109" y="23860"/>
                </a:cubicBezTo>
                <a:cubicBezTo>
                  <a:pt x="26636" y="29325"/>
                  <a:pt x="16623" y="30748"/>
                  <a:pt x="9633" y="36797"/>
                </a:cubicBezTo>
                <a:cubicBezTo>
                  <a:pt x="2796" y="42693"/>
                  <a:pt x="1" y="53317"/>
                  <a:pt x="4245" y="61323"/>
                </a:cubicBezTo>
                <a:cubicBezTo>
                  <a:pt x="7105" y="66733"/>
                  <a:pt x="13294" y="70099"/>
                  <a:pt x="19296" y="70099"/>
                </a:cubicBezTo>
                <a:cubicBezTo>
                  <a:pt x="22148" y="70099"/>
                  <a:pt x="24958" y="69339"/>
                  <a:pt x="27348" y="67677"/>
                </a:cubicBezTo>
                <a:cubicBezTo>
                  <a:pt x="34134" y="62899"/>
                  <a:pt x="36015" y="53063"/>
                  <a:pt x="43030" y="48666"/>
                </a:cubicBezTo>
                <a:cubicBezTo>
                  <a:pt x="49384" y="44701"/>
                  <a:pt x="57618" y="46506"/>
                  <a:pt x="64989" y="45083"/>
                </a:cubicBezTo>
                <a:cubicBezTo>
                  <a:pt x="83542" y="41524"/>
                  <a:pt x="92413" y="15473"/>
                  <a:pt x="76019" y="3528"/>
                </a:cubicBezTo>
                <a:cubicBezTo>
                  <a:pt x="72835" y="1218"/>
                  <a:pt x="68891" y="1"/>
                  <a:pt x="6495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71"/>
          <p:cNvSpPr/>
          <p:nvPr/>
        </p:nvSpPr>
        <p:spPr>
          <a:xfrm rot="7218987">
            <a:off x="5919462" y="4703830"/>
            <a:ext cx="340093" cy="323885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71"/>
          <p:cNvSpPr/>
          <p:nvPr/>
        </p:nvSpPr>
        <p:spPr>
          <a:xfrm rot="-9849443">
            <a:off x="8699356" y="1015692"/>
            <a:ext cx="530621" cy="371395"/>
          </a:xfrm>
          <a:custGeom>
            <a:rect b="b" l="l" r="r" t="t"/>
            <a:pathLst>
              <a:path extrusionOk="0" fill="none" h="8362" w="11947">
                <a:moveTo>
                  <a:pt x="1" y="0"/>
                </a:moveTo>
                <a:cubicBezTo>
                  <a:pt x="1297" y="636"/>
                  <a:pt x="306" y="2643"/>
                  <a:pt x="1577" y="3279"/>
                </a:cubicBezTo>
                <a:cubicBezTo>
                  <a:pt x="2898" y="3914"/>
                  <a:pt x="3839" y="1906"/>
                  <a:pt x="5135" y="2542"/>
                </a:cubicBezTo>
                <a:cubicBezTo>
                  <a:pt x="6456" y="3177"/>
                  <a:pt x="5465" y="5185"/>
                  <a:pt x="6761" y="5820"/>
                </a:cubicBezTo>
                <a:cubicBezTo>
                  <a:pt x="8058" y="6456"/>
                  <a:pt x="9023" y="4448"/>
                  <a:pt x="10320" y="5083"/>
                </a:cubicBezTo>
                <a:cubicBezTo>
                  <a:pt x="11616" y="5719"/>
                  <a:pt x="10650" y="7727"/>
                  <a:pt x="11946" y="8362"/>
                </a:cubicBezTo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72"/>
          <p:cNvSpPr txBox="1"/>
          <p:nvPr>
            <p:ph type="title"/>
          </p:nvPr>
        </p:nvSpPr>
        <p:spPr>
          <a:xfrm>
            <a:off x="713225" y="1349700"/>
            <a:ext cx="4509900" cy="244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98" name="Google Shape;498;p72"/>
          <p:cNvSpPr/>
          <p:nvPr/>
        </p:nvSpPr>
        <p:spPr>
          <a:xfrm rot="9209643">
            <a:off x="-709832" y="-2415968"/>
            <a:ext cx="3971379" cy="3926756"/>
          </a:xfrm>
          <a:custGeom>
            <a:rect b="b" l="l" r="r" t="t"/>
            <a:pathLst>
              <a:path extrusionOk="0" h="80518" w="81433">
                <a:moveTo>
                  <a:pt x="28054" y="1"/>
                </a:moveTo>
                <a:cubicBezTo>
                  <a:pt x="25711" y="1"/>
                  <a:pt x="23142" y="619"/>
                  <a:pt x="20333" y="2015"/>
                </a:cubicBezTo>
                <a:cubicBezTo>
                  <a:pt x="6227" y="9005"/>
                  <a:pt x="0" y="29769"/>
                  <a:pt x="12937" y="41054"/>
                </a:cubicBezTo>
                <a:cubicBezTo>
                  <a:pt x="20663" y="47764"/>
                  <a:pt x="32533" y="47916"/>
                  <a:pt x="40157" y="54728"/>
                </a:cubicBezTo>
                <a:cubicBezTo>
                  <a:pt x="48519" y="62149"/>
                  <a:pt x="50654" y="76509"/>
                  <a:pt x="61329" y="79940"/>
                </a:cubicBezTo>
                <a:cubicBezTo>
                  <a:pt x="62549" y="80333"/>
                  <a:pt x="63804" y="80517"/>
                  <a:pt x="65058" y="80517"/>
                </a:cubicBezTo>
                <a:cubicBezTo>
                  <a:pt x="71507" y="80517"/>
                  <a:pt x="77931" y="75645"/>
                  <a:pt x="79526" y="69240"/>
                </a:cubicBezTo>
                <a:cubicBezTo>
                  <a:pt x="81433" y="61590"/>
                  <a:pt x="76959" y="53101"/>
                  <a:pt x="69868" y="49543"/>
                </a:cubicBezTo>
                <a:cubicBezTo>
                  <a:pt x="65446" y="47306"/>
                  <a:pt x="60236" y="46772"/>
                  <a:pt x="56271" y="43875"/>
                </a:cubicBezTo>
                <a:cubicBezTo>
                  <a:pt x="51391" y="40291"/>
                  <a:pt x="49434" y="33963"/>
                  <a:pt x="48367" y="28016"/>
                </a:cubicBezTo>
                <a:cubicBezTo>
                  <a:pt x="46424" y="17002"/>
                  <a:pt x="40341" y="1"/>
                  <a:pt x="2805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72"/>
          <p:cNvSpPr/>
          <p:nvPr/>
        </p:nvSpPr>
        <p:spPr>
          <a:xfrm rot="9975143">
            <a:off x="2716327" y="605766"/>
            <a:ext cx="530625" cy="371397"/>
          </a:xfrm>
          <a:custGeom>
            <a:rect b="b" l="l" r="r" t="t"/>
            <a:pathLst>
              <a:path extrusionOk="0" fill="none" h="8362" w="11947">
                <a:moveTo>
                  <a:pt x="1" y="0"/>
                </a:moveTo>
                <a:cubicBezTo>
                  <a:pt x="1297" y="636"/>
                  <a:pt x="306" y="2643"/>
                  <a:pt x="1577" y="3279"/>
                </a:cubicBezTo>
                <a:cubicBezTo>
                  <a:pt x="2898" y="3914"/>
                  <a:pt x="3839" y="1906"/>
                  <a:pt x="5135" y="2542"/>
                </a:cubicBezTo>
                <a:cubicBezTo>
                  <a:pt x="6456" y="3177"/>
                  <a:pt x="5465" y="5185"/>
                  <a:pt x="6761" y="5820"/>
                </a:cubicBezTo>
                <a:cubicBezTo>
                  <a:pt x="8058" y="6456"/>
                  <a:pt x="9023" y="4448"/>
                  <a:pt x="10320" y="5083"/>
                </a:cubicBezTo>
                <a:cubicBezTo>
                  <a:pt x="11616" y="5719"/>
                  <a:pt x="10650" y="7727"/>
                  <a:pt x="11946" y="8362"/>
                </a:cubicBezTo>
              </a:path>
            </a:pathLst>
          </a:custGeom>
          <a:noFill/>
          <a:ln cap="rnd" cmpd="sng" w="1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72"/>
          <p:cNvSpPr/>
          <p:nvPr/>
        </p:nvSpPr>
        <p:spPr>
          <a:xfrm>
            <a:off x="8653200" y="1905014"/>
            <a:ext cx="266197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72"/>
          <p:cNvSpPr/>
          <p:nvPr/>
        </p:nvSpPr>
        <p:spPr>
          <a:xfrm rot="6679339">
            <a:off x="8344898" y="1101090"/>
            <a:ext cx="530629" cy="371400"/>
          </a:xfrm>
          <a:custGeom>
            <a:rect b="b" l="l" r="r" t="t"/>
            <a:pathLst>
              <a:path extrusionOk="0" fill="none" h="8362" w="11947">
                <a:moveTo>
                  <a:pt x="1" y="0"/>
                </a:moveTo>
                <a:cubicBezTo>
                  <a:pt x="1297" y="636"/>
                  <a:pt x="306" y="2643"/>
                  <a:pt x="1577" y="3279"/>
                </a:cubicBezTo>
                <a:cubicBezTo>
                  <a:pt x="2898" y="3914"/>
                  <a:pt x="3839" y="1906"/>
                  <a:pt x="5135" y="2542"/>
                </a:cubicBezTo>
                <a:cubicBezTo>
                  <a:pt x="6456" y="3177"/>
                  <a:pt x="5465" y="5185"/>
                  <a:pt x="6761" y="5820"/>
                </a:cubicBezTo>
                <a:cubicBezTo>
                  <a:pt x="8058" y="6456"/>
                  <a:pt x="9023" y="4448"/>
                  <a:pt x="10320" y="5083"/>
                </a:cubicBezTo>
                <a:cubicBezTo>
                  <a:pt x="11616" y="5719"/>
                  <a:pt x="10650" y="7727"/>
                  <a:pt x="11946" y="8362"/>
                </a:cubicBezTo>
              </a:path>
            </a:pathLst>
          </a:custGeom>
          <a:noFill/>
          <a:ln cap="rnd" cmpd="sng" w="184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73"/>
          <p:cNvSpPr txBox="1"/>
          <p:nvPr>
            <p:ph type="title"/>
          </p:nvPr>
        </p:nvSpPr>
        <p:spPr>
          <a:xfrm>
            <a:off x="25494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04" name="Google Shape;504;p73"/>
          <p:cNvSpPr txBox="1"/>
          <p:nvPr>
            <p:ph idx="1" type="subTitle"/>
          </p:nvPr>
        </p:nvSpPr>
        <p:spPr>
          <a:xfrm>
            <a:off x="25494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5" name="Google Shape;505;p73"/>
          <p:cNvSpPr/>
          <p:nvPr/>
        </p:nvSpPr>
        <p:spPr>
          <a:xfrm rot="-451389">
            <a:off x="-1576814" y="2342622"/>
            <a:ext cx="4549738" cy="4498616"/>
          </a:xfrm>
          <a:custGeom>
            <a:rect b="b" l="l" r="r" t="t"/>
            <a:pathLst>
              <a:path extrusionOk="0" h="80518" w="81433">
                <a:moveTo>
                  <a:pt x="28054" y="1"/>
                </a:moveTo>
                <a:cubicBezTo>
                  <a:pt x="25711" y="1"/>
                  <a:pt x="23142" y="619"/>
                  <a:pt x="20333" y="2015"/>
                </a:cubicBezTo>
                <a:cubicBezTo>
                  <a:pt x="6227" y="9005"/>
                  <a:pt x="0" y="29769"/>
                  <a:pt x="12937" y="41054"/>
                </a:cubicBezTo>
                <a:cubicBezTo>
                  <a:pt x="20663" y="47764"/>
                  <a:pt x="32533" y="47916"/>
                  <a:pt x="40157" y="54728"/>
                </a:cubicBezTo>
                <a:cubicBezTo>
                  <a:pt x="48519" y="62149"/>
                  <a:pt x="50654" y="76509"/>
                  <a:pt x="61329" y="79940"/>
                </a:cubicBezTo>
                <a:cubicBezTo>
                  <a:pt x="62549" y="80333"/>
                  <a:pt x="63804" y="80517"/>
                  <a:pt x="65058" y="80517"/>
                </a:cubicBezTo>
                <a:cubicBezTo>
                  <a:pt x="71507" y="80517"/>
                  <a:pt x="77931" y="75645"/>
                  <a:pt x="79526" y="69240"/>
                </a:cubicBezTo>
                <a:cubicBezTo>
                  <a:pt x="81433" y="61590"/>
                  <a:pt x="76959" y="53101"/>
                  <a:pt x="69868" y="49543"/>
                </a:cubicBezTo>
                <a:cubicBezTo>
                  <a:pt x="65446" y="47306"/>
                  <a:pt x="60236" y="46772"/>
                  <a:pt x="56271" y="43875"/>
                </a:cubicBezTo>
                <a:cubicBezTo>
                  <a:pt x="51391" y="40291"/>
                  <a:pt x="49434" y="33963"/>
                  <a:pt x="48367" y="28016"/>
                </a:cubicBezTo>
                <a:cubicBezTo>
                  <a:pt x="46424" y="17002"/>
                  <a:pt x="40341" y="1"/>
                  <a:pt x="2805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73"/>
          <p:cNvSpPr/>
          <p:nvPr/>
        </p:nvSpPr>
        <p:spPr>
          <a:xfrm rot="10800000">
            <a:off x="8421588" y="4515100"/>
            <a:ext cx="530626" cy="371398"/>
          </a:xfrm>
          <a:custGeom>
            <a:rect b="b" l="l" r="r" t="t"/>
            <a:pathLst>
              <a:path extrusionOk="0" fill="none" h="8362" w="11947">
                <a:moveTo>
                  <a:pt x="1" y="0"/>
                </a:moveTo>
                <a:cubicBezTo>
                  <a:pt x="1297" y="636"/>
                  <a:pt x="306" y="2643"/>
                  <a:pt x="1577" y="3279"/>
                </a:cubicBezTo>
                <a:cubicBezTo>
                  <a:pt x="2898" y="3914"/>
                  <a:pt x="3839" y="1906"/>
                  <a:pt x="5135" y="2542"/>
                </a:cubicBezTo>
                <a:cubicBezTo>
                  <a:pt x="6456" y="3177"/>
                  <a:pt x="5465" y="5185"/>
                  <a:pt x="6761" y="5820"/>
                </a:cubicBezTo>
                <a:cubicBezTo>
                  <a:pt x="8058" y="6456"/>
                  <a:pt x="9023" y="4448"/>
                  <a:pt x="10320" y="5083"/>
                </a:cubicBezTo>
                <a:cubicBezTo>
                  <a:pt x="11616" y="5719"/>
                  <a:pt x="10650" y="7727"/>
                  <a:pt x="11946" y="8362"/>
                </a:cubicBezTo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73"/>
          <p:cNvSpPr/>
          <p:nvPr/>
        </p:nvSpPr>
        <p:spPr>
          <a:xfrm rot="583629">
            <a:off x="319750" y="2145279"/>
            <a:ext cx="266192" cy="253494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74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10" name="Google Shape;510;p74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7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3" name="Google Shape;513;p7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14" name="Google Shape;514;p75"/>
          <p:cNvSpPr/>
          <p:nvPr/>
        </p:nvSpPr>
        <p:spPr>
          <a:xfrm rot="-451389">
            <a:off x="-2876114" y="-2833078"/>
            <a:ext cx="4549738" cy="4498616"/>
          </a:xfrm>
          <a:custGeom>
            <a:rect b="b" l="l" r="r" t="t"/>
            <a:pathLst>
              <a:path extrusionOk="0" h="80518" w="81433">
                <a:moveTo>
                  <a:pt x="28054" y="1"/>
                </a:moveTo>
                <a:cubicBezTo>
                  <a:pt x="25711" y="1"/>
                  <a:pt x="23142" y="619"/>
                  <a:pt x="20333" y="2015"/>
                </a:cubicBezTo>
                <a:cubicBezTo>
                  <a:pt x="6227" y="9005"/>
                  <a:pt x="0" y="29769"/>
                  <a:pt x="12937" y="41054"/>
                </a:cubicBezTo>
                <a:cubicBezTo>
                  <a:pt x="20663" y="47764"/>
                  <a:pt x="32533" y="47916"/>
                  <a:pt x="40157" y="54728"/>
                </a:cubicBezTo>
                <a:cubicBezTo>
                  <a:pt x="48519" y="62149"/>
                  <a:pt x="50654" y="76509"/>
                  <a:pt x="61329" y="79940"/>
                </a:cubicBezTo>
                <a:cubicBezTo>
                  <a:pt x="62549" y="80333"/>
                  <a:pt x="63804" y="80517"/>
                  <a:pt x="65058" y="80517"/>
                </a:cubicBezTo>
                <a:cubicBezTo>
                  <a:pt x="71507" y="80517"/>
                  <a:pt x="77931" y="75645"/>
                  <a:pt x="79526" y="69240"/>
                </a:cubicBezTo>
                <a:cubicBezTo>
                  <a:pt x="81433" y="61590"/>
                  <a:pt x="76959" y="53101"/>
                  <a:pt x="69868" y="49543"/>
                </a:cubicBezTo>
                <a:cubicBezTo>
                  <a:pt x="65446" y="47306"/>
                  <a:pt x="60236" y="46772"/>
                  <a:pt x="56271" y="43875"/>
                </a:cubicBezTo>
                <a:cubicBezTo>
                  <a:pt x="51391" y="40291"/>
                  <a:pt x="49434" y="33963"/>
                  <a:pt x="48367" y="28016"/>
                </a:cubicBezTo>
                <a:cubicBezTo>
                  <a:pt x="46424" y="17002"/>
                  <a:pt x="40341" y="1"/>
                  <a:pt x="2805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75"/>
          <p:cNvSpPr/>
          <p:nvPr/>
        </p:nvSpPr>
        <p:spPr>
          <a:xfrm rot="9975143">
            <a:off x="300277" y="1604391"/>
            <a:ext cx="530625" cy="371397"/>
          </a:xfrm>
          <a:custGeom>
            <a:rect b="b" l="l" r="r" t="t"/>
            <a:pathLst>
              <a:path extrusionOk="0" fill="none" h="8362" w="11947">
                <a:moveTo>
                  <a:pt x="1" y="0"/>
                </a:moveTo>
                <a:cubicBezTo>
                  <a:pt x="1297" y="636"/>
                  <a:pt x="306" y="2643"/>
                  <a:pt x="1577" y="3279"/>
                </a:cubicBezTo>
                <a:cubicBezTo>
                  <a:pt x="2898" y="3914"/>
                  <a:pt x="3839" y="1906"/>
                  <a:pt x="5135" y="2542"/>
                </a:cubicBezTo>
                <a:cubicBezTo>
                  <a:pt x="6456" y="3177"/>
                  <a:pt x="5465" y="5185"/>
                  <a:pt x="6761" y="5820"/>
                </a:cubicBezTo>
                <a:cubicBezTo>
                  <a:pt x="8058" y="6456"/>
                  <a:pt x="9023" y="4448"/>
                  <a:pt x="10320" y="5083"/>
                </a:cubicBezTo>
                <a:cubicBezTo>
                  <a:pt x="11616" y="5719"/>
                  <a:pt x="10650" y="7727"/>
                  <a:pt x="11946" y="8362"/>
                </a:cubicBezTo>
              </a:path>
            </a:pathLst>
          </a:custGeom>
          <a:noFill/>
          <a:ln cap="rnd" cmpd="sng" w="1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75"/>
          <p:cNvSpPr/>
          <p:nvPr/>
        </p:nvSpPr>
        <p:spPr>
          <a:xfrm>
            <a:off x="8631725" y="4535614"/>
            <a:ext cx="266197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77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520" name="Google Shape;520;p77"/>
          <p:cNvSpPr txBox="1"/>
          <p:nvPr>
            <p:ph hasCustomPrompt="1" idx="2" type="title"/>
          </p:nvPr>
        </p:nvSpPr>
        <p:spPr>
          <a:xfrm>
            <a:off x="1002275" y="1384300"/>
            <a:ext cx="843900" cy="4476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21" name="Google Shape;521;p77"/>
          <p:cNvSpPr txBox="1"/>
          <p:nvPr>
            <p:ph hasCustomPrompt="1" idx="3" type="title"/>
          </p:nvPr>
        </p:nvSpPr>
        <p:spPr>
          <a:xfrm>
            <a:off x="1002275" y="2982413"/>
            <a:ext cx="843900" cy="4476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22" name="Google Shape;522;p77"/>
          <p:cNvSpPr txBox="1"/>
          <p:nvPr>
            <p:ph hasCustomPrompt="1" idx="4" type="title"/>
          </p:nvPr>
        </p:nvSpPr>
        <p:spPr>
          <a:xfrm>
            <a:off x="3544775" y="1384300"/>
            <a:ext cx="843900" cy="4476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23" name="Google Shape;523;p77"/>
          <p:cNvSpPr txBox="1"/>
          <p:nvPr>
            <p:ph hasCustomPrompt="1" idx="5" type="title"/>
          </p:nvPr>
        </p:nvSpPr>
        <p:spPr>
          <a:xfrm>
            <a:off x="3544775" y="2982414"/>
            <a:ext cx="843900" cy="4476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24" name="Google Shape;524;p77"/>
          <p:cNvSpPr txBox="1"/>
          <p:nvPr>
            <p:ph hasCustomPrompt="1" idx="6" type="title"/>
          </p:nvPr>
        </p:nvSpPr>
        <p:spPr>
          <a:xfrm>
            <a:off x="6087275" y="1384300"/>
            <a:ext cx="845700" cy="4476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25" name="Google Shape;525;p77"/>
          <p:cNvSpPr txBox="1"/>
          <p:nvPr>
            <p:ph hasCustomPrompt="1" idx="7" type="title"/>
          </p:nvPr>
        </p:nvSpPr>
        <p:spPr>
          <a:xfrm>
            <a:off x="6087275" y="2982414"/>
            <a:ext cx="845700" cy="4476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26" name="Google Shape;526;p77"/>
          <p:cNvSpPr txBox="1"/>
          <p:nvPr>
            <p:ph idx="1" type="subTitle"/>
          </p:nvPr>
        </p:nvSpPr>
        <p:spPr>
          <a:xfrm>
            <a:off x="1002275" y="1831849"/>
            <a:ext cx="2054400" cy="73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27" name="Google Shape;527;p77"/>
          <p:cNvSpPr txBox="1"/>
          <p:nvPr>
            <p:ph idx="8" type="subTitle"/>
          </p:nvPr>
        </p:nvSpPr>
        <p:spPr>
          <a:xfrm>
            <a:off x="3544775" y="1831849"/>
            <a:ext cx="2054400" cy="73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28" name="Google Shape;528;p77"/>
          <p:cNvSpPr txBox="1"/>
          <p:nvPr>
            <p:ph idx="9" type="subTitle"/>
          </p:nvPr>
        </p:nvSpPr>
        <p:spPr>
          <a:xfrm>
            <a:off x="6087275" y="1831849"/>
            <a:ext cx="2054400" cy="73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29" name="Google Shape;529;p77"/>
          <p:cNvSpPr txBox="1"/>
          <p:nvPr>
            <p:ph idx="13" type="subTitle"/>
          </p:nvPr>
        </p:nvSpPr>
        <p:spPr>
          <a:xfrm>
            <a:off x="1002275" y="3430025"/>
            <a:ext cx="2054400" cy="73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30" name="Google Shape;530;p77"/>
          <p:cNvSpPr txBox="1"/>
          <p:nvPr>
            <p:ph idx="14" type="subTitle"/>
          </p:nvPr>
        </p:nvSpPr>
        <p:spPr>
          <a:xfrm>
            <a:off x="3544775" y="3430026"/>
            <a:ext cx="2054400" cy="73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31" name="Google Shape;531;p77"/>
          <p:cNvSpPr txBox="1"/>
          <p:nvPr>
            <p:ph idx="15" type="subTitle"/>
          </p:nvPr>
        </p:nvSpPr>
        <p:spPr>
          <a:xfrm>
            <a:off x="6087275" y="3430026"/>
            <a:ext cx="2054400" cy="73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32" name="Google Shape;532;p77"/>
          <p:cNvSpPr/>
          <p:nvPr/>
        </p:nvSpPr>
        <p:spPr>
          <a:xfrm rot="-10497543">
            <a:off x="7945537" y="1966574"/>
            <a:ext cx="4638127" cy="3518258"/>
          </a:xfrm>
          <a:custGeom>
            <a:rect b="b" l="l" r="r" t="t"/>
            <a:pathLst>
              <a:path extrusionOk="0" h="70100" w="92413">
                <a:moveTo>
                  <a:pt x="64951" y="1"/>
                </a:moveTo>
                <a:cubicBezTo>
                  <a:pt x="62821" y="1"/>
                  <a:pt x="60692" y="356"/>
                  <a:pt x="58686" y="1088"/>
                </a:cubicBezTo>
                <a:cubicBezTo>
                  <a:pt x="48087" y="4951"/>
                  <a:pt x="43233" y="17227"/>
                  <a:pt x="34109" y="23860"/>
                </a:cubicBezTo>
                <a:cubicBezTo>
                  <a:pt x="26636" y="29325"/>
                  <a:pt x="16623" y="30748"/>
                  <a:pt x="9633" y="36797"/>
                </a:cubicBezTo>
                <a:cubicBezTo>
                  <a:pt x="2796" y="42693"/>
                  <a:pt x="1" y="53317"/>
                  <a:pt x="4245" y="61323"/>
                </a:cubicBezTo>
                <a:cubicBezTo>
                  <a:pt x="7105" y="66733"/>
                  <a:pt x="13294" y="70099"/>
                  <a:pt x="19296" y="70099"/>
                </a:cubicBezTo>
                <a:cubicBezTo>
                  <a:pt x="22148" y="70099"/>
                  <a:pt x="24958" y="69339"/>
                  <a:pt x="27348" y="67677"/>
                </a:cubicBezTo>
                <a:cubicBezTo>
                  <a:pt x="34134" y="62899"/>
                  <a:pt x="36015" y="53063"/>
                  <a:pt x="43030" y="48666"/>
                </a:cubicBezTo>
                <a:cubicBezTo>
                  <a:pt x="49384" y="44701"/>
                  <a:pt x="57618" y="46506"/>
                  <a:pt x="64989" y="45083"/>
                </a:cubicBezTo>
                <a:cubicBezTo>
                  <a:pt x="83542" y="41524"/>
                  <a:pt x="92413" y="15473"/>
                  <a:pt x="76019" y="3528"/>
                </a:cubicBezTo>
                <a:cubicBezTo>
                  <a:pt x="72835" y="1218"/>
                  <a:pt x="68891" y="1"/>
                  <a:pt x="6495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77"/>
          <p:cNvSpPr/>
          <p:nvPr/>
        </p:nvSpPr>
        <p:spPr>
          <a:xfrm>
            <a:off x="-2118799" y="148075"/>
            <a:ext cx="2997956" cy="2964270"/>
          </a:xfrm>
          <a:custGeom>
            <a:rect b="b" l="l" r="r" t="t"/>
            <a:pathLst>
              <a:path extrusionOk="0" h="80518" w="81433">
                <a:moveTo>
                  <a:pt x="28054" y="1"/>
                </a:moveTo>
                <a:cubicBezTo>
                  <a:pt x="25711" y="1"/>
                  <a:pt x="23142" y="619"/>
                  <a:pt x="20333" y="2015"/>
                </a:cubicBezTo>
                <a:cubicBezTo>
                  <a:pt x="6227" y="9005"/>
                  <a:pt x="0" y="29769"/>
                  <a:pt x="12937" y="41054"/>
                </a:cubicBezTo>
                <a:cubicBezTo>
                  <a:pt x="20663" y="47764"/>
                  <a:pt x="32533" y="47916"/>
                  <a:pt x="40157" y="54728"/>
                </a:cubicBezTo>
                <a:cubicBezTo>
                  <a:pt x="48519" y="62149"/>
                  <a:pt x="50654" y="76509"/>
                  <a:pt x="61329" y="79940"/>
                </a:cubicBezTo>
                <a:cubicBezTo>
                  <a:pt x="62549" y="80333"/>
                  <a:pt x="63804" y="80517"/>
                  <a:pt x="65058" y="80517"/>
                </a:cubicBezTo>
                <a:cubicBezTo>
                  <a:pt x="71507" y="80517"/>
                  <a:pt x="77931" y="75645"/>
                  <a:pt x="79526" y="69240"/>
                </a:cubicBezTo>
                <a:cubicBezTo>
                  <a:pt x="81433" y="61590"/>
                  <a:pt x="76959" y="53101"/>
                  <a:pt x="69868" y="49543"/>
                </a:cubicBezTo>
                <a:cubicBezTo>
                  <a:pt x="65446" y="47306"/>
                  <a:pt x="60236" y="46772"/>
                  <a:pt x="56271" y="43875"/>
                </a:cubicBezTo>
                <a:cubicBezTo>
                  <a:pt x="51391" y="40291"/>
                  <a:pt x="49434" y="33963"/>
                  <a:pt x="48367" y="28016"/>
                </a:cubicBezTo>
                <a:cubicBezTo>
                  <a:pt x="46424" y="17002"/>
                  <a:pt x="40341" y="1"/>
                  <a:pt x="2805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77"/>
          <p:cNvSpPr/>
          <p:nvPr/>
        </p:nvSpPr>
        <p:spPr>
          <a:xfrm rot="6284368">
            <a:off x="200821" y="1135850"/>
            <a:ext cx="530615" cy="371390"/>
          </a:xfrm>
          <a:custGeom>
            <a:rect b="b" l="l" r="r" t="t"/>
            <a:pathLst>
              <a:path extrusionOk="0" fill="none" h="8362" w="11947">
                <a:moveTo>
                  <a:pt x="1" y="0"/>
                </a:moveTo>
                <a:cubicBezTo>
                  <a:pt x="1297" y="636"/>
                  <a:pt x="306" y="2643"/>
                  <a:pt x="1577" y="3279"/>
                </a:cubicBezTo>
                <a:cubicBezTo>
                  <a:pt x="2898" y="3914"/>
                  <a:pt x="3839" y="1906"/>
                  <a:pt x="5135" y="2542"/>
                </a:cubicBezTo>
                <a:cubicBezTo>
                  <a:pt x="6456" y="3177"/>
                  <a:pt x="5465" y="5185"/>
                  <a:pt x="6761" y="5820"/>
                </a:cubicBezTo>
                <a:cubicBezTo>
                  <a:pt x="8058" y="6456"/>
                  <a:pt x="9023" y="4448"/>
                  <a:pt x="10320" y="5083"/>
                </a:cubicBezTo>
                <a:cubicBezTo>
                  <a:pt x="11616" y="5719"/>
                  <a:pt x="10650" y="7727"/>
                  <a:pt x="11946" y="8362"/>
                </a:cubicBezTo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77"/>
          <p:cNvSpPr/>
          <p:nvPr/>
        </p:nvSpPr>
        <p:spPr>
          <a:xfrm rot="7218987">
            <a:off x="8274037" y="2986792"/>
            <a:ext cx="340093" cy="323885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4"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78"/>
          <p:cNvSpPr txBox="1"/>
          <p:nvPr>
            <p:ph type="title"/>
          </p:nvPr>
        </p:nvSpPr>
        <p:spPr>
          <a:xfrm>
            <a:off x="713225" y="3367777"/>
            <a:ext cx="4177800" cy="49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38" name="Google Shape;538;p78"/>
          <p:cNvSpPr txBox="1"/>
          <p:nvPr>
            <p:ph idx="1" type="subTitle"/>
          </p:nvPr>
        </p:nvSpPr>
        <p:spPr>
          <a:xfrm>
            <a:off x="713500" y="1279525"/>
            <a:ext cx="4177800" cy="206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5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39" name="Google Shape;539;p78"/>
          <p:cNvSpPr/>
          <p:nvPr/>
        </p:nvSpPr>
        <p:spPr>
          <a:xfrm rot="3550150">
            <a:off x="8317775" y="3649843"/>
            <a:ext cx="340097" cy="323883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78"/>
          <p:cNvSpPr/>
          <p:nvPr/>
        </p:nvSpPr>
        <p:spPr>
          <a:xfrm>
            <a:off x="447300" y="625489"/>
            <a:ext cx="266197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78"/>
          <p:cNvSpPr/>
          <p:nvPr/>
        </p:nvSpPr>
        <p:spPr>
          <a:xfrm rot="4736099">
            <a:off x="7089148" y="549301"/>
            <a:ext cx="266196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78"/>
          <p:cNvSpPr/>
          <p:nvPr/>
        </p:nvSpPr>
        <p:spPr>
          <a:xfrm rot="10136242">
            <a:off x="3245518" y="4562552"/>
            <a:ext cx="530630" cy="371401"/>
          </a:xfrm>
          <a:custGeom>
            <a:rect b="b" l="l" r="r" t="t"/>
            <a:pathLst>
              <a:path extrusionOk="0" fill="none" h="8362" w="11947">
                <a:moveTo>
                  <a:pt x="1" y="0"/>
                </a:moveTo>
                <a:cubicBezTo>
                  <a:pt x="1297" y="636"/>
                  <a:pt x="306" y="2643"/>
                  <a:pt x="1577" y="3279"/>
                </a:cubicBezTo>
                <a:cubicBezTo>
                  <a:pt x="2898" y="3914"/>
                  <a:pt x="3839" y="1906"/>
                  <a:pt x="5135" y="2542"/>
                </a:cubicBezTo>
                <a:cubicBezTo>
                  <a:pt x="6456" y="3177"/>
                  <a:pt x="5465" y="5185"/>
                  <a:pt x="6761" y="5820"/>
                </a:cubicBezTo>
                <a:cubicBezTo>
                  <a:pt x="8058" y="6456"/>
                  <a:pt x="9023" y="4448"/>
                  <a:pt x="10320" y="5083"/>
                </a:cubicBezTo>
                <a:cubicBezTo>
                  <a:pt x="11616" y="5719"/>
                  <a:pt x="10650" y="7727"/>
                  <a:pt x="11946" y="8362"/>
                </a:cubicBezTo>
              </a:path>
            </a:pathLst>
          </a:custGeom>
          <a:noFill/>
          <a:ln cap="rnd" cmpd="sng" w="184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5"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79"/>
          <p:cNvSpPr txBox="1"/>
          <p:nvPr>
            <p:ph idx="1" type="subTitle"/>
          </p:nvPr>
        </p:nvSpPr>
        <p:spPr>
          <a:xfrm flipH="1">
            <a:off x="3840475" y="1436972"/>
            <a:ext cx="4590300" cy="3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545" name="Google Shape;545;p79"/>
          <p:cNvSpPr txBox="1"/>
          <p:nvPr>
            <p:ph hasCustomPrompt="1" type="title"/>
          </p:nvPr>
        </p:nvSpPr>
        <p:spPr>
          <a:xfrm flipH="1">
            <a:off x="3840475" y="774575"/>
            <a:ext cx="4590300" cy="71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3300"/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546" name="Google Shape;546;p79"/>
          <p:cNvSpPr txBox="1"/>
          <p:nvPr>
            <p:ph idx="2" type="subTitle"/>
          </p:nvPr>
        </p:nvSpPr>
        <p:spPr>
          <a:xfrm flipH="1">
            <a:off x="3840475" y="2713499"/>
            <a:ext cx="4590300" cy="3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547" name="Google Shape;547;p79"/>
          <p:cNvSpPr txBox="1"/>
          <p:nvPr>
            <p:ph hasCustomPrompt="1" idx="3" type="title"/>
          </p:nvPr>
        </p:nvSpPr>
        <p:spPr>
          <a:xfrm flipH="1">
            <a:off x="3840475" y="2060470"/>
            <a:ext cx="4590300" cy="71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3300"/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548" name="Google Shape;548;p79"/>
          <p:cNvSpPr txBox="1"/>
          <p:nvPr>
            <p:ph idx="4" type="subTitle"/>
          </p:nvPr>
        </p:nvSpPr>
        <p:spPr>
          <a:xfrm flipH="1">
            <a:off x="3840475" y="3990025"/>
            <a:ext cx="4590300" cy="3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549" name="Google Shape;549;p79"/>
          <p:cNvSpPr txBox="1"/>
          <p:nvPr>
            <p:ph hasCustomPrompt="1" idx="5" type="title"/>
          </p:nvPr>
        </p:nvSpPr>
        <p:spPr>
          <a:xfrm flipH="1">
            <a:off x="3840475" y="3346364"/>
            <a:ext cx="4590300" cy="71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3300"/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550" name="Google Shape;550;p79"/>
          <p:cNvSpPr/>
          <p:nvPr/>
        </p:nvSpPr>
        <p:spPr>
          <a:xfrm rot="3550150">
            <a:off x="8618400" y="3213856"/>
            <a:ext cx="340097" cy="323883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79"/>
          <p:cNvSpPr/>
          <p:nvPr/>
        </p:nvSpPr>
        <p:spPr>
          <a:xfrm>
            <a:off x="447025" y="576064"/>
            <a:ext cx="266197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6"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80"/>
          <p:cNvSpPr txBox="1"/>
          <p:nvPr>
            <p:ph type="title"/>
          </p:nvPr>
        </p:nvSpPr>
        <p:spPr>
          <a:xfrm>
            <a:off x="713225" y="445025"/>
            <a:ext cx="7717500" cy="106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554" name="Google Shape;554;p80"/>
          <p:cNvSpPr/>
          <p:nvPr/>
        </p:nvSpPr>
        <p:spPr>
          <a:xfrm rot="137063">
            <a:off x="-2099121" y="-1183939"/>
            <a:ext cx="2998099" cy="2964412"/>
          </a:xfrm>
          <a:custGeom>
            <a:rect b="b" l="l" r="r" t="t"/>
            <a:pathLst>
              <a:path extrusionOk="0" h="80518" w="81433">
                <a:moveTo>
                  <a:pt x="28054" y="1"/>
                </a:moveTo>
                <a:cubicBezTo>
                  <a:pt x="25711" y="1"/>
                  <a:pt x="23142" y="619"/>
                  <a:pt x="20333" y="2015"/>
                </a:cubicBezTo>
                <a:cubicBezTo>
                  <a:pt x="6227" y="9005"/>
                  <a:pt x="0" y="29769"/>
                  <a:pt x="12937" y="41054"/>
                </a:cubicBezTo>
                <a:cubicBezTo>
                  <a:pt x="20663" y="47764"/>
                  <a:pt x="32533" y="47916"/>
                  <a:pt x="40157" y="54728"/>
                </a:cubicBezTo>
                <a:cubicBezTo>
                  <a:pt x="48519" y="62149"/>
                  <a:pt x="50654" y="76509"/>
                  <a:pt x="61329" y="79940"/>
                </a:cubicBezTo>
                <a:cubicBezTo>
                  <a:pt x="62549" y="80333"/>
                  <a:pt x="63804" y="80517"/>
                  <a:pt x="65058" y="80517"/>
                </a:cubicBezTo>
                <a:cubicBezTo>
                  <a:pt x="71507" y="80517"/>
                  <a:pt x="77931" y="75645"/>
                  <a:pt x="79526" y="69240"/>
                </a:cubicBezTo>
                <a:cubicBezTo>
                  <a:pt x="81433" y="61590"/>
                  <a:pt x="76959" y="53101"/>
                  <a:pt x="69868" y="49543"/>
                </a:cubicBezTo>
                <a:cubicBezTo>
                  <a:pt x="65446" y="47306"/>
                  <a:pt x="60236" y="46772"/>
                  <a:pt x="56271" y="43875"/>
                </a:cubicBezTo>
                <a:cubicBezTo>
                  <a:pt x="51391" y="40291"/>
                  <a:pt x="49434" y="33963"/>
                  <a:pt x="48367" y="28016"/>
                </a:cubicBezTo>
                <a:cubicBezTo>
                  <a:pt x="46424" y="17002"/>
                  <a:pt x="40341" y="1"/>
                  <a:pt x="2805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80"/>
          <p:cNvSpPr/>
          <p:nvPr/>
        </p:nvSpPr>
        <p:spPr>
          <a:xfrm rot="6143850">
            <a:off x="6971786" y="2956446"/>
            <a:ext cx="3950413" cy="3906025"/>
          </a:xfrm>
          <a:custGeom>
            <a:rect b="b" l="l" r="r" t="t"/>
            <a:pathLst>
              <a:path extrusionOk="0" h="80518" w="81433">
                <a:moveTo>
                  <a:pt x="28054" y="1"/>
                </a:moveTo>
                <a:cubicBezTo>
                  <a:pt x="25711" y="1"/>
                  <a:pt x="23142" y="619"/>
                  <a:pt x="20333" y="2015"/>
                </a:cubicBezTo>
                <a:cubicBezTo>
                  <a:pt x="6227" y="9005"/>
                  <a:pt x="0" y="29769"/>
                  <a:pt x="12937" y="41054"/>
                </a:cubicBezTo>
                <a:cubicBezTo>
                  <a:pt x="20663" y="47764"/>
                  <a:pt x="32533" y="47916"/>
                  <a:pt x="40157" y="54728"/>
                </a:cubicBezTo>
                <a:cubicBezTo>
                  <a:pt x="48519" y="62149"/>
                  <a:pt x="50654" y="76509"/>
                  <a:pt x="61329" y="79940"/>
                </a:cubicBezTo>
                <a:cubicBezTo>
                  <a:pt x="62549" y="80333"/>
                  <a:pt x="63804" y="80517"/>
                  <a:pt x="65058" y="80517"/>
                </a:cubicBezTo>
                <a:cubicBezTo>
                  <a:pt x="71507" y="80517"/>
                  <a:pt x="77931" y="75645"/>
                  <a:pt x="79526" y="69240"/>
                </a:cubicBezTo>
                <a:cubicBezTo>
                  <a:pt x="81433" y="61590"/>
                  <a:pt x="76959" y="53101"/>
                  <a:pt x="69868" y="49543"/>
                </a:cubicBezTo>
                <a:cubicBezTo>
                  <a:pt x="65446" y="47306"/>
                  <a:pt x="60236" y="46772"/>
                  <a:pt x="56271" y="43875"/>
                </a:cubicBezTo>
                <a:cubicBezTo>
                  <a:pt x="51391" y="40291"/>
                  <a:pt x="49434" y="33963"/>
                  <a:pt x="48367" y="28016"/>
                </a:cubicBezTo>
                <a:cubicBezTo>
                  <a:pt x="46424" y="17002"/>
                  <a:pt x="40341" y="1"/>
                  <a:pt x="2805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556" name="Google Shape;556;p80"/>
          <p:cNvSpPr/>
          <p:nvPr/>
        </p:nvSpPr>
        <p:spPr>
          <a:xfrm>
            <a:off x="8608050" y="3398939"/>
            <a:ext cx="266197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80"/>
          <p:cNvSpPr/>
          <p:nvPr/>
        </p:nvSpPr>
        <p:spPr>
          <a:xfrm flipH="1">
            <a:off x="157850" y="2096064"/>
            <a:ext cx="266197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6_1"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81"/>
          <p:cNvSpPr txBox="1"/>
          <p:nvPr>
            <p:ph type="title"/>
          </p:nvPr>
        </p:nvSpPr>
        <p:spPr>
          <a:xfrm>
            <a:off x="713225" y="445025"/>
            <a:ext cx="7717500" cy="106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560" name="Google Shape;560;p81"/>
          <p:cNvSpPr/>
          <p:nvPr/>
        </p:nvSpPr>
        <p:spPr>
          <a:xfrm rot="-9130459">
            <a:off x="243515" y="1050654"/>
            <a:ext cx="530634" cy="371404"/>
          </a:xfrm>
          <a:custGeom>
            <a:rect b="b" l="l" r="r" t="t"/>
            <a:pathLst>
              <a:path extrusionOk="0" fill="none" h="8362" w="11947">
                <a:moveTo>
                  <a:pt x="1" y="0"/>
                </a:moveTo>
                <a:cubicBezTo>
                  <a:pt x="1297" y="636"/>
                  <a:pt x="306" y="2643"/>
                  <a:pt x="1577" y="3279"/>
                </a:cubicBezTo>
                <a:cubicBezTo>
                  <a:pt x="2898" y="3914"/>
                  <a:pt x="3839" y="1906"/>
                  <a:pt x="5135" y="2542"/>
                </a:cubicBezTo>
                <a:cubicBezTo>
                  <a:pt x="6456" y="3177"/>
                  <a:pt x="5465" y="5185"/>
                  <a:pt x="6761" y="5820"/>
                </a:cubicBezTo>
                <a:cubicBezTo>
                  <a:pt x="8058" y="6456"/>
                  <a:pt x="9023" y="4448"/>
                  <a:pt x="10320" y="5083"/>
                </a:cubicBezTo>
                <a:cubicBezTo>
                  <a:pt x="11616" y="5719"/>
                  <a:pt x="10650" y="7727"/>
                  <a:pt x="11946" y="8362"/>
                </a:cubicBezTo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81"/>
          <p:cNvSpPr/>
          <p:nvPr/>
        </p:nvSpPr>
        <p:spPr>
          <a:xfrm>
            <a:off x="8634825" y="423664"/>
            <a:ext cx="266197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81"/>
          <p:cNvSpPr/>
          <p:nvPr/>
        </p:nvSpPr>
        <p:spPr>
          <a:xfrm flipH="1">
            <a:off x="580125" y="850164"/>
            <a:ext cx="266197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81"/>
          <p:cNvSpPr/>
          <p:nvPr/>
        </p:nvSpPr>
        <p:spPr>
          <a:xfrm flipH="1" rot="3840785">
            <a:off x="5699042" y="4785510"/>
            <a:ext cx="266204" cy="253502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7"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82"/>
          <p:cNvSpPr txBox="1"/>
          <p:nvPr>
            <p:ph idx="1" type="subTitle"/>
          </p:nvPr>
        </p:nvSpPr>
        <p:spPr>
          <a:xfrm>
            <a:off x="713225" y="1631500"/>
            <a:ext cx="2820300" cy="111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566" name="Google Shape;566;p82"/>
          <p:cNvSpPr txBox="1"/>
          <p:nvPr>
            <p:ph type="title"/>
          </p:nvPr>
        </p:nvSpPr>
        <p:spPr>
          <a:xfrm>
            <a:off x="713225" y="535000"/>
            <a:ext cx="2820300" cy="101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567" name="Google Shape;567;p82"/>
          <p:cNvSpPr/>
          <p:nvPr>
            <p:ph idx="2" type="pic"/>
          </p:nvPr>
        </p:nvSpPr>
        <p:spPr>
          <a:xfrm>
            <a:off x="5879650" y="0"/>
            <a:ext cx="32643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68" name="Google Shape;568;p82"/>
          <p:cNvSpPr/>
          <p:nvPr>
            <p:ph idx="3" type="pic"/>
          </p:nvPr>
        </p:nvSpPr>
        <p:spPr>
          <a:xfrm>
            <a:off x="50" y="2972975"/>
            <a:ext cx="5741100" cy="2170500"/>
          </a:xfrm>
          <a:prstGeom prst="rect">
            <a:avLst/>
          </a:prstGeom>
          <a:noFill/>
          <a:ln>
            <a:noFill/>
          </a:ln>
        </p:spPr>
      </p:sp>
      <p:sp>
        <p:nvSpPr>
          <p:cNvPr id="569" name="Google Shape;569;p82"/>
          <p:cNvSpPr/>
          <p:nvPr>
            <p:ph idx="4" type="pic"/>
          </p:nvPr>
        </p:nvSpPr>
        <p:spPr>
          <a:xfrm>
            <a:off x="3672050" y="0"/>
            <a:ext cx="2069100" cy="2810700"/>
          </a:xfrm>
          <a:prstGeom prst="rect">
            <a:avLst/>
          </a:prstGeom>
          <a:noFill/>
          <a:ln>
            <a:noFill/>
          </a:ln>
        </p:spPr>
      </p:sp>
      <p:sp>
        <p:nvSpPr>
          <p:cNvPr id="570" name="Google Shape;570;p82"/>
          <p:cNvSpPr/>
          <p:nvPr/>
        </p:nvSpPr>
        <p:spPr>
          <a:xfrm rot="583629">
            <a:off x="214275" y="2179566"/>
            <a:ext cx="266192" cy="253494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1"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83"/>
          <p:cNvSpPr txBox="1"/>
          <p:nvPr>
            <p:ph idx="1" type="body"/>
          </p:nvPr>
        </p:nvSpPr>
        <p:spPr>
          <a:xfrm>
            <a:off x="713225" y="1000075"/>
            <a:ext cx="7717500" cy="114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■"/>
              <a:defRPr/>
            </a:lvl9pPr>
          </a:lstStyle>
          <a:p/>
        </p:txBody>
      </p:sp>
      <p:sp>
        <p:nvSpPr>
          <p:cNvPr id="573" name="Google Shape;573;p83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574" name="Google Shape;574;p83"/>
          <p:cNvSpPr/>
          <p:nvPr/>
        </p:nvSpPr>
        <p:spPr>
          <a:xfrm rot="5096259">
            <a:off x="8075233" y="-427794"/>
            <a:ext cx="4549697" cy="4498576"/>
          </a:xfrm>
          <a:custGeom>
            <a:rect b="b" l="l" r="r" t="t"/>
            <a:pathLst>
              <a:path extrusionOk="0" h="80518" w="81433">
                <a:moveTo>
                  <a:pt x="28054" y="1"/>
                </a:moveTo>
                <a:cubicBezTo>
                  <a:pt x="25711" y="1"/>
                  <a:pt x="23142" y="619"/>
                  <a:pt x="20333" y="2015"/>
                </a:cubicBezTo>
                <a:cubicBezTo>
                  <a:pt x="6227" y="9005"/>
                  <a:pt x="0" y="29769"/>
                  <a:pt x="12937" y="41054"/>
                </a:cubicBezTo>
                <a:cubicBezTo>
                  <a:pt x="20663" y="47764"/>
                  <a:pt x="32533" y="47916"/>
                  <a:pt x="40157" y="54728"/>
                </a:cubicBezTo>
                <a:cubicBezTo>
                  <a:pt x="48519" y="62149"/>
                  <a:pt x="50654" y="76509"/>
                  <a:pt x="61329" y="79940"/>
                </a:cubicBezTo>
                <a:cubicBezTo>
                  <a:pt x="62549" y="80333"/>
                  <a:pt x="63804" y="80517"/>
                  <a:pt x="65058" y="80517"/>
                </a:cubicBezTo>
                <a:cubicBezTo>
                  <a:pt x="71507" y="80517"/>
                  <a:pt x="77931" y="75645"/>
                  <a:pt x="79526" y="69240"/>
                </a:cubicBezTo>
                <a:cubicBezTo>
                  <a:pt x="81433" y="61590"/>
                  <a:pt x="76959" y="53101"/>
                  <a:pt x="69868" y="49543"/>
                </a:cubicBezTo>
                <a:cubicBezTo>
                  <a:pt x="65446" y="47306"/>
                  <a:pt x="60236" y="46772"/>
                  <a:pt x="56271" y="43875"/>
                </a:cubicBezTo>
                <a:cubicBezTo>
                  <a:pt x="51391" y="40291"/>
                  <a:pt x="49434" y="33963"/>
                  <a:pt x="48367" y="28016"/>
                </a:cubicBezTo>
                <a:cubicBezTo>
                  <a:pt x="46424" y="17002"/>
                  <a:pt x="40341" y="1"/>
                  <a:pt x="2805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83"/>
          <p:cNvSpPr/>
          <p:nvPr/>
        </p:nvSpPr>
        <p:spPr>
          <a:xfrm rot="1425731">
            <a:off x="133975" y="1647665"/>
            <a:ext cx="266192" cy="253495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1"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84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578" name="Google Shape;578;p84"/>
          <p:cNvSpPr txBox="1"/>
          <p:nvPr>
            <p:ph idx="1" type="subTitle"/>
          </p:nvPr>
        </p:nvSpPr>
        <p:spPr>
          <a:xfrm>
            <a:off x="1537163" y="1245975"/>
            <a:ext cx="6057900" cy="485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erif Displ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erif Display"/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erif Display"/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erif Display"/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erif Display"/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erif Display"/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erif Display"/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erif Display"/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erif Display"/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/>
        </p:txBody>
      </p:sp>
      <p:sp>
        <p:nvSpPr>
          <p:cNvPr id="579" name="Google Shape;579;p84"/>
          <p:cNvSpPr txBox="1"/>
          <p:nvPr>
            <p:ph idx="2" type="subTitle"/>
          </p:nvPr>
        </p:nvSpPr>
        <p:spPr>
          <a:xfrm>
            <a:off x="1537175" y="1590700"/>
            <a:ext cx="6057900" cy="610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80" name="Google Shape;580;p84"/>
          <p:cNvSpPr txBox="1"/>
          <p:nvPr>
            <p:ph idx="3" type="subTitle"/>
          </p:nvPr>
        </p:nvSpPr>
        <p:spPr>
          <a:xfrm>
            <a:off x="1537163" y="2403266"/>
            <a:ext cx="6057900" cy="485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erif Displ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81" name="Google Shape;581;p84"/>
          <p:cNvSpPr txBox="1"/>
          <p:nvPr>
            <p:ph idx="4" type="subTitle"/>
          </p:nvPr>
        </p:nvSpPr>
        <p:spPr>
          <a:xfrm>
            <a:off x="1537175" y="2748000"/>
            <a:ext cx="6057900" cy="610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82" name="Google Shape;582;p84"/>
          <p:cNvSpPr txBox="1"/>
          <p:nvPr>
            <p:ph idx="5" type="subTitle"/>
          </p:nvPr>
        </p:nvSpPr>
        <p:spPr>
          <a:xfrm>
            <a:off x="1537199" y="3560566"/>
            <a:ext cx="6057900" cy="485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erif Displ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83" name="Google Shape;583;p84"/>
          <p:cNvSpPr txBox="1"/>
          <p:nvPr>
            <p:ph idx="6" type="subTitle"/>
          </p:nvPr>
        </p:nvSpPr>
        <p:spPr>
          <a:xfrm>
            <a:off x="1537202" y="3905300"/>
            <a:ext cx="6057900" cy="610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84" name="Google Shape;584;p84"/>
          <p:cNvSpPr/>
          <p:nvPr/>
        </p:nvSpPr>
        <p:spPr>
          <a:xfrm rot="3550150">
            <a:off x="406650" y="1550618"/>
            <a:ext cx="340097" cy="323883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84"/>
          <p:cNvSpPr/>
          <p:nvPr/>
        </p:nvSpPr>
        <p:spPr>
          <a:xfrm rot="1878467">
            <a:off x="8383184" y="4390972"/>
            <a:ext cx="308106" cy="293412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8"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85"/>
          <p:cNvSpPr txBox="1"/>
          <p:nvPr>
            <p:ph type="title"/>
          </p:nvPr>
        </p:nvSpPr>
        <p:spPr>
          <a:xfrm>
            <a:off x="2821275" y="445025"/>
            <a:ext cx="5609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588" name="Google Shape;588;p85"/>
          <p:cNvSpPr txBox="1"/>
          <p:nvPr>
            <p:ph idx="1" type="subTitle"/>
          </p:nvPr>
        </p:nvSpPr>
        <p:spPr>
          <a:xfrm>
            <a:off x="4058775" y="1703199"/>
            <a:ext cx="4371900" cy="485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erif Displ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erif Display"/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erif Display"/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erif Display"/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erif Display"/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erif Display"/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erif Display"/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erif Display"/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erif Display"/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/>
        </p:txBody>
      </p:sp>
      <p:sp>
        <p:nvSpPr>
          <p:cNvPr id="589" name="Google Shape;589;p85"/>
          <p:cNvSpPr txBox="1"/>
          <p:nvPr>
            <p:ph idx="2" type="subTitle"/>
          </p:nvPr>
        </p:nvSpPr>
        <p:spPr>
          <a:xfrm>
            <a:off x="4058784" y="1168600"/>
            <a:ext cx="4371900" cy="610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90" name="Google Shape;590;p85"/>
          <p:cNvSpPr txBox="1"/>
          <p:nvPr>
            <p:ph idx="3" type="subTitle"/>
          </p:nvPr>
        </p:nvSpPr>
        <p:spPr>
          <a:xfrm>
            <a:off x="4058775" y="2897476"/>
            <a:ext cx="4371900" cy="485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erif Displ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91" name="Google Shape;591;p85"/>
          <p:cNvSpPr txBox="1"/>
          <p:nvPr>
            <p:ph idx="4" type="subTitle"/>
          </p:nvPr>
        </p:nvSpPr>
        <p:spPr>
          <a:xfrm>
            <a:off x="4058784" y="2362886"/>
            <a:ext cx="4371900" cy="610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92" name="Google Shape;592;p85"/>
          <p:cNvSpPr txBox="1"/>
          <p:nvPr>
            <p:ph idx="5" type="subTitle"/>
          </p:nvPr>
        </p:nvSpPr>
        <p:spPr>
          <a:xfrm>
            <a:off x="4058801" y="4091750"/>
            <a:ext cx="4371900" cy="485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erif Displ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93" name="Google Shape;593;p85"/>
          <p:cNvSpPr txBox="1"/>
          <p:nvPr>
            <p:ph idx="6" type="subTitle"/>
          </p:nvPr>
        </p:nvSpPr>
        <p:spPr>
          <a:xfrm>
            <a:off x="4058804" y="3557159"/>
            <a:ext cx="4371900" cy="610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94" name="Google Shape;594;p85"/>
          <p:cNvSpPr/>
          <p:nvPr/>
        </p:nvSpPr>
        <p:spPr>
          <a:xfrm rot="-985928">
            <a:off x="8293054" y="1898927"/>
            <a:ext cx="3383931" cy="3345908"/>
          </a:xfrm>
          <a:custGeom>
            <a:rect b="b" l="l" r="r" t="t"/>
            <a:pathLst>
              <a:path extrusionOk="0" h="80518" w="81433">
                <a:moveTo>
                  <a:pt x="28054" y="1"/>
                </a:moveTo>
                <a:cubicBezTo>
                  <a:pt x="25711" y="1"/>
                  <a:pt x="23142" y="619"/>
                  <a:pt x="20333" y="2015"/>
                </a:cubicBezTo>
                <a:cubicBezTo>
                  <a:pt x="6227" y="9005"/>
                  <a:pt x="0" y="29769"/>
                  <a:pt x="12937" y="41054"/>
                </a:cubicBezTo>
                <a:cubicBezTo>
                  <a:pt x="20663" y="47764"/>
                  <a:pt x="32533" y="47916"/>
                  <a:pt x="40157" y="54728"/>
                </a:cubicBezTo>
                <a:cubicBezTo>
                  <a:pt x="48519" y="62149"/>
                  <a:pt x="50654" y="76509"/>
                  <a:pt x="61329" y="79940"/>
                </a:cubicBezTo>
                <a:cubicBezTo>
                  <a:pt x="62549" y="80333"/>
                  <a:pt x="63804" y="80517"/>
                  <a:pt x="65058" y="80517"/>
                </a:cubicBezTo>
                <a:cubicBezTo>
                  <a:pt x="71507" y="80517"/>
                  <a:pt x="77931" y="75645"/>
                  <a:pt x="79526" y="69240"/>
                </a:cubicBezTo>
                <a:cubicBezTo>
                  <a:pt x="81433" y="61590"/>
                  <a:pt x="76959" y="53101"/>
                  <a:pt x="69868" y="49543"/>
                </a:cubicBezTo>
                <a:cubicBezTo>
                  <a:pt x="65446" y="47306"/>
                  <a:pt x="60236" y="46772"/>
                  <a:pt x="56271" y="43875"/>
                </a:cubicBezTo>
                <a:cubicBezTo>
                  <a:pt x="51391" y="40291"/>
                  <a:pt x="49434" y="33963"/>
                  <a:pt x="48367" y="28016"/>
                </a:cubicBezTo>
                <a:cubicBezTo>
                  <a:pt x="46424" y="17002"/>
                  <a:pt x="40341" y="1"/>
                  <a:pt x="2805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85"/>
          <p:cNvSpPr/>
          <p:nvPr/>
        </p:nvSpPr>
        <p:spPr>
          <a:xfrm rot="3636500">
            <a:off x="8280975" y="2152740"/>
            <a:ext cx="530617" cy="371392"/>
          </a:xfrm>
          <a:custGeom>
            <a:rect b="b" l="l" r="r" t="t"/>
            <a:pathLst>
              <a:path extrusionOk="0" fill="none" h="8362" w="11947">
                <a:moveTo>
                  <a:pt x="1" y="0"/>
                </a:moveTo>
                <a:cubicBezTo>
                  <a:pt x="1297" y="636"/>
                  <a:pt x="306" y="2643"/>
                  <a:pt x="1577" y="3279"/>
                </a:cubicBezTo>
                <a:cubicBezTo>
                  <a:pt x="2898" y="3914"/>
                  <a:pt x="3839" y="1906"/>
                  <a:pt x="5135" y="2542"/>
                </a:cubicBezTo>
                <a:cubicBezTo>
                  <a:pt x="6456" y="3177"/>
                  <a:pt x="5465" y="5185"/>
                  <a:pt x="6761" y="5820"/>
                </a:cubicBezTo>
                <a:cubicBezTo>
                  <a:pt x="8058" y="6456"/>
                  <a:pt x="9023" y="4448"/>
                  <a:pt x="10320" y="5083"/>
                </a:cubicBezTo>
                <a:cubicBezTo>
                  <a:pt x="11616" y="5719"/>
                  <a:pt x="10650" y="7727"/>
                  <a:pt x="11946" y="8362"/>
                </a:cubicBezTo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85"/>
          <p:cNvSpPr/>
          <p:nvPr/>
        </p:nvSpPr>
        <p:spPr>
          <a:xfrm rot="583629">
            <a:off x="427525" y="770829"/>
            <a:ext cx="266192" cy="253494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85"/>
          <p:cNvSpPr/>
          <p:nvPr/>
        </p:nvSpPr>
        <p:spPr>
          <a:xfrm flipH="1" rot="-583629">
            <a:off x="8723500" y="1647654"/>
            <a:ext cx="266192" cy="253494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3"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86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600" name="Google Shape;600;p86"/>
          <p:cNvSpPr txBox="1"/>
          <p:nvPr>
            <p:ph idx="1" type="subTitle"/>
          </p:nvPr>
        </p:nvSpPr>
        <p:spPr>
          <a:xfrm>
            <a:off x="1152575" y="1219850"/>
            <a:ext cx="3207600" cy="731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erif Displ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01" name="Google Shape;601;p86"/>
          <p:cNvSpPr txBox="1"/>
          <p:nvPr>
            <p:ph idx="2" type="subTitle"/>
          </p:nvPr>
        </p:nvSpPr>
        <p:spPr>
          <a:xfrm>
            <a:off x="1152577" y="1809950"/>
            <a:ext cx="3207600" cy="990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02" name="Google Shape;602;p86"/>
          <p:cNvSpPr txBox="1"/>
          <p:nvPr>
            <p:ph idx="3" type="subTitle"/>
          </p:nvPr>
        </p:nvSpPr>
        <p:spPr>
          <a:xfrm>
            <a:off x="4707550" y="1219900"/>
            <a:ext cx="3207600" cy="731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erif Displ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03" name="Google Shape;603;p86"/>
          <p:cNvSpPr txBox="1"/>
          <p:nvPr>
            <p:ph idx="4" type="subTitle"/>
          </p:nvPr>
        </p:nvSpPr>
        <p:spPr>
          <a:xfrm>
            <a:off x="4707551" y="1810003"/>
            <a:ext cx="3207600" cy="990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04" name="Google Shape;604;p86"/>
          <p:cNvSpPr txBox="1"/>
          <p:nvPr>
            <p:ph idx="5" type="subTitle"/>
          </p:nvPr>
        </p:nvSpPr>
        <p:spPr>
          <a:xfrm>
            <a:off x="1152575" y="3027823"/>
            <a:ext cx="3207600" cy="731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erif Displ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05" name="Google Shape;605;p86"/>
          <p:cNvSpPr txBox="1"/>
          <p:nvPr>
            <p:ph idx="6" type="subTitle"/>
          </p:nvPr>
        </p:nvSpPr>
        <p:spPr>
          <a:xfrm>
            <a:off x="1152577" y="3617925"/>
            <a:ext cx="3207600" cy="990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06" name="Google Shape;606;p86"/>
          <p:cNvSpPr txBox="1"/>
          <p:nvPr>
            <p:ph idx="7" type="subTitle"/>
          </p:nvPr>
        </p:nvSpPr>
        <p:spPr>
          <a:xfrm>
            <a:off x="4707550" y="3027878"/>
            <a:ext cx="3207600" cy="731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erif Displ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07" name="Google Shape;607;p86"/>
          <p:cNvSpPr txBox="1"/>
          <p:nvPr>
            <p:ph idx="8" type="subTitle"/>
          </p:nvPr>
        </p:nvSpPr>
        <p:spPr>
          <a:xfrm>
            <a:off x="4707551" y="3617978"/>
            <a:ext cx="3207600" cy="990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08" name="Google Shape;608;p86"/>
          <p:cNvSpPr/>
          <p:nvPr/>
        </p:nvSpPr>
        <p:spPr>
          <a:xfrm rot="3026342">
            <a:off x="-1568147" y="1109482"/>
            <a:ext cx="2997964" cy="2964278"/>
          </a:xfrm>
          <a:custGeom>
            <a:rect b="b" l="l" r="r" t="t"/>
            <a:pathLst>
              <a:path extrusionOk="0" h="80518" w="81433">
                <a:moveTo>
                  <a:pt x="28054" y="1"/>
                </a:moveTo>
                <a:cubicBezTo>
                  <a:pt x="25711" y="1"/>
                  <a:pt x="23142" y="619"/>
                  <a:pt x="20333" y="2015"/>
                </a:cubicBezTo>
                <a:cubicBezTo>
                  <a:pt x="6227" y="9005"/>
                  <a:pt x="0" y="29769"/>
                  <a:pt x="12937" y="41054"/>
                </a:cubicBezTo>
                <a:cubicBezTo>
                  <a:pt x="20663" y="47764"/>
                  <a:pt x="32533" y="47916"/>
                  <a:pt x="40157" y="54728"/>
                </a:cubicBezTo>
                <a:cubicBezTo>
                  <a:pt x="48519" y="62149"/>
                  <a:pt x="50654" y="76509"/>
                  <a:pt x="61329" y="79940"/>
                </a:cubicBezTo>
                <a:cubicBezTo>
                  <a:pt x="62549" y="80333"/>
                  <a:pt x="63804" y="80517"/>
                  <a:pt x="65058" y="80517"/>
                </a:cubicBezTo>
                <a:cubicBezTo>
                  <a:pt x="71507" y="80517"/>
                  <a:pt x="77931" y="75645"/>
                  <a:pt x="79526" y="69240"/>
                </a:cubicBezTo>
                <a:cubicBezTo>
                  <a:pt x="81433" y="61590"/>
                  <a:pt x="76959" y="53101"/>
                  <a:pt x="69868" y="49543"/>
                </a:cubicBezTo>
                <a:cubicBezTo>
                  <a:pt x="65446" y="47306"/>
                  <a:pt x="60236" y="46772"/>
                  <a:pt x="56271" y="43875"/>
                </a:cubicBezTo>
                <a:cubicBezTo>
                  <a:pt x="51391" y="40291"/>
                  <a:pt x="49434" y="33963"/>
                  <a:pt x="48367" y="28016"/>
                </a:cubicBezTo>
                <a:cubicBezTo>
                  <a:pt x="46424" y="17002"/>
                  <a:pt x="40341" y="1"/>
                  <a:pt x="2805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86"/>
          <p:cNvSpPr/>
          <p:nvPr/>
        </p:nvSpPr>
        <p:spPr>
          <a:xfrm rot="-406682">
            <a:off x="8019561" y="2738314"/>
            <a:ext cx="2997940" cy="2964254"/>
          </a:xfrm>
          <a:custGeom>
            <a:rect b="b" l="l" r="r" t="t"/>
            <a:pathLst>
              <a:path extrusionOk="0" h="80518" w="81433">
                <a:moveTo>
                  <a:pt x="28054" y="1"/>
                </a:moveTo>
                <a:cubicBezTo>
                  <a:pt x="25711" y="1"/>
                  <a:pt x="23142" y="619"/>
                  <a:pt x="20333" y="2015"/>
                </a:cubicBezTo>
                <a:cubicBezTo>
                  <a:pt x="6227" y="9005"/>
                  <a:pt x="0" y="29769"/>
                  <a:pt x="12937" y="41054"/>
                </a:cubicBezTo>
                <a:cubicBezTo>
                  <a:pt x="20663" y="47764"/>
                  <a:pt x="32533" y="47916"/>
                  <a:pt x="40157" y="54728"/>
                </a:cubicBezTo>
                <a:cubicBezTo>
                  <a:pt x="48519" y="62149"/>
                  <a:pt x="50654" y="76509"/>
                  <a:pt x="61329" y="79940"/>
                </a:cubicBezTo>
                <a:cubicBezTo>
                  <a:pt x="62549" y="80333"/>
                  <a:pt x="63804" y="80517"/>
                  <a:pt x="65058" y="80517"/>
                </a:cubicBezTo>
                <a:cubicBezTo>
                  <a:pt x="71507" y="80517"/>
                  <a:pt x="77931" y="75645"/>
                  <a:pt x="79526" y="69240"/>
                </a:cubicBezTo>
                <a:cubicBezTo>
                  <a:pt x="81433" y="61590"/>
                  <a:pt x="76959" y="53101"/>
                  <a:pt x="69868" y="49543"/>
                </a:cubicBezTo>
                <a:cubicBezTo>
                  <a:pt x="65446" y="47306"/>
                  <a:pt x="60236" y="46772"/>
                  <a:pt x="56271" y="43875"/>
                </a:cubicBezTo>
                <a:cubicBezTo>
                  <a:pt x="51391" y="40291"/>
                  <a:pt x="49434" y="33963"/>
                  <a:pt x="48367" y="28016"/>
                </a:cubicBezTo>
                <a:cubicBezTo>
                  <a:pt x="46424" y="17002"/>
                  <a:pt x="40341" y="1"/>
                  <a:pt x="2805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86"/>
          <p:cNvSpPr/>
          <p:nvPr/>
        </p:nvSpPr>
        <p:spPr>
          <a:xfrm rot="3550150">
            <a:off x="408950" y="2867668"/>
            <a:ext cx="340097" cy="323883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86"/>
          <p:cNvSpPr/>
          <p:nvPr/>
        </p:nvSpPr>
        <p:spPr>
          <a:xfrm>
            <a:off x="8543875" y="2050264"/>
            <a:ext cx="266197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86"/>
          <p:cNvSpPr/>
          <p:nvPr/>
        </p:nvSpPr>
        <p:spPr>
          <a:xfrm rot="4736099">
            <a:off x="186898" y="604626"/>
            <a:ext cx="266196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86"/>
          <p:cNvSpPr/>
          <p:nvPr/>
        </p:nvSpPr>
        <p:spPr>
          <a:xfrm rot="-2341079">
            <a:off x="8543878" y="1669264"/>
            <a:ext cx="266194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2"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87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616" name="Google Shape;616;p87"/>
          <p:cNvSpPr txBox="1"/>
          <p:nvPr>
            <p:ph idx="1" type="subTitle"/>
          </p:nvPr>
        </p:nvSpPr>
        <p:spPr>
          <a:xfrm>
            <a:off x="713225" y="1389100"/>
            <a:ext cx="2518800" cy="485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erif Displ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7" name="Google Shape;617;p87"/>
          <p:cNvSpPr txBox="1"/>
          <p:nvPr>
            <p:ph idx="2" type="subTitle"/>
          </p:nvPr>
        </p:nvSpPr>
        <p:spPr>
          <a:xfrm>
            <a:off x="713225" y="1733825"/>
            <a:ext cx="2518800" cy="990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8" name="Google Shape;618;p87"/>
          <p:cNvSpPr txBox="1"/>
          <p:nvPr>
            <p:ph idx="3" type="subTitle"/>
          </p:nvPr>
        </p:nvSpPr>
        <p:spPr>
          <a:xfrm>
            <a:off x="3312600" y="1389125"/>
            <a:ext cx="2518800" cy="485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erif Displ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9" name="Google Shape;619;p87"/>
          <p:cNvSpPr txBox="1"/>
          <p:nvPr>
            <p:ph idx="4" type="subTitle"/>
          </p:nvPr>
        </p:nvSpPr>
        <p:spPr>
          <a:xfrm>
            <a:off x="3312600" y="1733866"/>
            <a:ext cx="2518800" cy="990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20" name="Google Shape;620;p87"/>
          <p:cNvSpPr txBox="1"/>
          <p:nvPr>
            <p:ph idx="5" type="subTitle"/>
          </p:nvPr>
        </p:nvSpPr>
        <p:spPr>
          <a:xfrm>
            <a:off x="5911925" y="1389100"/>
            <a:ext cx="2518800" cy="485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erif Displ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21" name="Google Shape;621;p87"/>
          <p:cNvSpPr txBox="1"/>
          <p:nvPr>
            <p:ph idx="6" type="subTitle"/>
          </p:nvPr>
        </p:nvSpPr>
        <p:spPr>
          <a:xfrm>
            <a:off x="5911925" y="1733825"/>
            <a:ext cx="2518800" cy="990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22" name="Google Shape;622;p87"/>
          <p:cNvSpPr txBox="1"/>
          <p:nvPr>
            <p:ph idx="7" type="subTitle"/>
          </p:nvPr>
        </p:nvSpPr>
        <p:spPr>
          <a:xfrm>
            <a:off x="713225" y="3044673"/>
            <a:ext cx="2518800" cy="485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erif Displ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23" name="Google Shape;623;p87"/>
          <p:cNvSpPr txBox="1"/>
          <p:nvPr>
            <p:ph idx="8" type="subTitle"/>
          </p:nvPr>
        </p:nvSpPr>
        <p:spPr>
          <a:xfrm>
            <a:off x="713225" y="3389399"/>
            <a:ext cx="2518800" cy="990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24" name="Google Shape;624;p87"/>
          <p:cNvSpPr txBox="1"/>
          <p:nvPr>
            <p:ph idx="9" type="subTitle"/>
          </p:nvPr>
        </p:nvSpPr>
        <p:spPr>
          <a:xfrm>
            <a:off x="3312600" y="3044698"/>
            <a:ext cx="2518800" cy="485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erif Displ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25" name="Google Shape;625;p87"/>
          <p:cNvSpPr txBox="1"/>
          <p:nvPr>
            <p:ph idx="13" type="subTitle"/>
          </p:nvPr>
        </p:nvSpPr>
        <p:spPr>
          <a:xfrm>
            <a:off x="3312600" y="3389440"/>
            <a:ext cx="2518800" cy="990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26" name="Google Shape;626;p87"/>
          <p:cNvSpPr txBox="1"/>
          <p:nvPr>
            <p:ph idx="14" type="subTitle"/>
          </p:nvPr>
        </p:nvSpPr>
        <p:spPr>
          <a:xfrm>
            <a:off x="5911925" y="3044673"/>
            <a:ext cx="2518800" cy="485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erif Displ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27" name="Google Shape;627;p87"/>
          <p:cNvSpPr txBox="1"/>
          <p:nvPr>
            <p:ph idx="15" type="subTitle"/>
          </p:nvPr>
        </p:nvSpPr>
        <p:spPr>
          <a:xfrm>
            <a:off x="5911925" y="3389400"/>
            <a:ext cx="2518800" cy="990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28" name="Google Shape;628;p87"/>
          <p:cNvSpPr/>
          <p:nvPr/>
        </p:nvSpPr>
        <p:spPr>
          <a:xfrm rot="-10497543">
            <a:off x="7609562" y="-2301651"/>
            <a:ext cx="4638127" cy="3518258"/>
          </a:xfrm>
          <a:custGeom>
            <a:rect b="b" l="l" r="r" t="t"/>
            <a:pathLst>
              <a:path extrusionOk="0" h="70100" w="92413">
                <a:moveTo>
                  <a:pt x="64951" y="1"/>
                </a:moveTo>
                <a:cubicBezTo>
                  <a:pt x="62821" y="1"/>
                  <a:pt x="60692" y="356"/>
                  <a:pt x="58686" y="1088"/>
                </a:cubicBezTo>
                <a:cubicBezTo>
                  <a:pt x="48087" y="4951"/>
                  <a:pt x="43233" y="17227"/>
                  <a:pt x="34109" y="23860"/>
                </a:cubicBezTo>
                <a:cubicBezTo>
                  <a:pt x="26636" y="29325"/>
                  <a:pt x="16623" y="30748"/>
                  <a:pt x="9633" y="36797"/>
                </a:cubicBezTo>
                <a:cubicBezTo>
                  <a:pt x="2796" y="42693"/>
                  <a:pt x="1" y="53317"/>
                  <a:pt x="4245" y="61323"/>
                </a:cubicBezTo>
                <a:cubicBezTo>
                  <a:pt x="7105" y="66733"/>
                  <a:pt x="13294" y="70099"/>
                  <a:pt x="19296" y="70099"/>
                </a:cubicBezTo>
                <a:cubicBezTo>
                  <a:pt x="22148" y="70099"/>
                  <a:pt x="24958" y="69339"/>
                  <a:pt x="27348" y="67677"/>
                </a:cubicBezTo>
                <a:cubicBezTo>
                  <a:pt x="34134" y="62899"/>
                  <a:pt x="36015" y="53063"/>
                  <a:pt x="43030" y="48666"/>
                </a:cubicBezTo>
                <a:cubicBezTo>
                  <a:pt x="49384" y="44701"/>
                  <a:pt x="57618" y="46506"/>
                  <a:pt x="64989" y="45083"/>
                </a:cubicBezTo>
                <a:cubicBezTo>
                  <a:pt x="83542" y="41524"/>
                  <a:pt x="92413" y="15473"/>
                  <a:pt x="76019" y="3528"/>
                </a:cubicBezTo>
                <a:cubicBezTo>
                  <a:pt x="72835" y="1218"/>
                  <a:pt x="68891" y="1"/>
                  <a:pt x="6495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87"/>
          <p:cNvSpPr/>
          <p:nvPr/>
        </p:nvSpPr>
        <p:spPr>
          <a:xfrm rot="-6417011">
            <a:off x="-2270655" y="2904699"/>
            <a:ext cx="4638240" cy="3518343"/>
          </a:xfrm>
          <a:custGeom>
            <a:rect b="b" l="l" r="r" t="t"/>
            <a:pathLst>
              <a:path extrusionOk="0" h="70100" w="92413">
                <a:moveTo>
                  <a:pt x="64951" y="1"/>
                </a:moveTo>
                <a:cubicBezTo>
                  <a:pt x="62821" y="1"/>
                  <a:pt x="60692" y="356"/>
                  <a:pt x="58686" y="1088"/>
                </a:cubicBezTo>
                <a:cubicBezTo>
                  <a:pt x="48087" y="4951"/>
                  <a:pt x="43233" y="17227"/>
                  <a:pt x="34109" y="23860"/>
                </a:cubicBezTo>
                <a:cubicBezTo>
                  <a:pt x="26636" y="29325"/>
                  <a:pt x="16623" y="30748"/>
                  <a:pt x="9633" y="36797"/>
                </a:cubicBezTo>
                <a:cubicBezTo>
                  <a:pt x="2796" y="42693"/>
                  <a:pt x="1" y="53317"/>
                  <a:pt x="4245" y="61323"/>
                </a:cubicBezTo>
                <a:cubicBezTo>
                  <a:pt x="7105" y="66733"/>
                  <a:pt x="13294" y="70099"/>
                  <a:pt x="19296" y="70099"/>
                </a:cubicBezTo>
                <a:cubicBezTo>
                  <a:pt x="22148" y="70099"/>
                  <a:pt x="24958" y="69339"/>
                  <a:pt x="27348" y="67677"/>
                </a:cubicBezTo>
                <a:cubicBezTo>
                  <a:pt x="34134" y="62899"/>
                  <a:pt x="36015" y="53063"/>
                  <a:pt x="43030" y="48666"/>
                </a:cubicBezTo>
                <a:cubicBezTo>
                  <a:pt x="49384" y="44701"/>
                  <a:pt x="57618" y="46506"/>
                  <a:pt x="64989" y="45083"/>
                </a:cubicBezTo>
                <a:cubicBezTo>
                  <a:pt x="83542" y="41524"/>
                  <a:pt x="92413" y="15473"/>
                  <a:pt x="76019" y="3528"/>
                </a:cubicBezTo>
                <a:cubicBezTo>
                  <a:pt x="72835" y="1218"/>
                  <a:pt x="68891" y="1"/>
                  <a:pt x="6495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87"/>
          <p:cNvSpPr/>
          <p:nvPr/>
        </p:nvSpPr>
        <p:spPr>
          <a:xfrm rot="1001565">
            <a:off x="70939" y="3099821"/>
            <a:ext cx="530616" cy="371391"/>
          </a:xfrm>
          <a:custGeom>
            <a:rect b="b" l="l" r="r" t="t"/>
            <a:pathLst>
              <a:path extrusionOk="0" fill="none" h="8362" w="11947">
                <a:moveTo>
                  <a:pt x="1" y="0"/>
                </a:moveTo>
                <a:cubicBezTo>
                  <a:pt x="1297" y="636"/>
                  <a:pt x="306" y="2643"/>
                  <a:pt x="1577" y="3279"/>
                </a:cubicBezTo>
                <a:cubicBezTo>
                  <a:pt x="2898" y="3914"/>
                  <a:pt x="3839" y="1906"/>
                  <a:pt x="5135" y="2542"/>
                </a:cubicBezTo>
                <a:cubicBezTo>
                  <a:pt x="6456" y="3177"/>
                  <a:pt x="5465" y="5185"/>
                  <a:pt x="6761" y="5820"/>
                </a:cubicBezTo>
                <a:cubicBezTo>
                  <a:pt x="8058" y="6456"/>
                  <a:pt x="9023" y="4448"/>
                  <a:pt x="10320" y="5083"/>
                </a:cubicBezTo>
                <a:cubicBezTo>
                  <a:pt x="11616" y="5719"/>
                  <a:pt x="10650" y="7727"/>
                  <a:pt x="11946" y="8362"/>
                </a:cubicBezTo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87"/>
          <p:cNvSpPr/>
          <p:nvPr/>
        </p:nvSpPr>
        <p:spPr>
          <a:xfrm rot="3550150">
            <a:off x="8680500" y="1456168"/>
            <a:ext cx="340097" cy="323883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87"/>
          <p:cNvSpPr/>
          <p:nvPr/>
        </p:nvSpPr>
        <p:spPr>
          <a:xfrm>
            <a:off x="7463950" y="191514"/>
            <a:ext cx="266197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87"/>
          <p:cNvSpPr/>
          <p:nvPr/>
        </p:nvSpPr>
        <p:spPr>
          <a:xfrm>
            <a:off x="236850" y="2475514"/>
            <a:ext cx="266197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9"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88"/>
          <p:cNvSpPr txBox="1"/>
          <p:nvPr>
            <p:ph type="title"/>
          </p:nvPr>
        </p:nvSpPr>
        <p:spPr>
          <a:xfrm>
            <a:off x="713225" y="761550"/>
            <a:ext cx="3728700" cy="932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None/>
              <a:defRPr sz="4300"/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636" name="Google Shape;636;p88"/>
          <p:cNvSpPr txBox="1"/>
          <p:nvPr>
            <p:ph idx="1" type="subTitle"/>
          </p:nvPr>
        </p:nvSpPr>
        <p:spPr>
          <a:xfrm>
            <a:off x="713225" y="1617488"/>
            <a:ext cx="2579400" cy="932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3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37" name="Google Shape;637;p88"/>
          <p:cNvSpPr txBox="1"/>
          <p:nvPr/>
        </p:nvSpPr>
        <p:spPr>
          <a:xfrm>
            <a:off x="713225" y="3354563"/>
            <a:ext cx="3702600" cy="7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CREDITS:</a:t>
            </a:r>
            <a:r>
              <a:rPr lang="fr" sz="11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 This presentation template was created by </a:t>
            </a:r>
            <a:r>
              <a:rPr b="1" lang="fr" sz="1100" u="sng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fr" sz="11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, including icons by </a:t>
            </a:r>
            <a:r>
              <a:rPr b="1" lang="fr" sz="1100" u="sng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fr" sz="11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, infographics &amp; images by </a:t>
            </a:r>
            <a:r>
              <a:rPr b="1" lang="fr" sz="1100" u="sng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fr" sz="1100" u="sng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 </a:t>
            </a:r>
            <a:endParaRPr sz="1100" u="sng">
              <a:solidFill>
                <a:schemeClr val="dk1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638" name="Google Shape;638;p88"/>
          <p:cNvSpPr/>
          <p:nvPr/>
        </p:nvSpPr>
        <p:spPr>
          <a:xfrm rot="-451450">
            <a:off x="2733773" y="-2737281"/>
            <a:ext cx="3849503" cy="3806249"/>
          </a:xfrm>
          <a:custGeom>
            <a:rect b="b" l="l" r="r" t="t"/>
            <a:pathLst>
              <a:path extrusionOk="0" h="80518" w="81433">
                <a:moveTo>
                  <a:pt x="28054" y="1"/>
                </a:moveTo>
                <a:cubicBezTo>
                  <a:pt x="25711" y="1"/>
                  <a:pt x="23142" y="619"/>
                  <a:pt x="20333" y="2015"/>
                </a:cubicBezTo>
                <a:cubicBezTo>
                  <a:pt x="6227" y="9005"/>
                  <a:pt x="0" y="29769"/>
                  <a:pt x="12937" y="41054"/>
                </a:cubicBezTo>
                <a:cubicBezTo>
                  <a:pt x="20663" y="47764"/>
                  <a:pt x="32533" y="47916"/>
                  <a:pt x="40157" y="54728"/>
                </a:cubicBezTo>
                <a:cubicBezTo>
                  <a:pt x="48519" y="62149"/>
                  <a:pt x="50654" y="76509"/>
                  <a:pt x="61329" y="79940"/>
                </a:cubicBezTo>
                <a:cubicBezTo>
                  <a:pt x="62549" y="80333"/>
                  <a:pt x="63804" y="80517"/>
                  <a:pt x="65058" y="80517"/>
                </a:cubicBezTo>
                <a:cubicBezTo>
                  <a:pt x="71507" y="80517"/>
                  <a:pt x="77931" y="75645"/>
                  <a:pt x="79526" y="69240"/>
                </a:cubicBezTo>
                <a:cubicBezTo>
                  <a:pt x="81433" y="61590"/>
                  <a:pt x="76959" y="53101"/>
                  <a:pt x="69868" y="49543"/>
                </a:cubicBezTo>
                <a:cubicBezTo>
                  <a:pt x="65446" y="47306"/>
                  <a:pt x="60236" y="46772"/>
                  <a:pt x="56271" y="43875"/>
                </a:cubicBezTo>
                <a:cubicBezTo>
                  <a:pt x="51391" y="40291"/>
                  <a:pt x="49434" y="33963"/>
                  <a:pt x="48367" y="28016"/>
                </a:cubicBezTo>
                <a:cubicBezTo>
                  <a:pt x="46424" y="17002"/>
                  <a:pt x="40341" y="1"/>
                  <a:pt x="2805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88"/>
          <p:cNvSpPr/>
          <p:nvPr/>
        </p:nvSpPr>
        <p:spPr>
          <a:xfrm>
            <a:off x="268500" y="3925139"/>
            <a:ext cx="266197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10"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89"/>
          <p:cNvSpPr/>
          <p:nvPr/>
        </p:nvSpPr>
        <p:spPr>
          <a:xfrm rot="-451389">
            <a:off x="-1458714" y="2095647"/>
            <a:ext cx="4549738" cy="4498616"/>
          </a:xfrm>
          <a:custGeom>
            <a:rect b="b" l="l" r="r" t="t"/>
            <a:pathLst>
              <a:path extrusionOk="0" h="80518" w="81433">
                <a:moveTo>
                  <a:pt x="28054" y="1"/>
                </a:moveTo>
                <a:cubicBezTo>
                  <a:pt x="25711" y="1"/>
                  <a:pt x="23142" y="619"/>
                  <a:pt x="20333" y="2015"/>
                </a:cubicBezTo>
                <a:cubicBezTo>
                  <a:pt x="6227" y="9005"/>
                  <a:pt x="0" y="29769"/>
                  <a:pt x="12937" y="41054"/>
                </a:cubicBezTo>
                <a:cubicBezTo>
                  <a:pt x="20663" y="47764"/>
                  <a:pt x="32533" y="47916"/>
                  <a:pt x="40157" y="54728"/>
                </a:cubicBezTo>
                <a:cubicBezTo>
                  <a:pt x="48519" y="62149"/>
                  <a:pt x="50654" y="76509"/>
                  <a:pt x="61329" y="79940"/>
                </a:cubicBezTo>
                <a:cubicBezTo>
                  <a:pt x="62549" y="80333"/>
                  <a:pt x="63804" y="80517"/>
                  <a:pt x="65058" y="80517"/>
                </a:cubicBezTo>
                <a:cubicBezTo>
                  <a:pt x="71507" y="80517"/>
                  <a:pt x="77931" y="75645"/>
                  <a:pt x="79526" y="69240"/>
                </a:cubicBezTo>
                <a:cubicBezTo>
                  <a:pt x="81433" y="61590"/>
                  <a:pt x="76959" y="53101"/>
                  <a:pt x="69868" y="49543"/>
                </a:cubicBezTo>
                <a:cubicBezTo>
                  <a:pt x="65446" y="47306"/>
                  <a:pt x="60236" y="46772"/>
                  <a:pt x="56271" y="43875"/>
                </a:cubicBezTo>
                <a:cubicBezTo>
                  <a:pt x="51391" y="40291"/>
                  <a:pt x="49434" y="33963"/>
                  <a:pt x="48367" y="28016"/>
                </a:cubicBezTo>
                <a:cubicBezTo>
                  <a:pt x="46424" y="17002"/>
                  <a:pt x="40341" y="1"/>
                  <a:pt x="2805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89"/>
          <p:cNvSpPr/>
          <p:nvPr/>
        </p:nvSpPr>
        <p:spPr>
          <a:xfrm rot="7426610">
            <a:off x="2450223" y="4568807"/>
            <a:ext cx="530616" cy="371392"/>
          </a:xfrm>
          <a:custGeom>
            <a:rect b="b" l="l" r="r" t="t"/>
            <a:pathLst>
              <a:path extrusionOk="0" fill="none" h="8362" w="11947">
                <a:moveTo>
                  <a:pt x="1" y="0"/>
                </a:moveTo>
                <a:cubicBezTo>
                  <a:pt x="1297" y="636"/>
                  <a:pt x="306" y="2643"/>
                  <a:pt x="1577" y="3279"/>
                </a:cubicBezTo>
                <a:cubicBezTo>
                  <a:pt x="2898" y="3914"/>
                  <a:pt x="3839" y="1906"/>
                  <a:pt x="5135" y="2542"/>
                </a:cubicBezTo>
                <a:cubicBezTo>
                  <a:pt x="6456" y="3177"/>
                  <a:pt x="5465" y="5185"/>
                  <a:pt x="6761" y="5820"/>
                </a:cubicBezTo>
                <a:cubicBezTo>
                  <a:pt x="8058" y="6456"/>
                  <a:pt x="9023" y="4448"/>
                  <a:pt x="10320" y="5083"/>
                </a:cubicBezTo>
                <a:cubicBezTo>
                  <a:pt x="11616" y="5719"/>
                  <a:pt x="10650" y="7727"/>
                  <a:pt x="11946" y="8362"/>
                </a:cubicBezTo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89"/>
          <p:cNvSpPr/>
          <p:nvPr/>
        </p:nvSpPr>
        <p:spPr>
          <a:xfrm rot="583629">
            <a:off x="1576100" y="3798929"/>
            <a:ext cx="266192" cy="253494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89"/>
          <p:cNvSpPr/>
          <p:nvPr/>
        </p:nvSpPr>
        <p:spPr>
          <a:xfrm rot="3828645">
            <a:off x="8257201" y="601080"/>
            <a:ext cx="266196" cy="253494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89"/>
          <p:cNvSpPr/>
          <p:nvPr/>
        </p:nvSpPr>
        <p:spPr>
          <a:xfrm rot="6380676">
            <a:off x="8495503" y="1000455"/>
            <a:ext cx="266192" cy="253494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89"/>
          <p:cNvSpPr/>
          <p:nvPr/>
        </p:nvSpPr>
        <p:spPr>
          <a:xfrm rot="-10230870">
            <a:off x="6353708" y="1079133"/>
            <a:ext cx="4549777" cy="4498654"/>
          </a:xfrm>
          <a:custGeom>
            <a:rect b="b" l="l" r="r" t="t"/>
            <a:pathLst>
              <a:path extrusionOk="0" h="80518" w="81433">
                <a:moveTo>
                  <a:pt x="28054" y="1"/>
                </a:moveTo>
                <a:cubicBezTo>
                  <a:pt x="25711" y="1"/>
                  <a:pt x="23142" y="619"/>
                  <a:pt x="20333" y="2015"/>
                </a:cubicBezTo>
                <a:cubicBezTo>
                  <a:pt x="6227" y="9005"/>
                  <a:pt x="0" y="29769"/>
                  <a:pt x="12937" y="41054"/>
                </a:cubicBezTo>
                <a:cubicBezTo>
                  <a:pt x="20663" y="47764"/>
                  <a:pt x="32533" y="47916"/>
                  <a:pt x="40157" y="54728"/>
                </a:cubicBezTo>
                <a:cubicBezTo>
                  <a:pt x="48519" y="62149"/>
                  <a:pt x="50654" y="76509"/>
                  <a:pt x="61329" y="79940"/>
                </a:cubicBezTo>
                <a:cubicBezTo>
                  <a:pt x="62549" y="80333"/>
                  <a:pt x="63804" y="80517"/>
                  <a:pt x="65058" y="80517"/>
                </a:cubicBezTo>
                <a:cubicBezTo>
                  <a:pt x="71507" y="80517"/>
                  <a:pt x="77931" y="75645"/>
                  <a:pt x="79526" y="69240"/>
                </a:cubicBezTo>
                <a:cubicBezTo>
                  <a:pt x="81433" y="61590"/>
                  <a:pt x="76959" y="53101"/>
                  <a:pt x="69868" y="49543"/>
                </a:cubicBezTo>
                <a:cubicBezTo>
                  <a:pt x="65446" y="47306"/>
                  <a:pt x="60236" y="46772"/>
                  <a:pt x="56271" y="43875"/>
                </a:cubicBezTo>
                <a:cubicBezTo>
                  <a:pt x="51391" y="40291"/>
                  <a:pt x="49434" y="33963"/>
                  <a:pt x="48367" y="28016"/>
                </a:cubicBezTo>
                <a:cubicBezTo>
                  <a:pt x="46424" y="17002"/>
                  <a:pt x="40341" y="1"/>
                  <a:pt x="2805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0_1"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90"/>
          <p:cNvSpPr/>
          <p:nvPr/>
        </p:nvSpPr>
        <p:spPr>
          <a:xfrm rot="10161980">
            <a:off x="-1405131" y="-1941929"/>
            <a:ext cx="4549823" cy="4498701"/>
          </a:xfrm>
          <a:custGeom>
            <a:rect b="b" l="l" r="r" t="t"/>
            <a:pathLst>
              <a:path extrusionOk="0" h="80518" w="81433">
                <a:moveTo>
                  <a:pt x="28054" y="1"/>
                </a:moveTo>
                <a:cubicBezTo>
                  <a:pt x="25711" y="1"/>
                  <a:pt x="23142" y="619"/>
                  <a:pt x="20333" y="2015"/>
                </a:cubicBezTo>
                <a:cubicBezTo>
                  <a:pt x="6227" y="9005"/>
                  <a:pt x="0" y="29769"/>
                  <a:pt x="12937" y="41054"/>
                </a:cubicBezTo>
                <a:cubicBezTo>
                  <a:pt x="20663" y="47764"/>
                  <a:pt x="32533" y="47916"/>
                  <a:pt x="40157" y="54728"/>
                </a:cubicBezTo>
                <a:cubicBezTo>
                  <a:pt x="48519" y="62149"/>
                  <a:pt x="50654" y="76509"/>
                  <a:pt x="61329" y="79940"/>
                </a:cubicBezTo>
                <a:cubicBezTo>
                  <a:pt x="62549" y="80333"/>
                  <a:pt x="63804" y="80517"/>
                  <a:pt x="65058" y="80517"/>
                </a:cubicBezTo>
                <a:cubicBezTo>
                  <a:pt x="71507" y="80517"/>
                  <a:pt x="77931" y="75645"/>
                  <a:pt x="79526" y="69240"/>
                </a:cubicBezTo>
                <a:cubicBezTo>
                  <a:pt x="81433" y="61590"/>
                  <a:pt x="76959" y="53101"/>
                  <a:pt x="69868" y="49543"/>
                </a:cubicBezTo>
                <a:cubicBezTo>
                  <a:pt x="65446" y="47306"/>
                  <a:pt x="60236" y="46772"/>
                  <a:pt x="56271" y="43875"/>
                </a:cubicBezTo>
                <a:cubicBezTo>
                  <a:pt x="51391" y="40291"/>
                  <a:pt x="49434" y="33963"/>
                  <a:pt x="48367" y="28016"/>
                </a:cubicBezTo>
                <a:cubicBezTo>
                  <a:pt x="46424" y="17002"/>
                  <a:pt x="40341" y="1"/>
                  <a:pt x="2805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90"/>
          <p:cNvSpPr/>
          <p:nvPr/>
        </p:nvSpPr>
        <p:spPr>
          <a:xfrm rot="-4393537">
            <a:off x="3912278" y="2408999"/>
            <a:ext cx="4549861" cy="4498738"/>
          </a:xfrm>
          <a:custGeom>
            <a:rect b="b" l="l" r="r" t="t"/>
            <a:pathLst>
              <a:path extrusionOk="0" h="80518" w="81433">
                <a:moveTo>
                  <a:pt x="28054" y="1"/>
                </a:moveTo>
                <a:cubicBezTo>
                  <a:pt x="25711" y="1"/>
                  <a:pt x="23142" y="619"/>
                  <a:pt x="20333" y="2015"/>
                </a:cubicBezTo>
                <a:cubicBezTo>
                  <a:pt x="6227" y="9005"/>
                  <a:pt x="0" y="29769"/>
                  <a:pt x="12937" y="41054"/>
                </a:cubicBezTo>
                <a:cubicBezTo>
                  <a:pt x="20663" y="47764"/>
                  <a:pt x="32533" y="47916"/>
                  <a:pt x="40157" y="54728"/>
                </a:cubicBezTo>
                <a:cubicBezTo>
                  <a:pt x="48519" y="62149"/>
                  <a:pt x="50654" y="76509"/>
                  <a:pt x="61329" y="79940"/>
                </a:cubicBezTo>
                <a:cubicBezTo>
                  <a:pt x="62549" y="80333"/>
                  <a:pt x="63804" y="80517"/>
                  <a:pt x="65058" y="80517"/>
                </a:cubicBezTo>
                <a:cubicBezTo>
                  <a:pt x="71507" y="80517"/>
                  <a:pt x="77931" y="75645"/>
                  <a:pt x="79526" y="69240"/>
                </a:cubicBezTo>
                <a:cubicBezTo>
                  <a:pt x="81433" y="61590"/>
                  <a:pt x="76959" y="53101"/>
                  <a:pt x="69868" y="49543"/>
                </a:cubicBezTo>
                <a:cubicBezTo>
                  <a:pt x="65446" y="47306"/>
                  <a:pt x="60236" y="46772"/>
                  <a:pt x="56271" y="43875"/>
                </a:cubicBezTo>
                <a:cubicBezTo>
                  <a:pt x="51391" y="40291"/>
                  <a:pt x="49434" y="33963"/>
                  <a:pt x="48367" y="28016"/>
                </a:cubicBezTo>
                <a:cubicBezTo>
                  <a:pt x="46424" y="17002"/>
                  <a:pt x="40341" y="1"/>
                  <a:pt x="2805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90"/>
          <p:cNvSpPr/>
          <p:nvPr/>
        </p:nvSpPr>
        <p:spPr>
          <a:xfrm rot="1769044">
            <a:off x="447769" y="2020786"/>
            <a:ext cx="530620" cy="371394"/>
          </a:xfrm>
          <a:custGeom>
            <a:rect b="b" l="l" r="r" t="t"/>
            <a:pathLst>
              <a:path extrusionOk="0" fill="none" h="8362" w="11947">
                <a:moveTo>
                  <a:pt x="1" y="0"/>
                </a:moveTo>
                <a:cubicBezTo>
                  <a:pt x="1297" y="636"/>
                  <a:pt x="306" y="2643"/>
                  <a:pt x="1577" y="3279"/>
                </a:cubicBezTo>
                <a:cubicBezTo>
                  <a:pt x="2898" y="3914"/>
                  <a:pt x="3839" y="1906"/>
                  <a:pt x="5135" y="2542"/>
                </a:cubicBezTo>
                <a:cubicBezTo>
                  <a:pt x="6456" y="3177"/>
                  <a:pt x="5465" y="5185"/>
                  <a:pt x="6761" y="5820"/>
                </a:cubicBezTo>
                <a:cubicBezTo>
                  <a:pt x="8058" y="6456"/>
                  <a:pt x="9023" y="4448"/>
                  <a:pt x="10320" y="5083"/>
                </a:cubicBezTo>
                <a:cubicBezTo>
                  <a:pt x="11616" y="5719"/>
                  <a:pt x="10650" y="7727"/>
                  <a:pt x="11946" y="8362"/>
                </a:cubicBezTo>
              </a:path>
            </a:pathLst>
          </a:custGeom>
          <a:noFill/>
          <a:ln cap="rnd" cmpd="sng" w="184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90"/>
          <p:cNvSpPr/>
          <p:nvPr/>
        </p:nvSpPr>
        <p:spPr>
          <a:xfrm rot="583629">
            <a:off x="410225" y="2585529"/>
            <a:ext cx="266192" cy="253494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90"/>
          <p:cNvSpPr/>
          <p:nvPr/>
        </p:nvSpPr>
        <p:spPr>
          <a:xfrm rot="5400000">
            <a:off x="8034194" y="2147329"/>
            <a:ext cx="266197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90"/>
          <p:cNvSpPr/>
          <p:nvPr/>
        </p:nvSpPr>
        <p:spPr>
          <a:xfrm rot="10800000">
            <a:off x="7662489" y="2498706"/>
            <a:ext cx="266197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90"/>
          <p:cNvSpPr/>
          <p:nvPr/>
        </p:nvSpPr>
        <p:spPr>
          <a:xfrm rot="5400000">
            <a:off x="7901987" y="2801135"/>
            <a:ext cx="530626" cy="371398"/>
          </a:xfrm>
          <a:custGeom>
            <a:rect b="b" l="l" r="r" t="t"/>
            <a:pathLst>
              <a:path extrusionOk="0" fill="none" h="8362" w="11947">
                <a:moveTo>
                  <a:pt x="1" y="0"/>
                </a:moveTo>
                <a:cubicBezTo>
                  <a:pt x="1297" y="636"/>
                  <a:pt x="306" y="2643"/>
                  <a:pt x="1577" y="3279"/>
                </a:cubicBezTo>
                <a:cubicBezTo>
                  <a:pt x="2898" y="3914"/>
                  <a:pt x="3839" y="1906"/>
                  <a:pt x="5135" y="2542"/>
                </a:cubicBezTo>
                <a:cubicBezTo>
                  <a:pt x="6456" y="3177"/>
                  <a:pt x="5465" y="5185"/>
                  <a:pt x="6761" y="5820"/>
                </a:cubicBezTo>
                <a:cubicBezTo>
                  <a:pt x="8058" y="6456"/>
                  <a:pt x="9023" y="4448"/>
                  <a:pt x="10320" y="5083"/>
                </a:cubicBezTo>
                <a:cubicBezTo>
                  <a:pt x="11616" y="5719"/>
                  <a:pt x="10650" y="7727"/>
                  <a:pt x="11946" y="8362"/>
                </a:cubicBezTo>
              </a:path>
            </a:pathLst>
          </a:custGeom>
          <a:noFill/>
          <a:ln cap="rnd" cmpd="sng" w="1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92"/>
          <p:cNvSpPr txBox="1"/>
          <p:nvPr>
            <p:ph type="ctrTitle"/>
          </p:nvPr>
        </p:nvSpPr>
        <p:spPr>
          <a:xfrm>
            <a:off x="820950" y="524225"/>
            <a:ext cx="7502100" cy="152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b="1" sz="4200">
                <a:latin typeface="Krona One"/>
                <a:ea typeface="Krona One"/>
                <a:cs typeface="Krona One"/>
                <a:sym typeface="Krona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60" name="Google Shape;660;p92"/>
          <p:cNvSpPr txBox="1"/>
          <p:nvPr>
            <p:ph idx="1" type="subTitle"/>
          </p:nvPr>
        </p:nvSpPr>
        <p:spPr>
          <a:xfrm>
            <a:off x="2161350" y="2045525"/>
            <a:ext cx="4821300" cy="43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61" name="Google Shape;661;p92"/>
          <p:cNvSpPr/>
          <p:nvPr/>
        </p:nvSpPr>
        <p:spPr>
          <a:xfrm rot="3550151">
            <a:off x="202735" y="2541296"/>
            <a:ext cx="308103" cy="293413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92"/>
          <p:cNvSpPr/>
          <p:nvPr/>
        </p:nvSpPr>
        <p:spPr>
          <a:xfrm rot="3550151">
            <a:off x="8716148" y="1235858"/>
            <a:ext cx="308103" cy="293413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93"/>
          <p:cNvSpPr txBox="1"/>
          <p:nvPr>
            <p:ph type="title"/>
          </p:nvPr>
        </p:nvSpPr>
        <p:spPr>
          <a:xfrm flipH="1">
            <a:off x="713300" y="2433200"/>
            <a:ext cx="3921000" cy="14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65" name="Google Shape;665;p93"/>
          <p:cNvSpPr txBox="1"/>
          <p:nvPr>
            <p:ph hasCustomPrompt="1" idx="2" type="title"/>
          </p:nvPr>
        </p:nvSpPr>
        <p:spPr>
          <a:xfrm flipH="1">
            <a:off x="713150" y="1287100"/>
            <a:ext cx="1375500" cy="1014900"/>
          </a:xfrm>
          <a:prstGeom prst="rect">
            <a:avLst/>
          </a:prstGeom>
          <a:solidFill>
            <a:schemeClr val="accent3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900"/>
              <a:buNone/>
              <a:defRPr sz="5300"/>
            </a:lvl1pPr>
            <a:lvl2pPr lvl="1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2pPr>
            <a:lvl3pPr lvl="2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3pPr>
            <a:lvl4pPr lvl="3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4pPr>
            <a:lvl5pPr lvl="4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5pPr>
            <a:lvl6pPr lvl="5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6pPr>
            <a:lvl7pPr lvl="6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7pPr>
            <a:lvl8pPr lvl="7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8pPr>
            <a:lvl9pPr lvl="8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9pPr>
          </a:lstStyle>
          <a:p>
            <a:r>
              <a:t>xx%</a:t>
            </a:r>
          </a:p>
        </p:txBody>
      </p:sp>
      <p:sp>
        <p:nvSpPr>
          <p:cNvPr id="666" name="Google Shape;666;p93"/>
          <p:cNvSpPr/>
          <p:nvPr/>
        </p:nvSpPr>
        <p:spPr>
          <a:xfrm rot="-7651683">
            <a:off x="-2765443" y="-2249163"/>
            <a:ext cx="4638099" cy="3518236"/>
          </a:xfrm>
          <a:custGeom>
            <a:rect b="b" l="l" r="r" t="t"/>
            <a:pathLst>
              <a:path extrusionOk="0" h="70100" w="92413">
                <a:moveTo>
                  <a:pt x="64951" y="1"/>
                </a:moveTo>
                <a:cubicBezTo>
                  <a:pt x="62821" y="1"/>
                  <a:pt x="60692" y="356"/>
                  <a:pt x="58686" y="1088"/>
                </a:cubicBezTo>
                <a:cubicBezTo>
                  <a:pt x="48087" y="4951"/>
                  <a:pt x="43233" y="17227"/>
                  <a:pt x="34109" y="23860"/>
                </a:cubicBezTo>
                <a:cubicBezTo>
                  <a:pt x="26636" y="29325"/>
                  <a:pt x="16623" y="30748"/>
                  <a:pt x="9633" y="36797"/>
                </a:cubicBezTo>
                <a:cubicBezTo>
                  <a:pt x="2796" y="42693"/>
                  <a:pt x="1" y="53317"/>
                  <a:pt x="4245" y="61323"/>
                </a:cubicBezTo>
                <a:cubicBezTo>
                  <a:pt x="7105" y="66733"/>
                  <a:pt x="13294" y="70099"/>
                  <a:pt x="19296" y="70099"/>
                </a:cubicBezTo>
                <a:cubicBezTo>
                  <a:pt x="22148" y="70099"/>
                  <a:pt x="24958" y="69339"/>
                  <a:pt x="27348" y="67677"/>
                </a:cubicBezTo>
                <a:cubicBezTo>
                  <a:pt x="34134" y="62899"/>
                  <a:pt x="36015" y="53063"/>
                  <a:pt x="43030" y="48666"/>
                </a:cubicBezTo>
                <a:cubicBezTo>
                  <a:pt x="49384" y="44701"/>
                  <a:pt x="57618" y="46506"/>
                  <a:pt x="64989" y="45083"/>
                </a:cubicBezTo>
                <a:cubicBezTo>
                  <a:pt x="83542" y="41524"/>
                  <a:pt x="92413" y="15473"/>
                  <a:pt x="76019" y="3528"/>
                </a:cubicBezTo>
                <a:cubicBezTo>
                  <a:pt x="72835" y="1218"/>
                  <a:pt x="68891" y="1"/>
                  <a:pt x="6495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93"/>
          <p:cNvSpPr/>
          <p:nvPr/>
        </p:nvSpPr>
        <p:spPr>
          <a:xfrm rot="3550150">
            <a:off x="616825" y="477668"/>
            <a:ext cx="340097" cy="323883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93"/>
          <p:cNvSpPr/>
          <p:nvPr/>
        </p:nvSpPr>
        <p:spPr>
          <a:xfrm>
            <a:off x="6304100" y="512864"/>
            <a:ext cx="266197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94"/>
          <p:cNvSpPr txBox="1"/>
          <p:nvPr>
            <p:ph idx="1" type="body"/>
          </p:nvPr>
        </p:nvSpPr>
        <p:spPr>
          <a:xfrm>
            <a:off x="713225" y="1000075"/>
            <a:ext cx="7717500" cy="36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■"/>
              <a:defRPr/>
            </a:lvl9pPr>
          </a:lstStyle>
          <a:p/>
        </p:txBody>
      </p:sp>
      <p:sp>
        <p:nvSpPr>
          <p:cNvPr id="671" name="Google Shape;671;p94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672" name="Google Shape;672;p94"/>
          <p:cNvSpPr/>
          <p:nvPr/>
        </p:nvSpPr>
        <p:spPr>
          <a:xfrm>
            <a:off x="8238036" y="3155775"/>
            <a:ext cx="530596" cy="371377"/>
          </a:xfrm>
          <a:custGeom>
            <a:rect b="b" l="l" r="r" t="t"/>
            <a:pathLst>
              <a:path extrusionOk="0" fill="none" h="8362" w="11947">
                <a:moveTo>
                  <a:pt x="1" y="0"/>
                </a:moveTo>
                <a:cubicBezTo>
                  <a:pt x="1297" y="636"/>
                  <a:pt x="306" y="2643"/>
                  <a:pt x="1577" y="3279"/>
                </a:cubicBezTo>
                <a:cubicBezTo>
                  <a:pt x="2898" y="3914"/>
                  <a:pt x="3839" y="1906"/>
                  <a:pt x="5135" y="2542"/>
                </a:cubicBezTo>
                <a:cubicBezTo>
                  <a:pt x="6456" y="3177"/>
                  <a:pt x="5465" y="5185"/>
                  <a:pt x="6761" y="5820"/>
                </a:cubicBezTo>
                <a:cubicBezTo>
                  <a:pt x="8058" y="6456"/>
                  <a:pt x="9023" y="4448"/>
                  <a:pt x="10320" y="5083"/>
                </a:cubicBezTo>
                <a:cubicBezTo>
                  <a:pt x="11616" y="5719"/>
                  <a:pt x="10650" y="7727"/>
                  <a:pt x="11946" y="8362"/>
                </a:cubicBezTo>
              </a:path>
            </a:pathLst>
          </a:custGeom>
          <a:noFill/>
          <a:ln cap="rnd" cmpd="sng" w="1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94"/>
          <p:cNvSpPr/>
          <p:nvPr/>
        </p:nvSpPr>
        <p:spPr>
          <a:xfrm rot="5400000">
            <a:off x="232150" y="449314"/>
            <a:ext cx="266197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94"/>
          <p:cNvSpPr/>
          <p:nvPr/>
        </p:nvSpPr>
        <p:spPr>
          <a:xfrm rot="8514670">
            <a:off x="8258599" y="3640563"/>
            <a:ext cx="266195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95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677" name="Google Shape;677;p95"/>
          <p:cNvSpPr txBox="1"/>
          <p:nvPr>
            <p:ph idx="1" type="subTitle"/>
          </p:nvPr>
        </p:nvSpPr>
        <p:spPr>
          <a:xfrm>
            <a:off x="3442375" y="1404350"/>
            <a:ext cx="4988400" cy="485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2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9pPr>
          </a:lstStyle>
          <a:p/>
        </p:txBody>
      </p:sp>
      <p:sp>
        <p:nvSpPr>
          <p:cNvPr id="678" name="Google Shape;678;p95"/>
          <p:cNvSpPr txBox="1"/>
          <p:nvPr>
            <p:ph idx="2" type="subTitle"/>
          </p:nvPr>
        </p:nvSpPr>
        <p:spPr>
          <a:xfrm>
            <a:off x="3442375" y="1773800"/>
            <a:ext cx="4988400" cy="1025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79" name="Google Shape;679;p95"/>
          <p:cNvSpPr txBox="1"/>
          <p:nvPr>
            <p:ph idx="3" type="subTitle"/>
          </p:nvPr>
        </p:nvSpPr>
        <p:spPr>
          <a:xfrm>
            <a:off x="3442375" y="2942648"/>
            <a:ext cx="4988400" cy="485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2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9pPr>
          </a:lstStyle>
          <a:p/>
        </p:txBody>
      </p:sp>
      <p:sp>
        <p:nvSpPr>
          <p:cNvPr id="680" name="Google Shape;680;p95"/>
          <p:cNvSpPr txBox="1"/>
          <p:nvPr>
            <p:ph idx="4" type="subTitle"/>
          </p:nvPr>
        </p:nvSpPr>
        <p:spPr>
          <a:xfrm>
            <a:off x="3442375" y="3312100"/>
            <a:ext cx="4988400" cy="1025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81" name="Google Shape;681;p95"/>
          <p:cNvSpPr/>
          <p:nvPr/>
        </p:nvSpPr>
        <p:spPr>
          <a:xfrm rot="1114429">
            <a:off x="3254326" y="4675646"/>
            <a:ext cx="340094" cy="323885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95"/>
          <p:cNvSpPr/>
          <p:nvPr/>
        </p:nvSpPr>
        <p:spPr>
          <a:xfrm rot="3623273">
            <a:off x="8604845" y="1061816"/>
            <a:ext cx="266201" cy="253504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95"/>
          <p:cNvSpPr/>
          <p:nvPr/>
        </p:nvSpPr>
        <p:spPr>
          <a:xfrm rot="-5625860">
            <a:off x="7958174" y="3942331"/>
            <a:ext cx="4638049" cy="3518198"/>
          </a:xfrm>
          <a:custGeom>
            <a:rect b="b" l="l" r="r" t="t"/>
            <a:pathLst>
              <a:path extrusionOk="0" h="70100" w="92413">
                <a:moveTo>
                  <a:pt x="64951" y="1"/>
                </a:moveTo>
                <a:cubicBezTo>
                  <a:pt x="62821" y="1"/>
                  <a:pt x="60692" y="356"/>
                  <a:pt x="58686" y="1088"/>
                </a:cubicBezTo>
                <a:cubicBezTo>
                  <a:pt x="48087" y="4951"/>
                  <a:pt x="43233" y="17227"/>
                  <a:pt x="34109" y="23860"/>
                </a:cubicBezTo>
                <a:cubicBezTo>
                  <a:pt x="26636" y="29325"/>
                  <a:pt x="16623" y="30748"/>
                  <a:pt x="9633" y="36797"/>
                </a:cubicBezTo>
                <a:cubicBezTo>
                  <a:pt x="2796" y="42693"/>
                  <a:pt x="1" y="53317"/>
                  <a:pt x="4245" y="61323"/>
                </a:cubicBezTo>
                <a:cubicBezTo>
                  <a:pt x="7105" y="66733"/>
                  <a:pt x="13294" y="70099"/>
                  <a:pt x="19296" y="70099"/>
                </a:cubicBezTo>
                <a:cubicBezTo>
                  <a:pt x="22148" y="70099"/>
                  <a:pt x="24958" y="69339"/>
                  <a:pt x="27348" y="67677"/>
                </a:cubicBezTo>
                <a:cubicBezTo>
                  <a:pt x="34134" y="62899"/>
                  <a:pt x="36015" y="53063"/>
                  <a:pt x="43030" y="48666"/>
                </a:cubicBezTo>
                <a:cubicBezTo>
                  <a:pt x="49384" y="44701"/>
                  <a:pt x="57618" y="46506"/>
                  <a:pt x="64989" y="45083"/>
                </a:cubicBezTo>
                <a:cubicBezTo>
                  <a:pt x="83542" y="41524"/>
                  <a:pt x="92413" y="15473"/>
                  <a:pt x="76019" y="3528"/>
                </a:cubicBezTo>
                <a:cubicBezTo>
                  <a:pt x="72835" y="1218"/>
                  <a:pt x="68891" y="1"/>
                  <a:pt x="6495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95"/>
          <p:cNvSpPr/>
          <p:nvPr/>
        </p:nvSpPr>
        <p:spPr>
          <a:xfrm rot="-7836896">
            <a:off x="8610337" y="3750996"/>
            <a:ext cx="530618" cy="371393"/>
          </a:xfrm>
          <a:custGeom>
            <a:rect b="b" l="l" r="r" t="t"/>
            <a:pathLst>
              <a:path extrusionOk="0" fill="none" h="8362" w="11947">
                <a:moveTo>
                  <a:pt x="1" y="0"/>
                </a:moveTo>
                <a:cubicBezTo>
                  <a:pt x="1297" y="636"/>
                  <a:pt x="306" y="2643"/>
                  <a:pt x="1577" y="3279"/>
                </a:cubicBezTo>
                <a:cubicBezTo>
                  <a:pt x="2898" y="3914"/>
                  <a:pt x="3839" y="1906"/>
                  <a:pt x="5135" y="2542"/>
                </a:cubicBezTo>
                <a:cubicBezTo>
                  <a:pt x="6456" y="3177"/>
                  <a:pt x="5465" y="5185"/>
                  <a:pt x="6761" y="5820"/>
                </a:cubicBezTo>
                <a:cubicBezTo>
                  <a:pt x="8058" y="6456"/>
                  <a:pt x="9023" y="4448"/>
                  <a:pt x="10320" y="5083"/>
                </a:cubicBezTo>
                <a:cubicBezTo>
                  <a:pt x="11616" y="5719"/>
                  <a:pt x="10650" y="7727"/>
                  <a:pt x="11946" y="8362"/>
                </a:cubicBezTo>
              </a:path>
            </a:pathLst>
          </a:custGeom>
          <a:noFill/>
          <a:ln cap="rnd" cmpd="sng" w="184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96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687" name="Google Shape;687;p96"/>
          <p:cNvSpPr/>
          <p:nvPr/>
        </p:nvSpPr>
        <p:spPr>
          <a:xfrm rot="3550150">
            <a:off x="8453600" y="1051343"/>
            <a:ext cx="340097" cy="323883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97"/>
          <p:cNvSpPr txBox="1"/>
          <p:nvPr>
            <p:ph type="title"/>
          </p:nvPr>
        </p:nvSpPr>
        <p:spPr>
          <a:xfrm>
            <a:off x="4026575" y="445025"/>
            <a:ext cx="4404300" cy="6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690" name="Google Shape;690;p97"/>
          <p:cNvSpPr txBox="1"/>
          <p:nvPr>
            <p:ph idx="1" type="body"/>
          </p:nvPr>
        </p:nvSpPr>
        <p:spPr>
          <a:xfrm>
            <a:off x="4026575" y="1304875"/>
            <a:ext cx="4404300" cy="32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unito Ligh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Nunito Light"/>
              <a:buChar char="○"/>
              <a:defRPr sz="15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Nunito Light"/>
              <a:buChar char="■"/>
              <a:defRPr sz="15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Nunito Light"/>
              <a:buChar char="●"/>
              <a:defRPr sz="15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Nunito Light"/>
              <a:buChar char="○"/>
              <a:defRPr sz="15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Nunito Light"/>
              <a:buChar char="■"/>
              <a:defRPr sz="15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Nunito Light"/>
              <a:buChar char="●"/>
              <a:defRPr sz="15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Nunito Light"/>
              <a:buChar char="○"/>
              <a:defRPr sz="15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Nunito Light"/>
              <a:buChar char="■"/>
              <a:defRPr sz="1500"/>
            </a:lvl9pPr>
          </a:lstStyle>
          <a:p/>
        </p:txBody>
      </p:sp>
      <p:sp>
        <p:nvSpPr>
          <p:cNvPr id="691" name="Google Shape;691;p97"/>
          <p:cNvSpPr/>
          <p:nvPr>
            <p:ph idx="2" type="pic"/>
          </p:nvPr>
        </p:nvSpPr>
        <p:spPr>
          <a:xfrm>
            <a:off x="564000" y="486600"/>
            <a:ext cx="3134400" cy="41703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2" name="Google Shape;692;p97"/>
          <p:cNvSpPr/>
          <p:nvPr/>
        </p:nvSpPr>
        <p:spPr>
          <a:xfrm rot="-7763208">
            <a:off x="8231403" y="-30500"/>
            <a:ext cx="4638108" cy="3518243"/>
          </a:xfrm>
          <a:custGeom>
            <a:rect b="b" l="l" r="r" t="t"/>
            <a:pathLst>
              <a:path extrusionOk="0" h="70100" w="92413">
                <a:moveTo>
                  <a:pt x="64951" y="1"/>
                </a:moveTo>
                <a:cubicBezTo>
                  <a:pt x="62821" y="1"/>
                  <a:pt x="60692" y="356"/>
                  <a:pt x="58686" y="1088"/>
                </a:cubicBezTo>
                <a:cubicBezTo>
                  <a:pt x="48087" y="4951"/>
                  <a:pt x="43233" y="17227"/>
                  <a:pt x="34109" y="23860"/>
                </a:cubicBezTo>
                <a:cubicBezTo>
                  <a:pt x="26636" y="29325"/>
                  <a:pt x="16623" y="30748"/>
                  <a:pt x="9633" y="36797"/>
                </a:cubicBezTo>
                <a:cubicBezTo>
                  <a:pt x="2796" y="42693"/>
                  <a:pt x="1" y="53317"/>
                  <a:pt x="4245" y="61323"/>
                </a:cubicBezTo>
                <a:cubicBezTo>
                  <a:pt x="7105" y="66733"/>
                  <a:pt x="13294" y="70099"/>
                  <a:pt x="19296" y="70099"/>
                </a:cubicBezTo>
                <a:cubicBezTo>
                  <a:pt x="22148" y="70099"/>
                  <a:pt x="24958" y="69339"/>
                  <a:pt x="27348" y="67677"/>
                </a:cubicBezTo>
                <a:cubicBezTo>
                  <a:pt x="34134" y="62899"/>
                  <a:pt x="36015" y="53063"/>
                  <a:pt x="43030" y="48666"/>
                </a:cubicBezTo>
                <a:cubicBezTo>
                  <a:pt x="49384" y="44701"/>
                  <a:pt x="57618" y="46506"/>
                  <a:pt x="64989" y="45083"/>
                </a:cubicBezTo>
                <a:cubicBezTo>
                  <a:pt x="83542" y="41524"/>
                  <a:pt x="92413" y="15473"/>
                  <a:pt x="76019" y="3528"/>
                </a:cubicBezTo>
                <a:cubicBezTo>
                  <a:pt x="72835" y="1218"/>
                  <a:pt x="68891" y="1"/>
                  <a:pt x="6495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97"/>
          <p:cNvSpPr/>
          <p:nvPr/>
        </p:nvSpPr>
        <p:spPr>
          <a:xfrm rot="7218987">
            <a:off x="5919462" y="4703830"/>
            <a:ext cx="340093" cy="323885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97"/>
          <p:cNvSpPr/>
          <p:nvPr/>
        </p:nvSpPr>
        <p:spPr>
          <a:xfrm rot="-9849443">
            <a:off x="8699356" y="1015692"/>
            <a:ext cx="530621" cy="371395"/>
          </a:xfrm>
          <a:custGeom>
            <a:rect b="b" l="l" r="r" t="t"/>
            <a:pathLst>
              <a:path extrusionOk="0" fill="none" h="8362" w="11947">
                <a:moveTo>
                  <a:pt x="1" y="0"/>
                </a:moveTo>
                <a:cubicBezTo>
                  <a:pt x="1297" y="636"/>
                  <a:pt x="306" y="2643"/>
                  <a:pt x="1577" y="3279"/>
                </a:cubicBezTo>
                <a:cubicBezTo>
                  <a:pt x="2898" y="3914"/>
                  <a:pt x="3839" y="1906"/>
                  <a:pt x="5135" y="2542"/>
                </a:cubicBezTo>
                <a:cubicBezTo>
                  <a:pt x="6456" y="3177"/>
                  <a:pt x="5465" y="5185"/>
                  <a:pt x="6761" y="5820"/>
                </a:cubicBezTo>
                <a:cubicBezTo>
                  <a:pt x="8058" y="6456"/>
                  <a:pt x="9023" y="4448"/>
                  <a:pt x="10320" y="5083"/>
                </a:cubicBezTo>
                <a:cubicBezTo>
                  <a:pt x="11616" y="5719"/>
                  <a:pt x="10650" y="7727"/>
                  <a:pt x="11946" y="8362"/>
                </a:cubicBezTo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98"/>
          <p:cNvSpPr txBox="1"/>
          <p:nvPr>
            <p:ph type="title"/>
          </p:nvPr>
        </p:nvSpPr>
        <p:spPr>
          <a:xfrm>
            <a:off x="713225" y="1349700"/>
            <a:ext cx="4509900" cy="244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97" name="Google Shape;697;p98"/>
          <p:cNvSpPr/>
          <p:nvPr/>
        </p:nvSpPr>
        <p:spPr>
          <a:xfrm rot="9209643">
            <a:off x="-709832" y="-2415968"/>
            <a:ext cx="3971379" cy="3926756"/>
          </a:xfrm>
          <a:custGeom>
            <a:rect b="b" l="l" r="r" t="t"/>
            <a:pathLst>
              <a:path extrusionOk="0" h="80518" w="81433">
                <a:moveTo>
                  <a:pt x="28054" y="1"/>
                </a:moveTo>
                <a:cubicBezTo>
                  <a:pt x="25711" y="1"/>
                  <a:pt x="23142" y="619"/>
                  <a:pt x="20333" y="2015"/>
                </a:cubicBezTo>
                <a:cubicBezTo>
                  <a:pt x="6227" y="9005"/>
                  <a:pt x="0" y="29769"/>
                  <a:pt x="12937" y="41054"/>
                </a:cubicBezTo>
                <a:cubicBezTo>
                  <a:pt x="20663" y="47764"/>
                  <a:pt x="32533" y="47916"/>
                  <a:pt x="40157" y="54728"/>
                </a:cubicBezTo>
                <a:cubicBezTo>
                  <a:pt x="48519" y="62149"/>
                  <a:pt x="50654" y="76509"/>
                  <a:pt x="61329" y="79940"/>
                </a:cubicBezTo>
                <a:cubicBezTo>
                  <a:pt x="62549" y="80333"/>
                  <a:pt x="63804" y="80517"/>
                  <a:pt x="65058" y="80517"/>
                </a:cubicBezTo>
                <a:cubicBezTo>
                  <a:pt x="71507" y="80517"/>
                  <a:pt x="77931" y="75645"/>
                  <a:pt x="79526" y="69240"/>
                </a:cubicBezTo>
                <a:cubicBezTo>
                  <a:pt x="81433" y="61590"/>
                  <a:pt x="76959" y="53101"/>
                  <a:pt x="69868" y="49543"/>
                </a:cubicBezTo>
                <a:cubicBezTo>
                  <a:pt x="65446" y="47306"/>
                  <a:pt x="60236" y="46772"/>
                  <a:pt x="56271" y="43875"/>
                </a:cubicBezTo>
                <a:cubicBezTo>
                  <a:pt x="51391" y="40291"/>
                  <a:pt x="49434" y="33963"/>
                  <a:pt x="48367" y="28016"/>
                </a:cubicBezTo>
                <a:cubicBezTo>
                  <a:pt x="46424" y="17002"/>
                  <a:pt x="40341" y="1"/>
                  <a:pt x="2805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98"/>
          <p:cNvSpPr/>
          <p:nvPr/>
        </p:nvSpPr>
        <p:spPr>
          <a:xfrm rot="9975143">
            <a:off x="2716327" y="605766"/>
            <a:ext cx="530625" cy="371397"/>
          </a:xfrm>
          <a:custGeom>
            <a:rect b="b" l="l" r="r" t="t"/>
            <a:pathLst>
              <a:path extrusionOk="0" fill="none" h="8362" w="11947">
                <a:moveTo>
                  <a:pt x="1" y="0"/>
                </a:moveTo>
                <a:cubicBezTo>
                  <a:pt x="1297" y="636"/>
                  <a:pt x="306" y="2643"/>
                  <a:pt x="1577" y="3279"/>
                </a:cubicBezTo>
                <a:cubicBezTo>
                  <a:pt x="2898" y="3914"/>
                  <a:pt x="3839" y="1906"/>
                  <a:pt x="5135" y="2542"/>
                </a:cubicBezTo>
                <a:cubicBezTo>
                  <a:pt x="6456" y="3177"/>
                  <a:pt x="5465" y="5185"/>
                  <a:pt x="6761" y="5820"/>
                </a:cubicBezTo>
                <a:cubicBezTo>
                  <a:pt x="8058" y="6456"/>
                  <a:pt x="9023" y="4448"/>
                  <a:pt x="10320" y="5083"/>
                </a:cubicBezTo>
                <a:cubicBezTo>
                  <a:pt x="11616" y="5719"/>
                  <a:pt x="10650" y="7727"/>
                  <a:pt x="11946" y="8362"/>
                </a:cubicBezTo>
              </a:path>
            </a:pathLst>
          </a:custGeom>
          <a:noFill/>
          <a:ln cap="rnd" cmpd="sng" w="1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98"/>
          <p:cNvSpPr/>
          <p:nvPr/>
        </p:nvSpPr>
        <p:spPr>
          <a:xfrm>
            <a:off x="8653200" y="1905014"/>
            <a:ext cx="266197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98"/>
          <p:cNvSpPr/>
          <p:nvPr/>
        </p:nvSpPr>
        <p:spPr>
          <a:xfrm rot="6679339">
            <a:off x="8344898" y="1101090"/>
            <a:ext cx="530629" cy="371400"/>
          </a:xfrm>
          <a:custGeom>
            <a:rect b="b" l="l" r="r" t="t"/>
            <a:pathLst>
              <a:path extrusionOk="0" fill="none" h="8362" w="11947">
                <a:moveTo>
                  <a:pt x="1" y="0"/>
                </a:moveTo>
                <a:cubicBezTo>
                  <a:pt x="1297" y="636"/>
                  <a:pt x="306" y="2643"/>
                  <a:pt x="1577" y="3279"/>
                </a:cubicBezTo>
                <a:cubicBezTo>
                  <a:pt x="2898" y="3914"/>
                  <a:pt x="3839" y="1906"/>
                  <a:pt x="5135" y="2542"/>
                </a:cubicBezTo>
                <a:cubicBezTo>
                  <a:pt x="6456" y="3177"/>
                  <a:pt x="5465" y="5185"/>
                  <a:pt x="6761" y="5820"/>
                </a:cubicBezTo>
                <a:cubicBezTo>
                  <a:pt x="8058" y="6456"/>
                  <a:pt x="9023" y="4448"/>
                  <a:pt x="10320" y="5083"/>
                </a:cubicBezTo>
                <a:cubicBezTo>
                  <a:pt x="11616" y="5719"/>
                  <a:pt x="10650" y="7727"/>
                  <a:pt x="11946" y="8362"/>
                </a:cubicBezTo>
              </a:path>
            </a:pathLst>
          </a:custGeom>
          <a:noFill/>
          <a:ln cap="rnd" cmpd="sng" w="184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99"/>
          <p:cNvSpPr txBox="1"/>
          <p:nvPr>
            <p:ph type="title"/>
          </p:nvPr>
        </p:nvSpPr>
        <p:spPr>
          <a:xfrm>
            <a:off x="25494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703" name="Google Shape;703;p99"/>
          <p:cNvSpPr txBox="1"/>
          <p:nvPr>
            <p:ph idx="1" type="subTitle"/>
          </p:nvPr>
        </p:nvSpPr>
        <p:spPr>
          <a:xfrm>
            <a:off x="25494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04" name="Google Shape;704;p99"/>
          <p:cNvSpPr/>
          <p:nvPr/>
        </p:nvSpPr>
        <p:spPr>
          <a:xfrm rot="-451389">
            <a:off x="-1576814" y="2342622"/>
            <a:ext cx="4549738" cy="4498616"/>
          </a:xfrm>
          <a:custGeom>
            <a:rect b="b" l="l" r="r" t="t"/>
            <a:pathLst>
              <a:path extrusionOk="0" h="80518" w="81433">
                <a:moveTo>
                  <a:pt x="28054" y="1"/>
                </a:moveTo>
                <a:cubicBezTo>
                  <a:pt x="25711" y="1"/>
                  <a:pt x="23142" y="619"/>
                  <a:pt x="20333" y="2015"/>
                </a:cubicBezTo>
                <a:cubicBezTo>
                  <a:pt x="6227" y="9005"/>
                  <a:pt x="0" y="29769"/>
                  <a:pt x="12937" y="41054"/>
                </a:cubicBezTo>
                <a:cubicBezTo>
                  <a:pt x="20663" y="47764"/>
                  <a:pt x="32533" y="47916"/>
                  <a:pt x="40157" y="54728"/>
                </a:cubicBezTo>
                <a:cubicBezTo>
                  <a:pt x="48519" y="62149"/>
                  <a:pt x="50654" y="76509"/>
                  <a:pt x="61329" y="79940"/>
                </a:cubicBezTo>
                <a:cubicBezTo>
                  <a:pt x="62549" y="80333"/>
                  <a:pt x="63804" y="80517"/>
                  <a:pt x="65058" y="80517"/>
                </a:cubicBezTo>
                <a:cubicBezTo>
                  <a:pt x="71507" y="80517"/>
                  <a:pt x="77931" y="75645"/>
                  <a:pt x="79526" y="69240"/>
                </a:cubicBezTo>
                <a:cubicBezTo>
                  <a:pt x="81433" y="61590"/>
                  <a:pt x="76959" y="53101"/>
                  <a:pt x="69868" y="49543"/>
                </a:cubicBezTo>
                <a:cubicBezTo>
                  <a:pt x="65446" y="47306"/>
                  <a:pt x="60236" y="46772"/>
                  <a:pt x="56271" y="43875"/>
                </a:cubicBezTo>
                <a:cubicBezTo>
                  <a:pt x="51391" y="40291"/>
                  <a:pt x="49434" y="33963"/>
                  <a:pt x="48367" y="28016"/>
                </a:cubicBezTo>
                <a:cubicBezTo>
                  <a:pt x="46424" y="17002"/>
                  <a:pt x="40341" y="1"/>
                  <a:pt x="2805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99"/>
          <p:cNvSpPr/>
          <p:nvPr/>
        </p:nvSpPr>
        <p:spPr>
          <a:xfrm rot="10800000">
            <a:off x="8421588" y="4515100"/>
            <a:ext cx="530626" cy="371398"/>
          </a:xfrm>
          <a:custGeom>
            <a:rect b="b" l="l" r="r" t="t"/>
            <a:pathLst>
              <a:path extrusionOk="0" fill="none" h="8362" w="11947">
                <a:moveTo>
                  <a:pt x="1" y="0"/>
                </a:moveTo>
                <a:cubicBezTo>
                  <a:pt x="1297" y="636"/>
                  <a:pt x="306" y="2643"/>
                  <a:pt x="1577" y="3279"/>
                </a:cubicBezTo>
                <a:cubicBezTo>
                  <a:pt x="2898" y="3914"/>
                  <a:pt x="3839" y="1906"/>
                  <a:pt x="5135" y="2542"/>
                </a:cubicBezTo>
                <a:cubicBezTo>
                  <a:pt x="6456" y="3177"/>
                  <a:pt x="5465" y="5185"/>
                  <a:pt x="6761" y="5820"/>
                </a:cubicBezTo>
                <a:cubicBezTo>
                  <a:pt x="8058" y="6456"/>
                  <a:pt x="9023" y="4448"/>
                  <a:pt x="10320" y="5083"/>
                </a:cubicBezTo>
                <a:cubicBezTo>
                  <a:pt x="11616" y="5719"/>
                  <a:pt x="10650" y="7727"/>
                  <a:pt x="11946" y="8362"/>
                </a:cubicBezTo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99"/>
          <p:cNvSpPr/>
          <p:nvPr/>
        </p:nvSpPr>
        <p:spPr>
          <a:xfrm rot="583629">
            <a:off x="319750" y="2145279"/>
            <a:ext cx="266192" cy="253494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10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9" name="Google Shape;709;p100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10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12" name="Google Shape;712;p10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13" name="Google Shape;713;p101"/>
          <p:cNvSpPr/>
          <p:nvPr/>
        </p:nvSpPr>
        <p:spPr>
          <a:xfrm rot="-451389">
            <a:off x="-2876114" y="-2833078"/>
            <a:ext cx="4549738" cy="4498616"/>
          </a:xfrm>
          <a:custGeom>
            <a:rect b="b" l="l" r="r" t="t"/>
            <a:pathLst>
              <a:path extrusionOk="0" h="80518" w="81433">
                <a:moveTo>
                  <a:pt x="28054" y="1"/>
                </a:moveTo>
                <a:cubicBezTo>
                  <a:pt x="25711" y="1"/>
                  <a:pt x="23142" y="619"/>
                  <a:pt x="20333" y="2015"/>
                </a:cubicBezTo>
                <a:cubicBezTo>
                  <a:pt x="6227" y="9005"/>
                  <a:pt x="0" y="29769"/>
                  <a:pt x="12937" y="41054"/>
                </a:cubicBezTo>
                <a:cubicBezTo>
                  <a:pt x="20663" y="47764"/>
                  <a:pt x="32533" y="47916"/>
                  <a:pt x="40157" y="54728"/>
                </a:cubicBezTo>
                <a:cubicBezTo>
                  <a:pt x="48519" y="62149"/>
                  <a:pt x="50654" y="76509"/>
                  <a:pt x="61329" y="79940"/>
                </a:cubicBezTo>
                <a:cubicBezTo>
                  <a:pt x="62549" y="80333"/>
                  <a:pt x="63804" y="80517"/>
                  <a:pt x="65058" y="80517"/>
                </a:cubicBezTo>
                <a:cubicBezTo>
                  <a:pt x="71507" y="80517"/>
                  <a:pt x="77931" y="75645"/>
                  <a:pt x="79526" y="69240"/>
                </a:cubicBezTo>
                <a:cubicBezTo>
                  <a:pt x="81433" y="61590"/>
                  <a:pt x="76959" y="53101"/>
                  <a:pt x="69868" y="49543"/>
                </a:cubicBezTo>
                <a:cubicBezTo>
                  <a:pt x="65446" y="47306"/>
                  <a:pt x="60236" y="46772"/>
                  <a:pt x="56271" y="43875"/>
                </a:cubicBezTo>
                <a:cubicBezTo>
                  <a:pt x="51391" y="40291"/>
                  <a:pt x="49434" y="33963"/>
                  <a:pt x="48367" y="28016"/>
                </a:cubicBezTo>
                <a:cubicBezTo>
                  <a:pt x="46424" y="17002"/>
                  <a:pt x="40341" y="1"/>
                  <a:pt x="2805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101"/>
          <p:cNvSpPr/>
          <p:nvPr/>
        </p:nvSpPr>
        <p:spPr>
          <a:xfrm rot="9975143">
            <a:off x="300277" y="1604391"/>
            <a:ext cx="530625" cy="371397"/>
          </a:xfrm>
          <a:custGeom>
            <a:rect b="b" l="l" r="r" t="t"/>
            <a:pathLst>
              <a:path extrusionOk="0" fill="none" h="8362" w="11947">
                <a:moveTo>
                  <a:pt x="1" y="0"/>
                </a:moveTo>
                <a:cubicBezTo>
                  <a:pt x="1297" y="636"/>
                  <a:pt x="306" y="2643"/>
                  <a:pt x="1577" y="3279"/>
                </a:cubicBezTo>
                <a:cubicBezTo>
                  <a:pt x="2898" y="3914"/>
                  <a:pt x="3839" y="1906"/>
                  <a:pt x="5135" y="2542"/>
                </a:cubicBezTo>
                <a:cubicBezTo>
                  <a:pt x="6456" y="3177"/>
                  <a:pt x="5465" y="5185"/>
                  <a:pt x="6761" y="5820"/>
                </a:cubicBezTo>
                <a:cubicBezTo>
                  <a:pt x="8058" y="6456"/>
                  <a:pt x="9023" y="4448"/>
                  <a:pt x="10320" y="5083"/>
                </a:cubicBezTo>
                <a:cubicBezTo>
                  <a:pt x="11616" y="5719"/>
                  <a:pt x="10650" y="7727"/>
                  <a:pt x="11946" y="8362"/>
                </a:cubicBezTo>
              </a:path>
            </a:pathLst>
          </a:custGeom>
          <a:noFill/>
          <a:ln cap="rnd" cmpd="sng" w="1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101"/>
          <p:cNvSpPr/>
          <p:nvPr/>
        </p:nvSpPr>
        <p:spPr>
          <a:xfrm>
            <a:off x="8631725" y="4535614"/>
            <a:ext cx="266197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103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719" name="Google Shape;719;p103"/>
          <p:cNvSpPr txBox="1"/>
          <p:nvPr>
            <p:ph hasCustomPrompt="1" idx="2" type="title"/>
          </p:nvPr>
        </p:nvSpPr>
        <p:spPr>
          <a:xfrm>
            <a:off x="1002275" y="1384300"/>
            <a:ext cx="843900" cy="4476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20" name="Google Shape;720;p103"/>
          <p:cNvSpPr txBox="1"/>
          <p:nvPr>
            <p:ph hasCustomPrompt="1" idx="3" type="title"/>
          </p:nvPr>
        </p:nvSpPr>
        <p:spPr>
          <a:xfrm>
            <a:off x="1002275" y="2982413"/>
            <a:ext cx="843900" cy="4476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21" name="Google Shape;721;p103"/>
          <p:cNvSpPr txBox="1"/>
          <p:nvPr>
            <p:ph hasCustomPrompt="1" idx="4" type="title"/>
          </p:nvPr>
        </p:nvSpPr>
        <p:spPr>
          <a:xfrm>
            <a:off x="3544775" y="1384300"/>
            <a:ext cx="843900" cy="4476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22" name="Google Shape;722;p103"/>
          <p:cNvSpPr txBox="1"/>
          <p:nvPr>
            <p:ph hasCustomPrompt="1" idx="5" type="title"/>
          </p:nvPr>
        </p:nvSpPr>
        <p:spPr>
          <a:xfrm>
            <a:off x="3544775" y="2982414"/>
            <a:ext cx="843900" cy="4476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23" name="Google Shape;723;p103"/>
          <p:cNvSpPr txBox="1"/>
          <p:nvPr>
            <p:ph hasCustomPrompt="1" idx="6" type="title"/>
          </p:nvPr>
        </p:nvSpPr>
        <p:spPr>
          <a:xfrm>
            <a:off x="6087275" y="1384300"/>
            <a:ext cx="845700" cy="4476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24" name="Google Shape;724;p103"/>
          <p:cNvSpPr txBox="1"/>
          <p:nvPr>
            <p:ph hasCustomPrompt="1" idx="7" type="title"/>
          </p:nvPr>
        </p:nvSpPr>
        <p:spPr>
          <a:xfrm>
            <a:off x="6087275" y="2982414"/>
            <a:ext cx="845700" cy="4476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25" name="Google Shape;725;p103"/>
          <p:cNvSpPr txBox="1"/>
          <p:nvPr>
            <p:ph idx="1" type="subTitle"/>
          </p:nvPr>
        </p:nvSpPr>
        <p:spPr>
          <a:xfrm>
            <a:off x="1002275" y="1831849"/>
            <a:ext cx="2054400" cy="73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26" name="Google Shape;726;p103"/>
          <p:cNvSpPr txBox="1"/>
          <p:nvPr>
            <p:ph idx="8" type="subTitle"/>
          </p:nvPr>
        </p:nvSpPr>
        <p:spPr>
          <a:xfrm>
            <a:off x="3544775" y="1831849"/>
            <a:ext cx="2054400" cy="73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27" name="Google Shape;727;p103"/>
          <p:cNvSpPr txBox="1"/>
          <p:nvPr>
            <p:ph idx="9" type="subTitle"/>
          </p:nvPr>
        </p:nvSpPr>
        <p:spPr>
          <a:xfrm>
            <a:off x="6087275" y="1831849"/>
            <a:ext cx="2054400" cy="73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28" name="Google Shape;728;p103"/>
          <p:cNvSpPr txBox="1"/>
          <p:nvPr>
            <p:ph idx="13" type="subTitle"/>
          </p:nvPr>
        </p:nvSpPr>
        <p:spPr>
          <a:xfrm>
            <a:off x="1002275" y="3430025"/>
            <a:ext cx="2054400" cy="73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29" name="Google Shape;729;p103"/>
          <p:cNvSpPr txBox="1"/>
          <p:nvPr>
            <p:ph idx="14" type="subTitle"/>
          </p:nvPr>
        </p:nvSpPr>
        <p:spPr>
          <a:xfrm>
            <a:off x="3544775" y="3430026"/>
            <a:ext cx="2054400" cy="73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30" name="Google Shape;730;p103"/>
          <p:cNvSpPr txBox="1"/>
          <p:nvPr>
            <p:ph idx="15" type="subTitle"/>
          </p:nvPr>
        </p:nvSpPr>
        <p:spPr>
          <a:xfrm>
            <a:off x="6087275" y="3430026"/>
            <a:ext cx="2054400" cy="73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31" name="Google Shape;731;p103"/>
          <p:cNvSpPr/>
          <p:nvPr/>
        </p:nvSpPr>
        <p:spPr>
          <a:xfrm rot="-10497543">
            <a:off x="7945537" y="1966574"/>
            <a:ext cx="4638127" cy="3518258"/>
          </a:xfrm>
          <a:custGeom>
            <a:rect b="b" l="l" r="r" t="t"/>
            <a:pathLst>
              <a:path extrusionOk="0" h="70100" w="92413">
                <a:moveTo>
                  <a:pt x="64951" y="1"/>
                </a:moveTo>
                <a:cubicBezTo>
                  <a:pt x="62821" y="1"/>
                  <a:pt x="60692" y="356"/>
                  <a:pt x="58686" y="1088"/>
                </a:cubicBezTo>
                <a:cubicBezTo>
                  <a:pt x="48087" y="4951"/>
                  <a:pt x="43233" y="17227"/>
                  <a:pt x="34109" y="23860"/>
                </a:cubicBezTo>
                <a:cubicBezTo>
                  <a:pt x="26636" y="29325"/>
                  <a:pt x="16623" y="30748"/>
                  <a:pt x="9633" y="36797"/>
                </a:cubicBezTo>
                <a:cubicBezTo>
                  <a:pt x="2796" y="42693"/>
                  <a:pt x="1" y="53317"/>
                  <a:pt x="4245" y="61323"/>
                </a:cubicBezTo>
                <a:cubicBezTo>
                  <a:pt x="7105" y="66733"/>
                  <a:pt x="13294" y="70099"/>
                  <a:pt x="19296" y="70099"/>
                </a:cubicBezTo>
                <a:cubicBezTo>
                  <a:pt x="22148" y="70099"/>
                  <a:pt x="24958" y="69339"/>
                  <a:pt x="27348" y="67677"/>
                </a:cubicBezTo>
                <a:cubicBezTo>
                  <a:pt x="34134" y="62899"/>
                  <a:pt x="36015" y="53063"/>
                  <a:pt x="43030" y="48666"/>
                </a:cubicBezTo>
                <a:cubicBezTo>
                  <a:pt x="49384" y="44701"/>
                  <a:pt x="57618" y="46506"/>
                  <a:pt x="64989" y="45083"/>
                </a:cubicBezTo>
                <a:cubicBezTo>
                  <a:pt x="83542" y="41524"/>
                  <a:pt x="92413" y="15473"/>
                  <a:pt x="76019" y="3528"/>
                </a:cubicBezTo>
                <a:cubicBezTo>
                  <a:pt x="72835" y="1218"/>
                  <a:pt x="68891" y="1"/>
                  <a:pt x="6495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103"/>
          <p:cNvSpPr/>
          <p:nvPr/>
        </p:nvSpPr>
        <p:spPr>
          <a:xfrm>
            <a:off x="-2118799" y="148075"/>
            <a:ext cx="2997956" cy="2964270"/>
          </a:xfrm>
          <a:custGeom>
            <a:rect b="b" l="l" r="r" t="t"/>
            <a:pathLst>
              <a:path extrusionOk="0" h="80518" w="81433">
                <a:moveTo>
                  <a:pt x="28054" y="1"/>
                </a:moveTo>
                <a:cubicBezTo>
                  <a:pt x="25711" y="1"/>
                  <a:pt x="23142" y="619"/>
                  <a:pt x="20333" y="2015"/>
                </a:cubicBezTo>
                <a:cubicBezTo>
                  <a:pt x="6227" y="9005"/>
                  <a:pt x="0" y="29769"/>
                  <a:pt x="12937" y="41054"/>
                </a:cubicBezTo>
                <a:cubicBezTo>
                  <a:pt x="20663" y="47764"/>
                  <a:pt x="32533" y="47916"/>
                  <a:pt x="40157" y="54728"/>
                </a:cubicBezTo>
                <a:cubicBezTo>
                  <a:pt x="48519" y="62149"/>
                  <a:pt x="50654" y="76509"/>
                  <a:pt x="61329" y="79940"/>
                </a:cubicBezTo>
                <a:cubicBezTo>
                  <a:pt x="62549" y="80333"/>
                  <a:pt x="63804" y="80517"/>
                  <a:pt x="65058" y="80517"/>
                </a:cubicBezTo>
                <a:cubicBezTo>
                  <a:pt x="71507" y="80517"/>
                  <a:pt x="77931" y="75645"/>
                  <a:pt x="79526" y="69240"/>
                </a:cubicBezTo>
                <a:cubicBezTo>
                  <a:pt x="81433" y="61590"/>
                  <a:pt x="76959" y="53101"/>
                  <a:pt x="69868" y="49543"/>
                </a:cubicBezTo>
                <a:cubicBezTo>
                  <a:pt x="65446" y="47306"/>
                  <a:pt x="60236" y="46772"/>
                  <a:pt x="56271" y="43875"/>
                </a:cubicBezTo>
                <a:cubicBezTo>
                  <a:pt x="51391" y="40291"/>
                  <a:pt x="49434" y="33963"/>
                  <a:pt x="48367" y="28016"/>
                </a:cubicBezTo>
                <a:cubicBezTo>
                  <a:pt x="46424" y="17002"/>
                  <a:pt x="40341" y="1"/>
                  <a:pt x="2805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103"/>
          <p:cNvSpPr/>
          <p:nvPr/>
        </p:nvSpPr>
        <p:spPr>
          <a:xfrm rot="6284368">
            <a:off x="200821" y="1135850"/>
            <a:ext cx="530615" cy="371390"/>
          </a:xfrm>
          <a:custGeom>
            <a:rect b="b" l="l" r="r" t="t"/>
            <a:pathLst>
              <a:path extrusionOk="0" fill="none" h="8362" w="11947">
                <a:moveTo>
                  <a:pt x="1" y="0"/>
                </a:moveTo>
                <a:cubicBezTo>
                  <a:pt x="1297" y="636"/>
                  <a:pt x="306" y="2643"/>
                  <a:pt x="1577" y="3279"/>
                </a:cubicBezTo>
                <a:cubicBezTo>
                  <a:pt x="2898" y="3914"/>
                  <a:pt x="3839" y="1906"/>
                  <a:pt x="5135" y="2542"/>
                </a:cubicBezTo>
                <a:cubicBezTo>
                  <a:pt x="6456" y="3177"/>
                  <a:pt x="5465" y="5185"/>
                  <a:pt x="6761" y="5820"/>
                </a:cubicBezTo>
                <a:cubicBezTo>
                  <a:pt x="8058" y="6456"/>
                  <a:pt x="9023" y="4448"/>
                  <a:pt x="10320" y="5083"/>
                </a:cubicBezTo>
                <a:cubicBezTo>
                  <a:pt x="11616" y="5719"/>
                  <a:pt x="10650" y="7727"/>
                  <a:pt x="11946" y="8362"/>
                </a:cubicBezTo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103"/>
          <p:cNvSpPr/>
          <p:nvPr/>
        </p:nvSpPr>
        <p:spPr>
          <a:xfrm rot="7218987">
            <a:off x="8274037" y="2986792"/>
            <a:ext cx="340093" cy="323885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4"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104"/>
          <p:cNvSpPr txBox="1"/>
          <p:nvPr>
            <p:ph type="title"/>
          </p:nvPr>
        </p:nvSpPr>
        <p:spPr>
          <a:xfrm>
            <a:off x="713225" y="3367777"/>
            <a:ext cx="4177800" cy="49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37" name="Google Shape;737;p104"/>
          <p:cNvSpPr txBox="1"/>
          <p:nvPr>
            <p:ph idx="1" type="subTitle"/>
          </p:nvPr>
        </p:nvSpPr>
        <p:spPr>
          <a:xfrm>
            <a:off x="713500" y="1279525"/>
            <a:ext cx="4177800" cy="206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5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38" name="Google Shape;738;p104"/>
          <p:cNvSpPr/>
          <p:nvPr/>
        </p:nvSpPr>
        <p:spPr>
          <a:xfrm rot="3550150">
            <a:off x="8317775" y="3649843"/>
            <a:ext cx="340097" cy="323883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104"/>
          <p:cNvSpPr/>
          <p:nvPr/>
        </p:nvSpPr>
        <p:spPr>
          <a:xfrm>
            <a:off x="447300" y="625489"/>
            <a:ext cx="266197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104"/>
          <p:cNvSpPr/>
          <p:nvPr/>
        </p:nvSpPr>
        <p:spPr>
          <a:xfrm rot="4736099">
            <a:off x="7089148" y="549301"/>
            <a:ext cx="266196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104"/>
          <p:cNvSpPr/>
          <p:nvPr/>
        </p:nvSpPr>
        <p:spPr>
          <a:xfrm rot="10136242">
            <a:off x="3245518" y="4562552"/>
            <a:ext cx="530630" cy="371401"/>
          </a:xfrm>
          <a:custGeom>
            <a:rect b="b" l="l" r="r" t="t"/>
            <a:pathLst>
              <a:path extrusionOk="0" fill="none" h="8362" w="11947">
                <a:moveTo>
                  <a:pt x="1" y="0"/>
                </a:moveTo>
                <a:cubicBezTo>
                  <a:pt x="1297" y="636"/>
                  <a:pt x="306" y="2643"/>
                  <a:pt x="1577" y="3279"/>
                </a:cubicBezTo>
                <a:cubicBezTo>
                  <a:pt x="2898" y="3914"/>
                  <a:pt x="3839" y="1906"/>
                  <a:pt x="5135" y="2542"/>
                </a:cubicBezTo>
                <a:cubicBezTo>
                  <a:pt x="6456" y="3177"/>
                  <a:pt x="5465" y="5185"/>
                  <a:pt x="6761" y="5820"/>
                </a:cubicBezTo>
                <a:cubicBezTo>
                  <a:pt x="8058" y="6456"/>
                  <a:pt x="9023" y="4448"/>
                  <a:pt x="10320" y="5083"/>
                </a:cubicBezTo>
                <a:cubicBezTo>
                  <a:pt x="11616" y="5719"/>
                  <a:pt x="10650" y="7727"/>
                  <a:pt x="11946" y="8362"/>
                </a:cubicBezTo>
              </a:path>
            </a:pathLst>
          </a:custGeom>
          <a:noFill/>
          <a:ln cap="rnd" cmpd="sng" w="184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5"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105"/>
          <p:cNvSpPr txBox="1"/>
          <p:nvPr>
            <p:ph idx="1" type="subTitle"/>
          </p:nvPr>
        </p:nvSpPr>
        <p:spPr>
          <a:xfrm flipH="1">
            <a:off x="3840475" y="1436972"/>
            <a:ext cx="4590300" cy="3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744" name="Google Shape;744;p105"/>
          <p:cNvSpPr txBox="1"/>
          <p:nvPr>
            <p:ph hasCustomPrompt="1" type="title"/>
          </p:nvPr>
        </p:nvSpPr>
        <p:spPr>
          <a:xfrm flipH="1">
            <a:off x="3840475" y="774575"/>
            <a:ext cx="4590300" cy="71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3300"/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745" name="Google Shape;745;p105"/>
          <p:cNvSpPr txBox="1"/>
          <p:nvPr>
            <p:ph idx="2" type="subTitle"/>
          </p:nvPr>
        </p:nvSpPr>
        <p:spPr>
          <a:xfrm flipH="1">
            <a:off x="3840475" y="2713499"/>
            <a:ext cx="4590300" cy="3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746" name="Google Shape;746;p105"/>
          <p:cNvSpPr txBox="1"/>
          <p:nvPr>
            <p:ph hasCustomPrompt="1" idx="3" type="title"/>
          </p:nvPr>
        </p:nvSpPr>
        <p:spPr>
          <a:xfrm flipH="1">
            <a:off x="3840475" y="2060470"/>
            <a:ext cx="4590300" cy="71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3300"/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747" name="Google Shape;747;p105"/>
          <p:cNvSpPr txBox="1"/>
          <p:nvPr>
            <p:ph idx="4" type="subTitle"/>
          </p:nvPr>
        </p:nvSpPr>
        <p:spPr>
          <a:xfrm flipH="1">
            <a:off x="3840475" y="3990025"/>
            <a:ext cx="4590300" cy="3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748" name="Google Shape;748;p105"/>
          <p:cNvSpPr txBox="1"/>
          <p:nvPr>
            <p:ph hasCustomPrompt="1" idx="5" type="title"/>
          </p:nvPr>
        </p:nvSpPr>
        <p:spPr>
          <a:xfrm flipH="1">
            <a:off x="3840475" y="3346364"/>
            <a:ext cx="4590300" cy="71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3300"/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749" name="Google Shape;749;p105"/>
          <p:cNvSpPr/>
          <p:nvPr/>
        </p:nvSpPr>
        <p:spPr>
          <a:xfrm rot="3550150">
            <a:off x="8618400" y="3213856"/>
            <a:ext cx="340097" cy="323883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105"/>
          <p:cNvSpPr/>
          <p:nvPr/>
        </p:nvSpPr>
        <p:spPr>
          <a:xfrm>
            <a:off x="447025" y="576064"/>
            <a:ext cx="266197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6"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106"/>
          <p:cNvSpPr txBox="1"/>
          <p:nvPr>
            <p:ph type="title"/>
          </p:nvPr>
        </p:nvSpPr>
        <p:spPr>
          <a:xfrm>
            <a:off x="713225" y="445025"/>
            <a:ext cx="7717500" cy="106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753" name="Google Shape;753;p106"/>
          <p:cNvSpPr/>
          <p:nvPr/>
        </p:nvSpPr>
        <p:spPr>
          <a:xfrm rot="137063">
            <a:off x="-2099121" y="-1183939"/>
            <a:ext cx="2998099" cy="2964412"/>
          </a:xfrm>
          <a:custGeom>
            <a:rect b="b" l="l" r="r" t="t"/>
            <a:pathLst>
              <a:path extrusionOk="0" h="80518" w="81433">
                <a:moveTo>
                  <a:pt x="28054" y="1"/>
                </a:moveTo>
                <a:cubicBezTo>
                  <a:pt x="25711" y="1"/>
                  <a:pt x="23142" y="619"/>
                  <a:pt x="20333" y="2015"/>
                </a:cubicBezTo>
                <a:cubicBezTo>
                  <a:pt x="6227" y="9005"/>
                  <a:pt x="0" y="29769"/>
                  <a:pt x="12937" y="41054"/>
                </a:cubicBezTo>
                <a:cubicBezTo>
                  <a:pt x="20663" y="47764"/>
                  <a:pt x="32533" y="47916"/>
                  <a:pt x="40157" y="54728"/>
                </a:cubicBezTo>
                <a:cubicBezTo>
                  <a:pt x="48519" y="62149"/>
                  <a:pt x="50654" y="76509"/>
                  <a:pt x="61329" y="79940"/>
                </a:cubicBezTo>
                <a:cubicBezTo>
                  <a:pt x="62549" y="80333"/>
                  <a:pt x="63804" y="80517"/>
                  <a:pt x="65058" y="80517"/>
                </a:cubicBezTo>
                <a:cubicBezTo>
                  <a:pt x="71507" y="80517"/>
                  <a:pt x="77931" y="75645"/>
                  <a:pt x="79526" y="69240"/>
                </a:cubicBezTo>
                <a:cubicBezTo>
                  <a:pt x="81433" y="61590"/>
                  <a:pt x="76959" y="53101"/>
                  <a:pt x="69868" y="49543"/>
                </a:cubicBezTo>
                <a:cubicBezTo>
                  <a:pt x="65446" y="47306"/>
                  <a:pt x="60236" y="46772"/>
                  <a:pt x="56271" y="43875"/>
                </a:cubicBezTo>
                <a:cubicBezTo>
                  <a:pt x="51391" y="40291"/>
                  <a:pt x="49434" y="33963"/>
                  <a:pt x="48367" y="28016"/>
                </a:cubicBezTo>
                <a:cubicBezTo>
                  <a:pt x="46424" y="17002"/>
                  <a:pt x="40341" y="1"/>
                  <a:pt x="2805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106"/>
          <p:cNvSpPr/>
          <p:nvPr/>
        </p:nvSpPr>
        <p:spPr>
          <a:xfrm rot="6143850">
            <a:off x="6971786" y="2956446"/>
            <a:ext cx="3950413" cy="3906025"/>
          </a:xfrm>
          <a:custGeom>
            <a:rect b="b" l="l" r="r" t="t"/>
            <a:pathLst>
              <a:path extrusionOk="0" h="80518" w="81433">
                <a:moveTo>
                  <a:pt x="28054" y="1"/>
                </a:moveTo>
                <a:cubicBezTo>
                  <a:pt x="25711" y="1"/>
                  <a:pt x="23142" y="619"/>
                  <a:pt x="20333" y="2015"/>
                </a:cubicBezTo>
                <a:cubicBezTo>
                  <a:pt x="6227" y="9005"/>
                  <a:pt x="0" y="29769"/>
                  <a:pt x="12937" y="41054"/>
                </a:cubicBezTo>
                <a:cubicBezTo>
                  <a:pt x="20663" y="47764"/>
                  <a:pt x="32533" y="47916"/>
                  <a:pt x="40157" y="54728"/>
                </a:cubicBezTo>
                <a:cubicBezTo>
                  <a:pt x="48519" y="62149"/>
                  <a:pt x="50654" y="76509"/>
                  <a:pt x="61329" y="79940"/>
                </a:cubicBezTo>
                <a:cubicBezTo>
                  <a:pt x="62549" y="80333"/>
                  <a:pt x="63804" y="80517"/>
                  <a:pt x="65058" y="80517"/>
                </a:cubicBezTo>
                <a:cubicBezTo>
                  <a:pt x="71507" y="80517"/>
                  <a:pt x="77931" y="75645"/>
                  <a:pt x="79526" y="69240"/>
                </a:cubicBezTo>
                <a:cubicBezTo>
                  <a:pt x="81433" y="61590"/>
                  <a:pt x="76959" y="53101"/>
                  <a:pt x="69868" y="49543"/>
                </a:cubicBezTo>
                <a:cubicBezTo>
                  <a:pt x="65446" y="47306"/>
                  <a:pt x="60236" y="46772"/>
                  <a:pt x="56271" y="43875"/>
                </a:cubicBezTo>
                <a:cubicBezTo>
                  <a:pt x="51391" y="40291"/>
                  <a:pt x="49434" y="33963"/>
                  <a:pt x="48367" y="28016"/>
                </a:cubicBezTo>
                <a:cubicBezTo>
                  <a:pt x="46424" y="17002"/>
                  <a:pt x="40341" y="1"/>
                  <a:pt x="2805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755" name="Google Shape;755;p106"/>
          <p:cNvSpPr/>
          <p:nvPr/>
        </p:nvSpPr>
        <p:spPr>
          <a:xfrm>
            <a:off x="8608050" y="3398939"/>
            <a:ext cx="266197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106"/>
          <p:cNvSpPr/>
          <p:nvPr/>
        </p:nvSpPr>
        <p:spPr>
          <a:xfrm flipH="1">
            <a:off x="157850" y="2096064"/>
            <a:ext cx="266197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6_1"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107"/>
          <p:cNvSpPr txBox="1"/>
          <p:nvPr>
            <p:ph type="title"/>
          </p:nvPr>
        </p:nvSpPr>
        <p:spPr>
          <a:xfrm>
            <a:off x="713225" y="445025"/>
            <a:ext cx="7717500" cy="106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759" name="Google Shape;759;p107"/>
          <p:cNvSpPr/>
          <p:nvPr/>
        </p:nvSpPr>
        <p:spPr>
          <a:xfrm rot="-9130459">
            <a:off x="243515" y="1050654"/>
            <a:ext cx="530634" cy="371404"/>
          </a:xfrm>
          <a:custGeom>
            <a:rect b="b" l="l" r="r" t="t"/>
            <a:pathLst>
              <a:path extrusionOk="0" fill="none" h="8362" w="11947">
                <a:moveTo>
                  <a:pt x="1" y="0"/>
                </a:moveTo>
                <a:cubicBezTo>
                  <a:pt x="1297" y="636"/>
                  <a:pt x="306" y="2643"/>
                  <a:pt x="1577" y="3279"/>
                </a:cubicBezTo>
                <a:cubicBezTo>
                  <a:pt x="2898" y="3914"/>
                  <a:pt x="3839" y="1906"/>
                  <a:pt x="5135" y="2542"/>
                </a:cubicBezTo>
                <a:cubicBezTo>
                  <a:pt x="6456" y="3177"/>
                  <a:pt x="5465" y="5185"/>
                  <a:pt x="6761" y="5820"/>
                </a:cubicBezTo>
                <a:cubicBezTo>
                  <a:pt x="8058" y="6456"/>
                  <a:pt x="9023" y="4448"/>
                  <a:pt x="10320" y="5083"/>
                </a:cubicBezTo>
                <a:cubicBezTo>
                  <a:pt x="11616" y="5719"/>
                  <a:pt x="10650" y="7727"/>
                  <a:pt x="11946" y="8362"/>
                </a:cubicBezTo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107"/>
          <p:cNvSpPr/>
          <p:nvPr/>
        </p:nvSpPr>
        <p:spPr>
          <a:xfrm>
            <a:off x="8634825" y="423664"/>
            <a:ext cx="266197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107"/>
          <p:cNvSpPr/>
          <p:nvPr/>
        </p:nvSpPr>
        <p:spPr>
          <a:xfrm flipH="1">
            <a:off x="580125" y="850164"/>
            <a:ext cx="266197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p107"/>
          <p:cNvSpPr/>
          <p:nvPr/>
        </p:nvSpPr>
        <p:spPr>
          <a:xfrm flipH="1" rot="3840785">
            <a:off x="5699042" y="4785510"/>
            <a:ext cx="266204" cy="253502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7"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108"/>
          <p:cNvSpPr txBox="1"/>
          <p:nvPr>
            <p:ph idx="1" type="subTitle"/>
          </p:nvPr>
        </p:nvSpPr>
        <p:spPr>
          <a:xfrm>
            <a:off x="713225" y="1631500"/>
            <a:ext cx="2820300" cy="111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765" name="Google Shape;765;p108"/>
          <p:cNvSpPr txBox="1"/>
          <p:nvPr>
            <p:ph type="title"/>
          </p:nvPr>
        </p:nvSpPr>
        <p:spPr>
          <a:xfrm>
            <a:off x="713225" y="535000"/>
            <a:ext cx="2820300" cy="101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766" name="Google Shape;766;p108"/>
          <p:cNvSpPr/>
          <p:nvPr>
            <p:ph idx="2" type="pic"/>
          </p:nvPr>
        </p:nvSpPr>
        <p:spPr>
          <a:xfrm>
            <a:off x="5879650" y="0"/>
            <a:ext cx="32643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67" name="Google Shape;767;p108"/>
          <p:cNvSpPr/>
          <p:nvPr>
            <p:ph idx="3" type="pic"/>
          </p:nvPr>
        </p:nvSpPr>
        <p:spPr>
          <a:xfrm>
            <a:off x="50" y="2972975"/>
            <a:ext cx="5741100" cy="2170500"/>
          </a:xfrm>
          <a:prstGeom prst="rect">
            <a:avLst/>
          </a:prstGeom>
          <a:noFill/>
          <a:ln>
            <a:noFill/>
          </a:ln>
        </p:spPr>
      </p:sp>
      <p:sp>
        <p:nvSpPr>
          <p:cNvPr id="768" name="Google Shape;768;p108"/>
          <p:cNvSpPr/>
          <p:nvPr>
            <p:ph idx="4" type="pic"/>
          </p:nvPr>
        </p:nvSpPr>
        <p:spPr>
          <a:xfrm>
            <a:off x="3672050" y="0"/>
            <a:ext cx="2069100" cy="2810700"/>
          </a:xfrm>
          <a:prstGeom prst="rect">
            <a:avLst/>
          </a:prstGeom>
          <a:noFill/>
          <a:ln>
            <a:noFill/>
          </a:ln>
        </p:spPr>
      </p:sp>
      <p:sp>
        <p:nvSpPr>
          <p:cNvPr id="769" name="Google Shape;769;p108"/>
          <p:cNvSpPr/>
          <p:nvPr/>
        </p:nvSpPr>
        <p:spPr>
          <a:xfrm rot="583629">
            <a:off x="214275" y="2179566"/>
            <a:ext cx="266192" cy="253494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1"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109"/>
          <p:cNvSpPr txBox="1"/>
          <p:nvPr>
            <p:ph idx="1" type="body"/>
          </p:nvPr>
        </p:nvSpPr>
        <p:spPr>
          <a:xfrm>
            <a:off x="713225" y="1000075"/>
            <a:ext cx="7717500" cy="114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■"/>
              <a:defRPr/>
            </a:lvl9pPr>
          </a:lstStyle>
          <a:p/>
        </p:txBody>
      </p:sp>
      <p:sp>
        <p:nvSpPr>
          <p:cNvPr id="772" name="Google Shape;772;p109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773" name="Google Shape;773;p109"/>
          <p:cNvSpPr/>
          <p:nvPr/>
        </p:nvSpPr>
        <p:spPr>
          <a:xfrm rot="5096259">
            <a:off x="8075233" y="-427794"/>
            <a:ext cx="4549697" cy="4498576"/>
          </a:xfrm>
          <a:custGeom>
            <a:rect b="b" l="l" r="r" t="t"/>
            <a:pathLst>
              <a:path extrusionOk="0" h="80518" w="81433">
                <a:moveTo>
                  <a:pt x="28054" y="1"/>
                </a:moveTo>
                <a:cubicBezTo>
                  <a:pt x="25711" y="1"/>
                  <a:pt x="23142" y="619"/>
                  <a:pt x="20333" y="2015"/>
                </a:cubicBezTo>
                <a:cubicBezTo>
                  <a:pt x="6227" y="9005"/>
                  <a:pt x="0" y="29769"/>
                  <a:pt x="12937" y="41054"/>
                </a:cubicBezTo>
                <a:cubicBezTo>
                  <a:pt x="20663" y="47764"/>
                  <a:pt x="32533" y="47916"/>
                  <a:pt x="40157" y="54728"/>
                </a:cubicBezTo>
                <a:cubicBezTo>
                  <a:pt x="48519" y="62149"/>
                  <a:pt x="50654" y="76509"/>
                  <a:pt x="61329" y="79940"/>
                </a:cubicBezTo>
                <a:cubicBezTo>
                  <a:pt x="62549" y="80333"/>
                  <a:pt x="63804" y="80517"/>
                  <a:pt x="65058" y="80517"/>
                </a:cubicBezTo>
                <a:cubicBezTo>
                  <a:pt x="71507" y="80517"/>
                  <a:pt x="77931" y="75645"/>
                  <a:pt x="79526" y="69240"/>
                </a:cubicBezTo>
                <a:cubicBezTo>
                  <a:pt x="81433" y="61590"/>
                  <a:pt x="76959" y="53101"/>
                  <a:pt x="69868" y="49543"/>
                </a:cubicBezTo>
                <a:cubicBezTo>
                  <a:pt x="65446" y="47306"/>
                  <a:pt x="60236" y="46772"/>
                  <a:pt x="56271" y="43875"/>
                </a:cubicBezTo>
                <a:cubicBezTo>
                  <a:pt x="51391" y="40291"/>
                  <a:pt x="49434" y="33963"/>
                  <a:pt x="48367" y="28016"/>
                </a:cubicBezTo>
                <a:cubicBezTo>
                  <a:pt x="46424" y="17002"/>
                  <a:pt x="40341" y="1"/>
                  <a:pt x="2805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109"/>
          <p:cNvSpPr/>
          <p:nvPr/>
        </p:nvSpPr>
        <p:spPr>
          <a:xfrm rot="1425731">
            <a:off x="133975" y="1647665"/>
            <a:ext cx="266192" cy="253495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1"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110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777" name="Google Shape;777;p110"/>
          <p:cNvSpPr txBox="1"/>
          <p:nvPr>
            <p:ph idx="1" type="subTitle"/>
          </p:nvPr>
        </p:nvSpPr>
        <p:spPr>
          <a:xfrm>
            <a:off x="1537163" y="1245975"/>
            <a:ext cx="6057900" cy="485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erif Displ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erif Display"/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erif Display"/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erif Display"/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erif Display"/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erif Display"/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erif Display"/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erif Display"/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erif Display"/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/>
        </p:txBody>
      </p:sp>
      <p:sp>
        <p:nvSpPr>
          <p:cNvPr id="778" name="Google Shape;778;p110"/>
          <p:cNvSpPr txBox="1"/>
          <p:nvPr>
            <p:ph idx="2" type="subTitle"/>
          </p:nvPr>
        </p:nvSpPr>
        <p:spPr>
          <a:xfrm>
            <a:off x="1537175" y="1590700"/>
            <a:ext cx="6057900" cy="610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79" name="Google Shape;779;p110"/>
          <p:cNvSpPr txBox="1"/>
          <p:nvPr>
            <p:ph idx="3" type="subTitle"/>
          </p:nvPr>
        </p:nvSpPr>
        <p:spPr>
          <a:xfrm>
            <a:off x="1537163" y="2403266"/>
            <a:ext cx="6057900" cy="485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erif Displ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0" name="Google Shape;780;p110"/>
          <p:cNvSpPr txBox="1"/>
          <p:nvPr>
            <p:ph idx="4" type="subTitle"/>
          </p:nvPr>
        </p:nvSpPr>
        <p:spPr>
          <a:xfrm>
            <a:off x="1537175" y="2748000"/>
            <a:ext cx="6057900" cy="610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1" name="Google Shape;781;p110"/>
          <p:cNvSpPr txBox="1"/>
          <p:nvPr>
            <p:ph idx="5" type="subTitle"/>
          </p:nvPr>
        </p:nvSpPr>
        <p:spPr>
          <a:xfrm>
            <a:off x="1537199" y="3560566"/>
            <a:ext cx="6057900" cy="485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erif Displ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2" name="Google Shape;782;p110"/>
          <p:cNvSpPr txBox="1"/>
          <p:nvPr>
            <p:ph idx="6" type="subTitle"/>
          </p:nvPr>
        </p:nvSpPr>
        <p:spPr>
          <a:xfrm>
            <a:off x="1537202" y="3905300"/>
            <a:ext cx="6057900" cy="610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3" name="Google Shape;783;p110"/>
          <p:cNvSpPr/>
          <p:nvPr/>
        </p:nvSpPr>
        <p:spPr>
          <a:xfrm rot="3550150">
            <a:off x="406650" y="1550618"/>
            <a:ext cx="340097" cy="323883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110"/>
          <p:cNvSpPr/>
          <p:nvPr/>
        </p:nvSpPr>
        <p:spPr>
          <a:xfrm rot="1878467">
            <a:off x="8383184" y="4390972"/>
            <a:ext cx="308106" cy="293412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8"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111"/>
          <p:cNvSpPr txBox="1"/>
          <p:nvPr>
            <p:ph type="title"/>
          </p:nvPr>
        </p:nvSpPr>
        <p:spPr>
          <a:xfrm>
            <a:off x="2821275" y="445025"/>
            <a:ext cx="5609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787" name="Google Shape;787;p111"/>
          <p:cNvSpPr txBox="1"/>
          <p:nvPr>
            <p:ph idx="1" type="subTitle"/>
          </p:nvPr>
        </p:nvSpPr>
        <p:spPr>
          <a:xfrm>
            <a:off x="4058775" y="1703199"/>
            <a:ext cx="4371900" cy="485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erif Displ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erif Display"/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erif Display"/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erif Display"/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erif Display"/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erif Display"/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erif Display"/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erif Display"/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erif Display"/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/>
        </p:txBody>
      </p:sp>
      <p:sp>
        <p:nvSpPr>
          <p:cNvPr id="788" name="Google Shape;788;p111"/>
          <p:cNvSpPr txBox="1"/>
          <p:nvPr>
            <p:ph idx="2" type="subTitle"/>
          </p:nvPr>
        </p:nvSpPr>
        <p:spPr>
          <a:xfrm>
            <a:off x="4058784" y="1168600"/>
            <a:ext cx="4371900" cy="610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9" name="Google Shape;789;p111"/>
          <p:cNvSpPr txBox="1"/>
          <p:nvPr>
            <p:ph idx="3" type="subTitle"/>
          </p:nvPr>
        </p:nvSpPr>
        <p:spPr>
          <a:xfrm>
            <a:off x="4058775" y="2897476"/>
            <a:ext cx="4371900" cy="485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erif Displ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0" name="Google Shape;790;p111"/>
          <p:cNvSpPr txBox="1"/>
          <p:nvPr>
            <p:ph idx="4" type="subTitle"/>
          </p:nvPr>
        </p:nvSpPr>
        <p:spPr>
          <a:xfrm>
            <a:off x="4058784" y="2362886"/>
            <a:ext cx="4371900" cy="610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1" name="Google Shape;791;p111"/>
          <p:cNvSpPr txBox="1"/>
          <p:nvPr>
            <p:ph idx="5" type="subTitle"/>
          </p:nvPr>
        </p:nvSpPr>
        <p:spPr>
          <a:xfrm>
            <a:off x="4058801" y="4091750"/>
            <a:ext cx="4371900" cy="485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erif Displ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2" name="Google Shape;792;p111"/>
          <p:cNvSpPr txBox="1"/>
          <p:nvPr>
            <p:ph idx="6" type="subTitle"/>
          </p:nvPr>
        </p:nvSpPr>
        <p:spPr>
          <a:xfrm>
            <a:off x="4058804" y="3557159"/>
            <a:ext cx="4371900" cy="610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3" name="Google Shape;793;p111"/>
          <p:cNvSpPr/>
          <p:nvPr/>
        </p:nvSpPr>
        <p:spPr>
          <a:xfrm rot="-985928">
            <a:off x="8293054" y="1898927"/>
            <a:ext cx="3383931" cy="3345908"/>
          </a:xfrm>
          <a:custGeom>
            <a:rect b="b" l="l" r="r" t="t"/>
            <a:pathLst>
              <a:path extrusionOk="0" h="80518" w="81433">
                <a:moveTo>
                  <a:pt x="28054" y="1"/>
                </a:moveTo>
                <a:cubicBezTo>
                  <a:pt x="25711" y="1"/>
                  <a:pt x="23142" y="619"/>
                  <a:pt x="20333" y="2015"/>
                </a:cubicBezTo>
                <a:cubicBezTo>
                  <a:pt x="6227" y="9005"/>
                  <a:pt x="0" y="29769"/>
                  <a:pt x="12937" y="41054"/>
                </a:cubicBezTo>
                <a:cubicBezTo>
                  <a:pt x="20663" y="47764"/>
                  <a:pt x="32533" y="47916"/>
                  <a:pt x="40157" y="54728"/>
                </a:cubicBezTo>
                <a:cubicBezTo>
                  <a:pt x="48519" y="62149"/>
                  <a:pt x="50654" y="76509"/>
                  <a:pt x="61329" y="79940"/>
                </a:cubicBezTo>
                <a:cubicBezTo>
                  <a:pt x="62549" y="80333"/>
                  <a:pt x="63804" y="80517"/>
                  <a:pt x="65058" y="80517"/>
                </a:cubicBezTo>
                <a:cubicBezTo>
                  <a:pt x="71507" y="80517"/>
                  <a:pt x="77931" y="75645"/>
                  <a:pt x="79526" y="69240"/>
                </a:cubicBezTo>
                <a:cubicBezTo>
                  <a:pt x="81433" y="61590"/>
                  <a:pt x="76959" y="53101"/>
                  <a:pt x="69868" y="49543"/>
                </a:cubicBezTo>
                <a:cubicBezTo>
                  <a:pt x="65446" y="47306"/>
                  <a:pt x="60236" y="46772"/>
                  <a:pt x="56271" y="43875"/>
                </a:cubicBezTo>
                <a:cubicBezTo>
                  <a:pt x="51391" y="40291"/>
                  <a:pt x="49434" y="33963"/>
                  <a:pt x="48367" y="28016"/>
                </a:cubicBezTo>
                <a:cubicBezTo>
                  <a:pt x="46424" y="17002"/>
                  <a:pt x="40341" y="1"/>
                  <a:pt x="2805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111"/>
          <p:cNvSpPr/>
          <p:nvPr/>
        </p:nvSpPr>
        <p:spPr>
          <a:xfrm rot="3636500">
            <a:off x="8280975" y="2152740"/>
            <a:ext cx="530617" cy="371392"/>
          </a:xfrm>
          <a:custGeom>
            <a:rect b="b" l="l" r="r" t="t"/>
            <a:pathLst>
              <a:path extrusionOk="0" fill="none" h="8362" w="11947">
                <a:moveTo>
                  <a:pt x="1" y="0"/>
                </a:moveTo>
                <a:cubicBezTo>
                  <a:pt x="1297" y="636"/>
                  <a:pt x="306" y="2643"/>
                  <a:pt x="1577" y="3279"/>
                </a:cubicBezTo>
                <a:cubicBezTo>
                  <a:pt x="2898" y="3914"/>
                  <a:pt x="3839" y="1906"/>
                  <a:pt x="5135" y="2542"/>
                </a:cubicBezTo>
                <a:cubicBezTo>
                  <a:pt x="6456" y="3177"/>
                  <a:pt x="5465" y="5185"/>
                  <a:pt x="6761" y="5820"/>
                </a:cubicBezTo>
                <a:cubicBezTo>
                  <a:pt x="8058" y="6456"/>
                  <a:pt x="9023" y="4448"/>
                  <a:pt x="10320" y="5083"/>
                </a:cubicBezTo>
                <a:cubicBezTo>
                  <a:pt x="11616" y="5719"/>
                  <a:pt x="10650" y="7727"/>
                  <a:pt x="11946" y="8362"/>
                </a:cubicBezTo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111"/>
          <p:cNvSpPr/>
          <p:nvPr/>
        </p:nvSpPr>
        <p:spPr>
          <a:xfrm rot="583629">
            <a:off x="427525" y="770829"/>
            <a:ext cx="266192" cy="253494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111"/>
          <p:cNvSpPr/>
          <p:nvPr/>
        </p:nvSpPr>
        <p:spPr>
          <a:xfrm flipH="1" rot="-583629">
            <a:off x="8723500" y="1647654"/>
            <a:ext cx="266192" cy="253494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3"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112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799" name="Google Shape;799;p112"/>
          <p:cNvSpPr txBox="1"/>
          <p:nvPr>
            <p:ph idx="1" type="subTitle"/>
          </p:nvPr>
        </p:nvSpPr>
        <p:spPr>
          <a:xfrm>
            <a:off x="1152575" y="1219850"/>
            <a:ext cx="3207600" cy="731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erif Displ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00" name="Google Shape;800;p112"/>
          <p:cNvSpPr txBox="1"/>
          <p:nvPr>
            <p:ph idx="2" type="subTitle"/>
          </p:nvPr>
        </p:nvSpPr>
        <p:spPr>
          <a:xfrm>
            <a:off x="1152577" y="1809950"/>
            <a:ext cx="3207600" cy="990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01" name="Google Shape;801;p112"/>
          <p:cNvSpPr txBox="1"/>
          <p:nvPr>
            <p:ph idx="3" type="subTitle"/>
          </p:nvPr>
        </p:nvSpPr>
        <p:spPr>
          <a:xfrm>
            <a:off x="4707550" y="1219900"/>
            <a:ext cx="3207600" cy="731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erif Displ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02" name="Google Shape;802;p112"/>
          <p:cNvSpPr txBox="1"/>
          <p:nvPr>
            <p:ph idx="4" type="subTitle"/>
          </p:nvPr>
        </p:nvSpPr>
        <p:spPr>
          <a:xfrm>
            <a:off x="4707551" y="1810003"/>
            <a:ext cx="3207600" cy="990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03" name="Google Shape;803;p112"/>
          <p:cNvSpPr txBox="1"/>
          <p:nvPr>
            <p:ph idx="5" type="subTitle"/>
          </p:nvPr>
        </p:nvSpPr>
        <p:spPr>
          <a:xfrm>
            <a:off x="1152575" y="3027823"/>
            <a:ext cx="3207600" cy="731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erif Displ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04" name="Google Shape;804;p112"/>
          <p:cNvSpPr txBox="1"/>
          <p:nvPr>
            <p:ph idx="6" type="subTitle"/>
          </p:nvPr>
        </p:nvSpPr>
        <p:spPr>
          <a:xfrm>
            <a:off x="1152577" y="3617925"/>
            <a:ext cx="3207600" cy="990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05" name="Google Shape;805;p112"/>
          <p:cNvSpPr txBox="1"/>
          <p:nvPr>
            <p:ph idx="7" type="subTitle"/>
          </p:nvPr>
        </p:nvSpPr>
        <p:spPr>
          <a:xfrm>
            <a:off x="4707550" y="3027878"/>
            <a:ext cx="3207600" cy="731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erif Displ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06" name="Google Shape;806;p112"/>
          <p:cNvSpPr txBox="1"/>
          <p:nvPr>
            <p:ph idx="8" type="subTitle"/>
          </p:nvPr>
        </p:nvSpPr>
        <p:spPr>
          <a:xfrm>
            <a:off x="4707551" y="3617978"/>
            <a:ext cx="3207600" cy="990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07" name="Google Shape;807;p112"/>
          <p:cNvSpPr/>
          <p:nvPr/>
        </p:nvSpPr>
        <p:spPr>
          <a:xfrm rot="3026342">
            <a:off x="-1568147" y="1109482"/>
            <a:ext cx="2997964" cy="2964278"/>
          </a:xfrm>
          <a:custGeom>
            <a:rect b="b" l="l" r="r" t="t"/>
            <a:pathLst>
              <a:path extrusionOk="0" h="80518" w="81433">
                <a:moveTo>
                  <a:pt x="28054" y="1"/>
                </a:moveTo>
                <a:cubicBezTo>
                  <a:pt x="25711" y="1"/>
                  <a:pt x="23142" y="619"/>
                  <a:pt x="20333" y="2015"/>
                </a:cubicBezTo>
                <a:cubicBezTo>
                  <a:pt x="6227" y="9005"/>
                  <a:pt x="0" y="29769"/>
                  <a:pt x="12937" y="41054"/>
                </a:cubicBezTo>
                <a:cubicBezTo>
                  <a:pt x="20663" y="47764"/>
                  <a:pt x="32533" y="47916"/>
                  <a:pt x="40157" y="54728"/>
                </a:cubicBezTo>
                <a:cubicBezTo>
                  <a:pt x="48519" y="62149"/>
                  <a:pt x="50654" y="76509"/>
                  <a:pt x="61329" y="79940"/>
                </a:cubicBezTo>
                <a:cubicBezTo>
                  <a:pt x="62549" y="80333"/>
                  <a:pt x="63804" y="80517"/>
                  <a:pt x="65058" y="80517"/>
                </a:cubicBezTo>
                <a:cubicBezTo>
                  <a:pt x="71507" y="80517"/>
                  <a:pt x="77931" y="75645"/>
                  <a:pt x="79526" y="69240"/>
                </a:cubicBezTo>
                <a:cubicBezTo>
                  <a:pt x="81433" y="61590"/>
                  <a:pt x="76959" y="53101"/>
                  <a:pt x="69868" y="49543"/>
                </a:cubicBezTo>
                <a:cubicBezTo>
                  <a:pt x="65446" y="47306"/>
                  <a:pt x="60236" y="46772"/>
                  <a:pt x="56271" y="43875"/>
                </a:cubicBezTo>
                <a:cubicBezTo>
                  <a:pt x="51391" y="40291"/>
                  <a:pt x="49434" y="33963"/>
                  <a:pt x="48367" y="28016"/>
                </a:cubicBezTo>
                <a:cubicBezTo>
                  <a:pt x="46424" y="17002"/>
                  <a:pt x="40341" y="1"/>
                  <a:pt x="2805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8" name="Google Shape;808;p112"/>
          <p:cNvSpPr/>
          <p:nvPr/>
        </p:nvSpPr>
        <p:spPr>
          <a:xfrm rot="-406682">
            <a:off x="8019561" y="2738314"/>
            <a:ext cx="2997940" cy="2964254"/>
          </a:xfrm>
          <a:custGeom>
            <a:rect b="b" l="l" r="r" t="t"/>
            <a:pathLst>
              <a:path extrusionOk="0" h="80518" w="81433">
                <a:moveTo>
                  <a:pt x="28054" y="1"/>
                </a:moveTo>
                <a:cubicBezTo>
                  <a:pt x="25711" y="1"/>
                  <a:pt x="23142" y="619"/>
                  <a:pt x="20333" y="2015"/>
                </a:cubicBezTo>
                <a:cubicBezTo>
                  <a:pt x="6227" y="9005"/>
                  <a:pt x="0" y="29769"/>
                  <a:pt x="12937" y="41054"/>
                </a:cubicBezTo>
                <a:cubicBezTo>
                  <a:pt x="20663" y="47764"/>
                  <a:pt x="32533" y="47916"/>
                  <a:pt x="40157" y="54728"/>
                </a:cubicBezTo>
                <a:cubicBezTo>
                  <a:pt x="48519" y="62149"/>
                  <a:pt x="50654" y="76509"/>
                  <a:pt x="61329" y="79940"/>
                </a:cubicBezTo>
                <a:cubicBezTo>
                  <a:pt x="62549" y="80333"/>
                  <a:pt x="63804" y="80517"/>
                  <a:pt x="65058" y="80517"/>
                </a:cubicBezTo>
                <a:cubicBezTo>
                  <a:pt x="71507" y="80517"/>
                  <a:pt x="77931" y="75645"/>
                  <a:pt x="79526" y="69240"/>
                </a:cubicBezTo>
                <a:cubicBezTo>
                  <a:pt x="81433" y="61590"/>
                  <a:pt x="76959" y="53101"/>
                  <a:pt x="69868" y="49543"/>
                </a:cubicBezTo>
                <a:cubicBezTo>
                  <a:pt x="65446" y="47306"/>
                  <a:pt x="60236" y="46772"/>
                  <a:pt x="56271" y="43875"/>
                </a:cubicBezTo>
                <a:cubicBezTo>
                  <a:pt x="51391" y="40291"/>
                  <a:pt x="49434" y="33963"/>
                  <a:pt x="48367" y="28016"/>
                </a:cubicBezTo>
                <a:cubicBezTo>
                  <a:pt x="46424" y="17002"/>
                  <a:pt x="40341" y="1"/>
                  <a:pt x="2805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9" name="Google Shape;809;p112"/>
          <p:cNvSpPr/>
          <p:nvPr/>
        </p:nvSpPr>
        <p:spPr>
          <a:xfrm rot="3550150">
            <a:off x="408950" y="2867668"/>
            <a:ext cx="340097" cy="323883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p112"/>
          <p:cNvSpPr/>
          <p:nvPr/>
        </p:nvSpPr>
        <p:spPr>
          <a:xfrm>
            <a:off x="8543875" y="2050264"/>
            <a:ext cx="266197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1" name="Google Shape;811;p112"/>
          <p:cNvSpPr/>
          <p:nvPr/>
        </p:nvSpPr>
        <p:spPr>
          <a:xfrm rot="4736099">
            <a:off x="186898" y="604626"/>
            <a:ext cx="266196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p112"/>
          <p:cNvSpPr/>
          <p:nvPr/>
        </p:nvSpPr>
        <p:spPr>
          <a:xfrm rot="-2341079">
            <a:off x="8543878" y="1669264"/>
            <a:ext cx="266194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2"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113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815" name="Google Shape;815;p113"/>
          <p:cNvSpPr txBox="1"/>
          <p:nvPr>
            <p:ph idx="1" type="subTitle"/>
          </p:nvPr>
        </p:nvSpPr>
        <p:spPr>
          <a:xfrm>
            <a:off x="713225" y="1389100"/>
            <a:ext cx="2518800" cy="485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erif Displ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16" name="Google Shape;816;p113"/>
          <p:cNvSpPr txBox="1"/>
          <p:nvPr>
            <p:ph idx="2" type="subTitle"/>
          </p:nvPr>
        </p:nvSpPr>
        <p:spPr>
          <a:xfrm>
            <a:off x="713225" y="1733825"/>
            <a:ext cx="2518800" cy="990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17" name="Google Shape;817;p113"/>
          <p:cNvSpPr txBox="1"/>
          <p:nvPr>
            <p:ph idx="3" type="subTitle"/>
          </p:nvPr>
        </p:nvSpPr>
        <p:spPr>
          <a:xfrm>
            <a:off x="3312600" y="1389125"/>
            <a:ext cx="2518800" cy="485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erif Displ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18" name="Google Shape;818;p113"/>
          <p:cNvSpPr txBox="1"/>
          <p:nvPr>
            <p:ph idx="4" type="subTitle"/>
          </p:nvPr>
        </p:nvSpPr>
        <p:spPr>
          <a:xfrm>
            <a:off x="3312600" y="1733866"/>
            <a:ext cx="2518800" cy="990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19" name="Google Shape;819;p113"/>
          <p:cNvSpPr txBox="1"/>
          <p:nvPr>
            <p:ph idx="5" type="subTitle"/>
          </p:nvPr>
        </p:nvSpPr>
        <p:spPr>
          <a:xfrm>
            <a:off x="5911925" y="1389100"/>
            <a:ext cx="2518800" cy="485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erif Displ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0" name="Google Shape;820;p113"/>
          <p:cNvSpPr txBox="1"/>
          <p:nvPr>
            <p:ph idx="6" type="subTitle"/>
          </p:nvPr>
        </p:nvSpPr>
        <p:spPr>
          <a:xfrm>
            <a:off x="5911925" y="1733825"/>
            <a:ext cx="2518800" cy="990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1" name="Google Shape;821;p113"/>
          <p:cNvSpPr txBox="1"/>
          <p:nvPr>
            <p:ph idx="7" type="subTitle"/>
          </p:nvPr>
        </p:nvSpPr>
        <p:spPr>
          <a:xfrm>
            <a:off x="713225" y="3044673"/>
            <a:ext cx="2518800" cy="485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erif Displ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2" name="Google Shape;822;p113"/>
          <p:cNvSpPr txBox="1"/>
          <p:nvPr>
            <p:ph idx="8" type="subTitle"/>
          </p:nvPr>
        </p:nvSpPr>
        <p:spPr>
          <a:xfrm>
            <a:off x="713225" y="3389399"/>
            <a:ext cx="2518800" cy="990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3" name="Google Shape;823;p113"/>
          <p:cNvSpPr txBox="1"/>
          <p:nvPr>
            <p:ph idx="9" type="subTitle"/>
          </p:nvPr>
        </p:nvSpPr>
        <p:spPr>
          <a:xfrm>
            <a:off x="3312600" y="3044698"/>
            <a:ext cx="2518800" cy="485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erif Displ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4" name="Google Shape;824;p113"/>
          <p:cNvSpPr txBox="1"/>
          <p:nvPr>
            <p:ph idx="13" type="subTitle"/>
          </p:nvPr>
        </p:nvSpPr>
        <p:spPr>
          <a:xfrm>
            <a:off x="3312600" y="3389440"/>
            <a:ext cx="2518800" cy="990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5" name="Google Shape;825;p113"/>
          <p:cNvSpPr txBox="1"/>
          <p:nvPr>
            <p:ph idx="14" type="subTitle"/>
          </p:nvPr>
        </p:nvSpPr>
        <p:spPr>
          <a:xfrm>
            <a:off x="5911925" y="3044673"/>
            <a:ext cx="2518800" cy="485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erif Displ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6" name="Google Shape;826;p113"/>
          <p:cNvSpPr txBox="1"/>
          <p:nvPr>
            <p:ph idx="15" type="subTitle"/>
          </p:nvPr>
        </p:nvSpPr>
        <p:spPr>
          <a:xfrm>
            <a:off x="5911925" y="3389400"/>
            <a:ext cx="2518800" cy="990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7" name="Google Shape;827;p113"/>
          <p:cNvSpPr/>
          <p:nvPr/>
        </p:nvSpPr>
        <p:spPr>
          <a:xfrm rot="-10497543">
            <a:off x="7609562" y="-2301651"/>
            <a:ext cx="4638127" cy="3518258"/>
          </a:xfrm>
          <a:custGeom>
            <a:rect b="b" l="l" r="r" t="t"/>
            <a:pathLst>
              <a:path extrusionOk="0" h="70100" w="92413">
                <a:moveTo>
                  <a:pt x="64951" y="1"/>
                </a:moveTo>
                <a:cubicBezTo>
                  <a:pt x="62821" y="1"/>
                  <a:pt x="60692" y="356"/>
                  <a:pt x="58686" y="1088"/>
                </a:cubicBezTo>
                <a:cubicBezTo>
                  <a:pt x="48087" y="4951"/>
                  <a:pt x="43233" y="17227"/>
                  <a:pt x="34109" y="23860"/>
                </a:cubicBezTo>
                <a:cubicBezTo>
                  <a:pt x="26636" y="29325"/>
                  <a:pt x="16623" y="30748"/>
                  <a:pt x="9633" y="36797"/>
                </a:cubicBezTo>
                <a:cubicBezTo>
                  <a:pt x="2796" y="42693"/>
                  <a:pt x="1" y="53317"/>
                  <a:pt x="4245" y="61323"/>
                </a:cubicBezTo>
                <a:cubicBezTo>
                  <a:pt x="7105" y="66733"/>
                  <a:pt x="13294" y="70099"/>
                  <a:pt x="19296" y="70099"/>
                </a:cubicBezTo>
                <a:cubicBezTo>
                  <a:pt x="22148" y="70099"/>
                  <a:pt x="24958" y="69339"/>
                  <a:pt x="27348" y="67677"/>
                </a:cubicBezTo>
                <a:cubicBezTo>
                  <a:pt x="34134" y="62899"/>
                  <a:pt x="36015" y="53063"/>
                  <a:pt x="43030" y="48666"/>
                </a:cubicBezTo>
                <a:cubicBezTo>
                  <a:pt x="49384" y="44701"/>
                  <a:pt x="57618" y="46506"/>
                  <a:pt x="64989" y="45083"/>
                </a:cubicBezTo>
                <a:cubicBezTo>
                  <a:pt x="83542" y="41524"/>
                  <a:pt x="92413" y="15473"/>
                  <a:pt x="76019" y="3528"/>
                </a:cubicBezTo>
                <a:cubicBezTo>
                  <a:pt x="72835" y="1218"/>
                  <a:pt x="68891" y="1"/>
                  <a:pt x="6495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113"/>
          <p:cNvSpPr/>
          <p:nvPr/>
        </p:nvSpPr>
        <p:spPr>
          <a:xfrm rot="-6417011">
            <a:off x="-2270655" y="2904699"/>
            <a:ext cx="4638240" cy="3518343"/>
          </a:xfrm>
          <a:custGeom>
            <a:rect b="b" l="l" r="r" t="t"/>
            <a:pathLst>
              <a:path extrusionOk="0" h="70100" w="92413">
                <a:moveTo>
                  <a:pt x="64951" y="1"/>
                </a:moveTo>
                <a:cubicBezTo>
                  <a:pt x="62821" y="1"/>
                  <a:pt x="60692" y="356"/>
                  <a:pt x="58686" y="1088"/>
                </a:cubicBezTo>
                <a:cubicBezTo>
                  <a:pt x="48087" y="4951"/>
                  <a:pt x="43233" y="17227"/>
                  <a:pt x="34109" y="23860"/>
                </a:cubicBezTo>
                <a:cubicBezTo>
                  <a:pt x="26636" y="29325"/>
                  <a:pt x="16623" y="30748"/>
                  <a:pt x="9633" y="36797"/>
                </a:cubicBezTo>
                <a:cubicBezTo>
                  <a:pt x="2796" y="42693"/>
                  <a:pt x="1" y="53317"/>
                  <a:pt x="4245" y="61323"/>
                </a:cubicBezTo>
                <a:cubicBezTo>
                  <a:pt x="7105" y="66733"/>
                  <a:pt x="13294" y="70099"/>
                  <a:pt x="19296" y="70099"/>
                </a:cubicBezTo>
                <a:cubicBezTo>
                  <a:pt x="22148" y="70099"/>
                  <a:pt x="24958" y="69339"/>
                  <a:pt x="27348" y="67677"/>
                </a:cubicBezTo>
                <a:cubicBezTo>
                  <a:pt x="34134" y="62899"/>
                  <a:pt x="36015" y="53063"/>
                  <a:pt x="43030" y="48666"/>
                </a:cubicBezTo>
                <a:cubicBezTo>
                  <a:pt x="49384" y="44701"/>
                  <a:pt x="57618" y="46506"/>
                  <a:pt x="64989" y="45083"/>
                </a:cubicBezTo>
                <a:cubicBezTo>
                  <a:pt x="83542" y="41524"/>
                  <a:pt x="92413" y="15473"/>
                  <a:pt x="76019" y="3528"/>
                </a:cubicBezTo>
                <a:cubicBezTo>
                  <a:pt x="72835" y="1218"/>
                  <a:pt x="68891" y="1"/>
                  <a:pt x="6495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113"/>
          <p:cNvSpPr/>
          <p:nvPr/>
        </p:nvSpPr>
        <p:spPr>
          <a:xfrm rot="1001565">
            <a:off x="70939" y="3099821"/>
            <a:ext cx="530616" cy="371391"/>
          </a:xfrm>
          <a:custGeom>
            <a:rect b="b" l="l" r="r" t="t"/>
            <a:pathLst>
              <a:path extrusionOk="0" fill="none" h="8362" w="11947">
                <a:moveTo>
                  <a:pt x="1" y="0"/>
                </a:moveTo>
                <a:cubicBezTo>
                  <a:pt x="1297" y="636"/>
                  <a:pt x="306" y="2643"/>
                  <a:pt x="1577" y="3279"/>
                </a:cubicBezTo>
                <a:cubicBezTo>
                  <a:pt x="2898" y="3914"/>
                  <a:pt x="3839" y="1906"/>
                  <a:pt x="5135" y="2542"/>
                </a:cubicBezTo>
                <a:cubicBezTo>
                  <a:pt x="6456" y="3177"/>
                  <a:pt x="5465" y="5185"/>
                  <a:pt x="6761" y="5820"/>
                </a:cubicBezTo>
                <a:cubicBezTo>
                  <a:pt x="8058" y="6456"/>
                  <a:pt x="9023" y="4448"/>
                  <a:pt x="10320" y="5083"/>
                </a:cubicBezTo>
                <a:cubicBezTo>
                  <a:pt x="11616" y="5719"/>
                  <a:pt x="10650" y="7727"/>
                  <a:pt x="11946" y="8362"/>
                </a:cubicBezTo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113"/>
          <p:cNvSpPr/>
          <p:nvPr/>
        </p:nvSpPr>
        <p:spPr>
          <a:xfrm rot="3550150">
            <a:off x="8680500" y="1456168"/>
            <a:ext cx="340097" cy="323883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113"/>
          <p:cNvSpPr/>
          <p:nvPr/>
        </p:nvSpPr>
        <p:spPr>
          <a:xfrm>
            <a:off x="7463950" y="191514"/>
            <a:ext cx="266197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113"/>
          <p:cNvSpPr/>
          <p:nvPr/>
        </p:nvSpPr>
        <p:spPr>
          <a:xfrm>
            <a:off x="236850" y="2475514"/>
            <a:ext cx="266197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9"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114"/>
          <p:cNvSpPr txBox="1"/>
          <p:nvPr>
            <p:ph type="title"/>
          </p:nvPr>
        </p:nvSpPr>
        <p:spPr>
          <a:xfrm>
            <a:off x="713225" y="761550"/>
            <a:ext cx="3728700" cy="932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None/>
              <a:defRPr sz="4300"/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835" name="Google Shape;835;p114"/>
          <p:cNvSpPr txBox="1"/>
          <p:nvPr>
            <p:ph idx="1" type="subTitle"/>
          </p:nvPr>
        </p:nvSpPr>
        <p:spPr>
          <a:xfrm>
            <a:off x="713225" y="1617488"/>
            <a:ext cx="2579400" cy="932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3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36" name="Google Shape;836;p114"/>
          <p:cNvSpPr txBox="1"/>
          <p:nvPr/>
        </p:nvSpPr>
        <p:spPr>
          <a:xfrm>
            <a:off x="713225" y="3354563"/>
            <a:ext cx="3702600" cy="7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CREDITS:</a:t>
            </a:r>
            <a:r>
              <a:rPr lang="fr" sz="11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 This presentation template was created by </a:t>
            </a:r>
            <a:r>
              <a:rPr b="1" lang="fr" sz="1100" u="sng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fr" sz="11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, including icons by </a:t>
            </a:r>
            <a:r>
              <a:rPr b="1" lang="fr" sz="1100" u="sng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fr" sz="11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, infographics &amp; images by </a:t>
            </a:r>
            <a:r>
              <a:rPr b="1" lang="fr" sz="1100" u="sng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fr" sz="1100" u="sng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 </a:t>
            </a:r>
            <a:endParaRPr sz="1100" u="sng">
              <a:solidFill>
                <a:schemeClr val="dk1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837" name="Google Shape;837;p114"/>
          <p:cNvSpPr/>
          <p:nvPr/>
        </p:nvSpPr>
        <p:spPr>
          <a:xfrm rot="-451450">
            <a:off x="2733773" y="-2737281"/>
            <a:ext cx="3849503" cy="3806249"/>
          </a:xfrm>
          <a:custGeom>
            <a:rect b="b" l="l" r="r" t="t"/>
            <a:pathLst>
              <a:path extrusionOk="0" h="80518" w="81433">
                <a:moveTo>
                  <a:pt x="28054" y="1"/>
                </a:moveTo>
                <a:cubicBezTo>
                  <a:pt x="25711" y="1"/>
                  <a:pt x="23142" y="619"/>
                  <a:pt x="20333" y="2015"/>
                </a:cubicBezTo>
                <a:cubicBezTo>
                  <a:pt x="6227" y="9005"/>
                  <a:pt x="0" y="29769"/>
                  <a:pt x="12937" y="41054"/>
                </a:cubicBezTo>
                <a:cubicBezTo>
                  <a:pt x="20663" y="47764"/>
                  <a:pt x="32533" y="47916"/>
                  <a:pt x="40157" y="54728"/>
                </a:cubicBezTo>
                <a:cubicBezTo>
                  <a:pt x="48519" y="62149"/>
                  <a:pt x="50654" y="76509"/>
                  <a:pt x="61329" y="79940"/>
                </a:cubicBezTo>
                <a:cubicBezTo>
                  <a:pt x="62549" y="80333"/>
                  <a:pt x="63804" y="80517"/>
                  <a:pt x="65058" y="80517"/>
                </a:cubicBezTo>
                <a:cubicBezTo>
                  <a:pt x="71507" y="80517"/>
                  <a:pt x="77931" y="75645"/>
                  <a:pt x="79526" y="69240"/>
                </a:cubicBezTo>
                <a:cubicBezTo>
                  <a:pt x="81433" y="61590"/>
                  <a:pt x="76959" y="53101"/>
                  <a:pt x="69868" y="49543"/>
                </a:cubicBezTo>
                <a:cubicBezTo>
                  <a:pt x="65446" y="47306"/>
                  <a:pt x="60236" y="46772"/>
                  <a:pt x="56271" y="43875"/>
                </a:cubicBezTo>
                <a:cubicBezTo>
                  <a:pt x="51391" y="40291"/>
                  <a:pt x="49434" y="33963"/>
                  <a:pt x="48367" y="28016"/>
                </a:cubicBezTo>
                <a:cubicBezTo>
                  <a:pt x="46424" y="17002"/>
                  <a:pt x="40341" y="1"/>
                  <a:pt x="2805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114"/>
          <p:cNvSpPr/>
          <p:nvPr/>
        </p:nvSpPr>
        <p:spPr>
          <a:xfrm>
            <a:off x="268500" y="3925139"/>
            <a:ext cx="266197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10"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115"/>
          <p:cNvSpPr/>
          <p:nvPr/>
        </p:nvSpPr>
        <p:spPr>
          <a:xfrm rot="-451389">
            <a:off x="-1458714" y="2095647"/>
            <a:ext cx="4549738" cy="4498616"/>
          </a:xfrm>
          <a:custGeom>
            <a:rect b="b" l="l" r="r" t="t"/>
            <a:pathLst>
              <a:path extrusionOk="0" h="80518" w="81433">
                <a:moveTo>
                  <a:pt x="28054" y="1"/>
                </a:moveTo>
                <a:cubicBezTo>
                  <a:pt x="25711" y="1"/>
                  <a:pt x="23142" y="619"/>
                  <a:pt x="20333" y="2015"/>
                </a:cubicBezTo>
                <a:cubicBezTo>
                  <a:pt x="6227" y="9005"/>
                  <a:pt x="0" y="29769"/>
                  <a:pt x="12937" y="41054"/>
                </a:cubicBezTo>
                <a:cubicBezTo>
                  <a:pt x="20663" y="47764"/>
                  <a:pt x="32533" y="47916"/>
                  <a:pt x="40157" y="54728"/>
                </a:cubicBezTo>
                <a:cubicBezTo>
                  <a:pt x="48519" y="62149"/>
                  <a:pt x="50654" y="76509"/>
                  <a:pt x="61329" y="79940"/>
                </a:cubicBezTo>
                <a:cubicBezTo>
                  <a:pt x="62549" y="80333"/>
                  <a:pt x="63804" y="80517"/>
                  <a:pt x="65058" y="80517"/>
                </a:cubicBezTo>
                <a:cubicBezTo>
                  <a:pt x="71507" y="80517"/>
                  <a:pt x="77931" y="75645"/>
                  <a:pt x="79526" y="69240"/>
                </a:cubicBezTo>
                <a:cubicBezTo>
                  <a:pt x="81433" y="61590"/>
                  <a:pt x="76959" y="53101"/>
                  <a:pt x="69868" y="49543"/>
                </a:cubicBezTo>
                <a:cubicBezTo>
                  <a:pt x="65446" y="47306"/>
                  <a:pt x="60236" y="46772"/>
                  <a:pt x="56271" y="43875"/>
                </a:cubicBezTo>
                <a:cubicBezTo>
                  <a:pt x="51391" y="40291"/>
                  <a:pt x="49434" y="33963"/>
                  <a:pt x="48367" y="28016"/>
                </a:cubicBezTo>
                <a:cubicBezTo>
                  <a:pt x="46424" y="17002"/>
                  <a:pt x="40341" y="1"/>
                  <a:pt x="2805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" name="Google Shape;841;p115"/>
          <p:cNvSpPr/>
          <p:nvPr/>
        </p:nvSpPr>
        <p:spPr>
          <a:xfrm rot="7426610">
            <a:off x="2450223" y="4568807"/>
            <a:ext cx="530616" cy="371392"/>
          </a:xfrm>
          <a:custGeom>
            <a:rect b="b" l="l" r="r" t="t"/>
            <a:pathLst>
              <a:path extrusionOk="0" fill="none" h="8362" w="11947">
                <a:moveTo>
                  <a:pt x="1" y="0"/>
                </a:moveTo>
                <a:cubicBezTo>
                  <a:pt x="1297" y="636"/>
                  <a:pt x="306" y="2643"/>
                  <a:pt x="1577" y="3279"/>
                </a:cubicBezTo>
                <a:cubicBezTo>
                  <a:pt x="2898" y="3914"/>
                  <a:pt x="3839" y="1906"/>
                  <a:pt x="5135" y="2542"/>
                </a:cubicBezTo>
                <a:cubicBezTo>
                  <a:pt x="6456" y="3177"/>
                  <a:pt x="5465" y="5185"/>
                  <a:pt x="6761" y="5820"/>
                </a:cubicBezTo>
                <a:cubicBezTo>
                  <a:pt x="8058" y="6456"/>
                  <a:pt x="9023" y="4448"/>
                  <a:pt x="10320" y="5083"/>
                </a:cubicBezTo>
                <a:cubicBezTo>
                  <a:pt x="11616" y="5719"/>
                  <a:pt x="10650" y="7727"/>
                  <a:pt x="11946" y="8362"/>
                </a:cubicBezTo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p115"/>
          <p:cNvSpPr/>
          <p:nvPr/>
        </p:nvSpPr>
        <p:spPr>
          <a:xfrm rot="583629">
            <a:off x="1576100" y="3798929"/>
            <a:ext cx="266192" cy="253494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p115"/>
          <p:cNvSpPr/>
          <p:nvPr/>
        </p:nvSpPr>
        <p:spPr>
          <a:xfrm rot="3828645">
            <a:off x="8257201" y="601080"/>
            <a:ext cx="266196" cy="253494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4" name="Google Shape;844;p115"/>
          <p:cNvSpPr/>
          <p:nvPr/>
        </p:nvSpPr>
        <p:spPr>
          <a:xfrm rot="6380676">
            <a:off x="8495503" y="1000455"/>
            <a:ext cx="266192" cy="253494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5" name="Google Shape;845;p115"/>
          <p:cNvSpPr/>
          <p:nvPr/>
        </p:nvSpPr>
        <p:spPr>
          <a:xfrm rot="-10230870">
            <a:off x="6353708" y="1079133"/>
            <a:ext cx="4549777" cy="4498654"/>
          </a:xfrm>
          <a:custGeom>
            <a:rect b="b" l="l" r="r" t="t"/>
            <a:pathLst>
              <a:path extrusionOk="0" h="80518" w="81433">
                <a:moveTo>
                  <a:pt x="28054" y="1"/>
                </a:moveTo>
                <a:cubicBezTo>
                  <a:pt x="25711" y="1"/>
                  <a:pt x="23142" y="619"/>
                  <a:pt x="20333" y="2015"/>
                </a:cubicBezTo>
                <a:cubicBezTo>
                  <a:pt x="6227" y="9005"/>
                  <a:pt x="0" y="29769"/>
                  <a:pt x="12937" y="41054"/>
                </a:cubicBezTo>
                <a:cubicBezTo>
                  <a:pt x="20663" y="47764"/>
                  <a:pt x="32533" y="47916"/>
                  <a:pt x="40157" y="54728"/>
                </a:cubicBezTo>
                <a:cubicBezTo>
                  <a:pt x="48519" y="62149"/>
                  <a:pt x="50654" y="76509"/>
                  <a:pt x="61329" y="79940"/>
                </a:cubicBezTo>
                <a:cubicBezTo>
                  <a:pt x="62549" y="80333"/>
                  <a:pt x="63804" y="80517"/>
                  <a:pt x="65058" y="80517"/>
                </a:cubicBezTo>
                <a:cubicBezTo>
                  <a:pt x="71507" y="80517"/>
                  <a:pt x="77931" y="75645"/>
                  <a:pt x="79526" y="69240"/>
                </a:cubicBezTo>
                <a:cubicBezTo>
                  <a:pt x="81433" y="61590"/>
                  <a:pt x="76959" y="53101"/>
                  <a:pt x="69868" y="49543"/>
                </a:cubicBezTo>
                <a:cubicBezTo>
                  <a:pt x="65446" y="47306"/>
                  <a:pt x="60236" y="46772"/>
                  <a:pt x="56271" y="43875"/>
                </a:cubicBezTo>
                <a:cubicBezTo>
                  <a:pt x="51391" y="40291"/>
                  <a:pt x="49434" y="33963"/>
                  <a:pt x="48367" y="28016"/>
                </a:cubicBezTo>
                <a:cubicBezTo>
                  <a:pt x="46424" y="17002"/>
                  <a:pt x="40341" y="1"/>
                  <a:pt x="2805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0_1"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116"/>
          <p:cNvSpPr/>
          <p:nvPr/>
        </p:nvSpPr>
        <p:spPr>
          <a:xfrm rot="10161980">
            <a:off x="-1405131" y="-1941929"/>
            <a:ext cx="4549823" cy="4498701"/>
          </a:xfrm>
          <a:custGeom>
            <a:rect b="b" l="l" r="r" t="t"/>
            <a:pathLst>
              <a:path extrusionOk="0" h="80518" w="81433">
                <a:moveTo>
                  <a:pt x="28054" y="1"/>
                </a:moveTo>
                <a:cubicBezTo>
                  <a:pt x="25711" y="1"/>
                  <a:pt x="23142" y="619"/>
                  <a:pt x="20333" y="2015"/>
                </a:cubicBezTo>
                <a:cubicBezTo>
                  <a:pt x="6227" y="9005"/>
                  <a:pt x="0" y="29769"/>
                  <a:pt x="12937" y="41054"/>
                </a:cubicBezTo>
                <a:cubicBezTo>
                  <a:pt x="20663" y="47764"/>
                  <a:pt x="32533" y="47916"/>
                  <a:pt x="40157" y="54728"/>
                </a:cubicBezTo>
                <a:cubicBezTo>
                  <a:pt x="48519" y="62149"/>
                  <a:pt x="50654" y="76509"/>
                  <a:pt x="61329" y="79940"/>
                </a:cubicBezTo>
                <a:cubicBezTo>
                  <a:pt x="62549" y="80333"/>
                  <a:pt x="63804" y="80517"/>
                  <a:pt x="65058" y="80517"/>
                </a:cubicBezTo>
                <a:cubicBezTo>
                  <a:pt x="71507" y="80517"/>
                  <a:pt x="77931" y="75645"/>
                  <a:pt x="79526" y="69240"/>
                </a:cubicBezTo>
                <a:cubicBezTo>
                  <a:pt x="81433" y="61590"/>
                  <a:pt x="76959" y="53101"/>
                  <a:pt x="69868" y="49543"/>
                </a:cubicBezTo>
                <a:cubicBezTo>
                  <a:pt x="65446" y="47306"/>
                  <a:pt x="60236" y="46772"/>
                  <a:pt x="56271" y="43875"/>
                </a:cubicBezTo>
                <a:cubicBezTo>
                  <a:pt x="51391" y="40291"/>
                  <a:pt x="49434" y="33963"/>
                  <a:pt x="48367" y="28016"/>
                </a:cubicBezTo>
                <a:cubicBezTo>
                  <a:pt x="46424" y="17002"/>
                  <a:pt x="40341" y="1"/>
                  <a:pt x="2805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" name="Google Shape;848;p116"/>
          <p:cNvSpPr/>
          <p:nvPr/>
        </p:nvSpPr>
        <p:spPr>
          <a:xfrm rot="-4393537">
            <a:off x="3912278" y="2408999"/>
            <a:ext cx="4549861" cy="4498738"/>
          </a:xfrm>
          <a:custGeom>
            <a:rect b="b" l="l" r="r" t="t"/>
            <a:pathLst>
              <a:path extrusionOk="0" h="80518" w="81433">
                <a:moveTo>
                  <a:pt x="28054" y="1"/>
                </a:moveTo>
                <a:cubicBezTo>
                  <a:pt x="25711" y="1"/>
                  <a:pt x="23142" y="619"/>
                  <a:pt x="20333" y="2015"/>
                </a:cubicBezTo>
                <a:cubicBezTo>
                  <a:pt x="6227" y="9005"/>
                  <a:pt x="0" y="29769"/>
                  <a:pt x="12937" y="41054"/>
                </a:cubicBezTo>
                <a:cubicBezTo>
                  <a:pt x="20663" y="47764"/>
                  <a:pt x="32533" y="47916"/>
                  <a:pt x="40157" y="54728"/>
                </a:cubicBezTo>
                <a:cubicBezTo>
                  <a:pt x="48519" y="62149"/>
                  <a:pt x="50654" y="76509"/>
                  <a:pt x="61329" y="79940"/>
                </a:cubicBezTo>
                <a:cubicBezTo>
                  <a:pt x="62549" y="80333"/>
                  <a:pt x="63804" y="80517"/>
                  <a:pt x="65058" y="80517"/>
                </a:cubicBezTo>
                <a:cubicBezTo>
                  <a:pt x="71507" y="80517"/>
                  <a:pt x="77931" y="75645"/>
                  <a:pt x="79526" y="69240"/>
                </a:cubicBezTo>
                <a:cubicBezTo>
                  <a:pt x="81433" y="61590"/>
                  <a:pt x="76959" y="53101"/>
                  <a:pt x="69868" y="49543"/>
                </a:cubicBezTo>
                <a:cubicBezTo>
                  <a:pt x="65446" y="47306"/>
                  <a:pt x="60236" y="46772"/>
                  <a:pt x="56271" y="43875"/>
                </a:cubicBezTo>
                <a:cubicBezTo>
                  <a:pt x="51391" y="40291"/>
                  <a:pt x="49434" y="33963"/>
                  <a:pt x="48367" y="28016"/>
                </a:cubicBezTo>
                <a:cubicBezTo>
                  <a:pt x="46424" y="17002"/>
                  <a:pt x="40341" y="1"/>
                  <a:pt x="2805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9" name="Google Shape;849;p116"/>
          <p:cNvSpPr/>
          <p:nvPr/>
        </p:nvSpPr>
        <p:spPr>
          <a:xfrm rot="1769044">
            <a:off x="447769" y="2020786"/>
            <a:ext cx="530620" cy="371394"/>
          </a:xfrm>
          <a:custGeom>
            <a:rect b="b" l="l" r="r" t="t"/>
            <a:pathLst>
              <a:path extrusionOk="0" fill="none" h="8362" w="11947">
                <a:moveTo>
                  <a:pt x="1" y="0"/>
                </a:moveTo>
                <a:cubicBezTo>
                  <a:pt x="1297" y="636"/>
                  <a:pt x="306" y="2643"/>
                  <a:pt x="1577" y="3279"/>
                </a:cubicBezTo>
                <a:cubicBezTo>
                  <a:pt x="2898" y="3914"/>
                  <a:pt x="3839" y="1906"/>
                  <a:pt x="5135" y="2542"/>
                </a:cubicBezTo>
                <a:cubicBezTo>
                  <a:pt x="6456" y="3177"/>
                  <a:pt x="5465" y="5185"/>
                  <a:pt x="6761" y="5820"/>
                </a:cubicBezTo>
                <a:cubicBezTo>
                  <a:pt x="8058" y="6456"/>
                  <a:pt x="9023" y="4448"/>
                  <a:pt x="10320" y="5083"/>
                </a:cubicBezTo>
                <a:cubicBezTo>
                  <a:pt x="11616" y="5719"/>
                  <a:pt x="10650" y="7727"/>
                  <a:pt x="11946" y="8362"/>
                </a:cubicBezTo>
              </a:path>
            </a:pathLst>
          </a:custGeom>
          <a:noFill/>
          <a:ln cap="rnd" cmpd="sng" w="184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0" name="Google Shape;850;p116"/>
          <p:cNvSpPr/>
          <p:nvPr/>
        </p:nvSpPr>
        <p:spPr>
          <a:xfrm rot="583629">
            <a:off x="410225" y="2585529"/>
            <a:ext cx="266192" cy="253494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p116"/>
          <p:cNvSpPr/>
          <p:nvPr/>
        </p:nvSpPr>
        <p:spPr>
          <a:xfrm rot="5400000">
            <a:off x="8034194" y="2147329"/>
            <a:ext cx="266197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116"/>
          <p:cNvSpPr/>
          <p:nvPr/>
        </p:nvSpPr>
        <p:spPr>
          <a:xfrm rot="10800000">
            <a:off x="7662489" y="2498706"/>
            <a:ext cx="266197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116"/>
          <p:cNvSpPr/>
          <p:nvPr/>
        </p:nvSpPr>
        <p:spPr>
          <a:xfrm rot="5400000">
            <a:off x="7901987" y="2801135"/>
            <a:ext cx="530626" cy="371398"/>
          </a:xfrm>
          <a:custGeom>
            <a:rect b="b" l="l" r="r" t="t"/>
            <a:pathLst>
              <a:path extrusionOk="0" fill="none" h="8362" w="11947">
                <a:moveTo>
                  <a:pt x="1" y="0"/>
                </a:moveTo>
                <a:cubicBezTo>
                  <a:pt x="1297" y="636"/>
                  <a:pt x="306" y="2643"/>
                  <a:pt x="1577" y="3279"/>
                </a:cubicBezTo>
                <a:cubicBezTo>
                  <a:pt x="2898" y="3914"/>
                  <a:pt x="3839" y="1906"/>
                  <a:pt x="5135" y="2542"/>
                </a:cubicBezTo>
                <a:cubicBezTo>
                  <a:pt x="6456" y="3177"/>
                  <a:pt x="5465" y="5185"/>
                  <a:pt x="6761" y="5820"/>
                </a:cubicBezTo>
                <a:cubicBezTo>
                  <a:pt x="8058" y="6456"/>
                  <a:pt x="9023" y="4448"/>
                  <a:pt x="10320" y="5083"/>
                </a:cubicBezTo>
                <a:cubicBezTo>
                  <a:pt x="11616" y="5719"/>
                  <a:pt x="10650" y="7727"/>
                  <a:pt x="11946" y="8362"/>
                </a:cubicBezTo>
              </a:path>
            </a:pathLst>
          </a:custGeom>
          <a:noFill/>
          <a:ln cap="rnd" cmpd="sng" w="1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118"/>
          <p:cNvSpPr txBox="1"/>
          <p:nvPr>
            <p:ph type="ctrTitle"/>
          </p:nvPr>
        </p:nvSpPr>
        <p:spPr>
          <a:xfrm>
            <a:off x="820950" y="524225"/>
            <a:ext cx="7502100" cy="152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b="1" sz="4200">
                <a:latin typeface="Krona One"/>
                <a:ea typeface="Krona One"/>
                <a:cs typeface="Krona One"/>
                <a:sym typeface="Krona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59" name="Google Shape;859;p118"/>
          <p:cNvSpPr txBox="1"/>
          <p:nvPr>
            <p:ph idx="1" type="subTitle"/>
          </p:nvPr>
        </p:nvSpPr>
        <p:spPr>
          <a:xfrm>
            <a:off x="2161350" y="2045525"/>
            <a:ext cx="4821300" cy="43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60" name="Google Shape;860;p118"/>
          <p:cNvSpPr/>
          <p:nvPr/>
        </p:nvSpPr>
        <p:spPr>
          <a:xfrm rot="3550151">
            <a:off x="202735" y="2541296"/>
            <a:ext cx="308103" cy="293413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p118"/>
          <p:cNvSpPr/>
          <p:nvPr/>
        </p:nvSpPr>
        <p:spPr>
          <a:xfrm rot="3550151">
            <a:off x="8716148" y="1235858"/>
            <a:ext cx="308103" cy="293413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119"/>
          <p:cNvSpPr txBox="1"/>
          <p:nvPr>
            <p:ph type="title"/>
          </p:nvPr>
        </p:nvSpPr>
        <p:spPr>
          <a:xfrm flipH="1">
            <a:off x="713300" y="2433200"/>
            <a:ext cx="3921000" cy="14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64" name="Google Shape;864;p119"/>
          <p:cNvSpPr txBox="1"/>
          <p:nvPr>
            <p:ph hasCustomPrompt="1" idx="2" type="title"/>
          </p:nvPr>
        </p:nvSpPr>
        <p:spPr>
          <a:xfrm flipH="1">
            <a:off x="713150" y="1287100"/>
            <a:ext cx="1375500" cy="1014900"/>
          </a:xfrm>
          <a:prstGeom prst="rect">
            <a:avLst/>
          </a:prstGeom>
          <a:solidFill>
            <a:schemeClr val="accent3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900"/>
              <a:buNone/>
              <a:defRPr sz="5300"/>
            </a:lvl1pPr>
            <a:lvl2pPr lvl="1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2pPr>
            <a:lvl3pPr lvl="2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3pPr>
            <a:lvl4pPr lvl="3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4pPr>
            <a:lvl5pPr lvl="4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5pPr>
            <a:lvl6pPr lvl="5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6pPr>
            <a:lvl7pPr lvl="6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7pPr>
            <a:lvl8pPr lvl="7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8pPr>
            <a:lvl9pPr lvl="8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9pPr>
          </a:lstStyle>
          <a:p>
            <a:r>
              <a:t>xx%</a:t>
            </a:r>
          </a:p>
        </p:txBody>
      </p:sp>
      <p:sp>
        <p:nvSpPr>
          <p:cNvPr id="865" name="Google Shape;865;p119"/>
          <p:cNvSpPr/>
          <p:nvPr/>
        </p:nvSpPr>
        <p:spPr>
          <a:xfrm rot="-7651683">
            <a:off x="-2765443" y="-2249163"/>
            <a:ext cx="4638099" cy="3518236"/>
          </a:xfrm>
          <a:custGeom>
            <a:rect b="b" l="l" r="r" t="t"/>
            <a:pathLst>
              <a:path extrusionOk="0" h="70100" w="92413">
                <a:moveTo>
                  <a:pt x="64951" y="1"/>
                </a:moveTo>
                <a:cubicBezTo>
                  <a:pt x="62821" y="1"/>
                  <a:pt x="60692" y="356"/>
                  <a:pt x="58686" y="1088"/>
                </a:cubicBezTo>
                <a:cubicBezTo>
                  <a:pt x="48087" y="4951"/>
                  <a:pt x="43233" y="17227"/>
                  <a:pt x="34109" y="23860"/>
                </a:cubicBezTo>
                <a:cubicBezTo>
                  <a:pt x="26636" y="29325"/>
                  <a:pt x="16623" y="30748"/>
                  <a:pt x="9633" y="36797"/>
                </a:cubicBezTo>
                <a:cubicBezTo>
                  <a:pt x="2796" y="42693"/>
                  <a:pt x="1" y="53317"/>
                  <a:pt x="4245" y="61323"/>
                </a:cubicBezTo>
                <a:cubicBezTo>
                  <a:pt x="7105" y="66733"/>
                  <a:pt x="13294" y="70099"/>
                  <a:pt x="19296" y="70099"/>
                </a:cubicBezTo>
                <a:cubicBezTo>
                  <a:pt x="22148" y="70099"/>
                  <a:pt x="24958" y="69339"/>
                  <a:pt x="27348" y="67677"/>
                </a:cubicBezTo>
                <a:cubicBezTo>
                  <a:pt x="34134" y="62899"/>
                  <a:pt x="36015" y="53063"/>
                  <a:pt x="43030" y="48666"/>
                </a:cubicBezTo>
                <a:cubicBezTo>
                  <a:pt x="49384" y="44701"/>
                  <a:pt x="57618" y="46506"/>
                  <a:pt x="64989" y="45083"/>
                </a:cubicBezTo>
                <a:cubicBezTo>
                  <a:pt x="83542" y="41524"/>
                  <a:pt x="92413" y="15473"/>
                  <a:pt x="76019" y="3528"/>
                </a:cubicBezTo>
                <a:cubicBezTo>
                  <a:pt x="72835" y="1218"/>
                  <a:pt x="68891" y="1"/>
                  <a:pt x="6495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119"/>
          <p:cNvSpPr/>
          <p:nvPr/>
        </p:nvSpPr>
        <p:spPr>
          <a:xfrm rot="3550150">
            <a:off x="616825" y="477668"/>
            <a:ext cx="340097" cy="323883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7" name="Google Shape;867;p119"/>
          <p:cNvSpPr/>
          <p:nvPr/>
        </p:nvSpPr>
        <p:spPr>
          <a:xfrm>
            <a:off x="6304100" y="512864"/>
            <a:ext cx="266197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120"/>
          <p:cNvSpPr txBox="1"/>
          <p:nvPr>
            <p:ph idx="1" type="body"/>
          </p:nvPr>
        </p:nvSpPr>
        <p:spPr>
          <a:xfrm>
            <a:off x="713225" y="1000075"/>
            <a:ext cx="7717500" cy="36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■"/>
              <a:defRPr/>
            </a:lvl9pPr>
          </a:lstStyle>
          <a:p/>
        </p:txBody>
      </p:sp>
      <p:sp>
        <p:nvSpPr>
          <p:cNvPr id="870" name="Google Shape;870;p120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871" name="Google Shape;871;p120"/>
          <p:cNvSpPr/>
          <p:nvPr/>
        </p:nvSpPr>
        <p:spPr>
          <a:xfrm>
            <a:off x="8238036" y="3155775"/>
            <a:ext cx="530596" cy="371377"/>
          </a:xfrm>
          <a:custGeom>
            <a:rect b="b" l="l" r="r" t="t"/>
            <a:pathLst>
              <a:path extrusionOk="0" fill="none" h="8362" w="11947">
                <a:moveTo>
                  <a:pt x="1" y="0"/>
                </a:moveTo>
                <a:cubicBezTo>
                  <a:pt x="1297" y="636"/>
                  <a:pt x="306" y="2643"/>
                  <a:pt x="1577" y="3279"/>
                </a:cubicBezTo>
                <a:cubicBezTo>
                  <a:pt x="2898" y="3914"/>
                  <a:pt x="3839" y="1906"/>
                  <a:pt x="5135" y="2542"/>
                </a:cubicBezTo>
                <a:cubicBezTo>
                  <a:pt x="6456" y="3177"/>
                  <a:pt x="5465" y="5185"/>
                  <a:pt x="6761" y="5820"/>
                </a:cubicBezTo>
                <a:cubicBezTo>
                  <a:pt x="8058" y="6456"/>
                  <a:pt x="9023" y="4448"/>
                  <a:pt x="10320" y="5083"/>
                </a:cubicBezTo>
                <a:cubicBezTo>
                  <a:pt x="11616" y="5719"/>
                  <a:pt x="10650" y="7727"/>
                  <a:pt x="11946" y="8362"/>
                </a:cubicBezTo>
              </a:path>
            </a:pathLst>
          </a:custGeom>
          <a:noFill/>
          <a:ln cap="rnd" cmpd="sng" w="1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p120"/>
          <p:cNvSpPr/>
          <p:nvPr/>
        </p:nvSpPr>
        <p:spPr>
          <a:xfrm rot="5400000">
            <a:off x="232150" y="449314"/>
            <a:ext cx="266197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120"/>
          <p:cNvSpPr/>
          <p:nvPr/>
        </p:nvSpPr>
        <p:spPr>
          <a:xfrm rot="8514670">
            <a:off x="8258599" y="3640563"/>
            <a:ext cx="266195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12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876" name="Google Shape;876;p121"/>
          <p:cNvSpPr txBox="1"/>
          <p:nvPr>
            <p:ph idx="1" type="subTitle"/>
          </p:nvPr>
        </p:nvSpPr>
        <p:spPr>
          <a:xfrm>
            <a:off x="3442375" y="1404350"/>
            <a:ext cx="4988400" cy="485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2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9pPr>
          </a:lstStyle>
          <a:p/>
        </p:txBody>
      </p:sp>
      <p:sp>
        <p:nvSpPr>
          <p:cNvPr id="877" name="Google Shape;877;p121"/>
          <p:cNvSpPr txBox="1"/>
          <p:nvPr>
            <p:ph idx="2" type="subTitle"/>
          </p:nvPr>
        </p:nvSpPr>
        <p:spPr>
          <a:xfrm>
            <a:off x="3442375" y="1773800"/>
            <a:ext cx="4988400" cy="1025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78" name="Google Shape;878;p121"/>
          <p:cNvSpPr txBox="1"/>
          <p:nvPr>
            <p:ph idx="3" type="subTitle"/>
          </p:nvPr>
        </p:nvSpPr>
        <p:spPr>
          <a:xfrm>
            <a:off x="3442375" y="2942648"/>
            <a:ext cx="4988400" cy="485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2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9pPr>
          </a:lstStyle>
          <a:p/>
        </p:txBody>
      </p:sp>
      <p:sp>
        <p:nvSpPr>
          <p:cNvPr id="879" name="Google Shape;879;p121"/>
          <p:cNvSpPr txBox="1"/>
          <p:nvPr>
            <p:ph idx="4" type="subTitle"/>
          </p:nvPr>
        </p:nvSpPr>
        <p:spPr>
          <a:xfrm>
            <a:off x="3442375" y="3312100"/>
            <a:ext cx="4988400" cy="1025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80" name="Google Shape;880;p121"/>
          <p:cNvSpPr/>
          <p:nvPr/>
        </p:nvSpPr>
        <p:spPr>
          <a:xfrm rot="1114429">
            <a:off x="3254326" y="4675646"/>
            <a:ext cx="340094" cy="323885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121"/>
          <p:cNvSpPr/>
          <p:nvPr/>
        </p:nvSpPr>
        <p:spPr>
          <a:xfrm rot="3623273">
            <a:off x="8604845" y="1061816"/>
            <a:ext cx="266201" cy="253504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p121"/>
          <p:cNvSpPr/>
          <p:nvPr/>
        </p:nvSpPr>
        <p:spPr>
          <a:xfrm rot="-5625860">
            <a:off x="7958174" y="3942331"/>
            <a:ext cx="4638049" cy="3518198"/>
          </a:xfrm>
          <a:custGeom>
            <a:rect b="b" l="l" r="r" t="t"/>
            <a:pathLst>
              <a:path extrusionOk="0" h="70100" w="92413">
                <a:moveTo>
                  <a:pt x="64951" y="1"/>
                </a:moveTo>
                <a:cubicBezTo>
                  <a:pt x="62821" y="1"/>
                  <a:pt x="60692" y="356"/>
                  <a:pt x="58686" y="1088"/>
                </a:cubicBezTo>
                <a:cubicBezTo>
                  <a:pt x="48087" y="4951"/>
                  <a:pt x="43233" y="17227"/>
                  <a:pt x="34109" y="23860"/>
                </a:cubicBezTo>
                <a:cubicBezTo>
                  <a:pt x="26636" y="29325"/>
                  <a:pt x="16623" y="30748"/>
                  <a:pt x="9633" y="36797"/>
                </a:cubicBezTo>
                <a:cubicBezTo>
                  <a:pt x="2796" y="42693"/>
                  <a:pt x="1" y="53317"/>
                  <a:pt x="4245" y="61323"/>
                </a:cubicBezTo>
                <a:cubicBezTo>
                  <a:pt x="7105" y="66733"/>
                  <a:pt x="13294" y="70099"/>
                  <a:pt x="19296" y="70099"/>
                </a:cubicBezTo>
                <a:cubicBezTo>
                  <a:pt x="22148" y="70099"/>
                  <a:pt x="24958" y="69339"/>
                  <a:pt x="27348" y="67677"/>
                </a:cubicBezTo>
                <a:cubicBezTo>
                  <a:pt x="34134" y="62899"/>
                  <a:pt x="36015" y="53063"/>
                  <a:pt x="43030" y="48666"/>
                </a:cubicBezTo>
                <a:cubicBezTo>
                  <a:pt x="49384" y="44701"/>
                  <a:pt x="57618" y="46506"/>
                  <a:pt x="64989" y="45083"/>
                </a:cubicBezTo>
                <a:cubicBezTo>
                  <a:pt x="83542" y="41524"/>
                  <a:pt x="92413" y="15473"/>
                  <a:pt x="76019" y="3528"/>
                </a:cubicBezTo>
                <a:cubicBezTo>
                  <a:pt x="72835" y="1218"/>
                  <a:pt x="68891" y="1"/>
                  <a:pt x="6495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p121"/>
          <p:cNvSpPr/>
          <p:nvPr/>
        </p:nvSpPr>
        <p:spPr>
          <a:xfrm rot="-7836896">
            <a:off x="8610337" y="3750996"/>
            <a:ext cx="530618" cy="371393"/>
          </a:xfrm>
          <a:custGeom>
            <a:rect b="b" l="l" r="r" t="t"/>
            <a:pathLst>
              <a:path extrusionOk="0" fill="none" h="8362" w="11947">
                <a:moveTo>
                  <a:pt x="1" y="0"/>
                </a:moveTo>
                <a:cubicBezTo>
                  <a:pt x="1297" y="636"/>
                  <a:pt x="306" y="2643"/>
                  <a:pt x="1577" y="3279"/>
                </a:cubicBezTo>
                <a:cubicBezTo>
                  <a:pt x="2898" y="3914"/>
                  <a:pt x="3839" y="1906"/>
                  <a:pt x="5135" y="2542"/>
                </a:cubicBezTo>
                <a:cubicBezTo>
                  <a:pt x="6456" y="3177"/>
                  <a:pt x="5465" y="5185"/>
                  <a:pt x="6761" y="5820"/>
                </a:cubicBezTo>
                <a:cubicBezTo>
                  <a:pt x="8058" y="6456"/>
                  <a:pt x="9023" y="4448"/>
                  <a:pt x="10320" y="5083"/>
                </a:cubicBezTo>
                <a:cubicBezTo>
                  <a:pt x="11616" y="5719"/>
                  <a:pt x="10650" y="7727"/>
                  <a:pt x="11946" y="8362"/>
                </a:cubicBezTo>
              </a:path>
            </a:pathLst>
          </a:custGeom>
          <a:noFill/>
          <a:ln cap="rnd" cmpd="sng" w="184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122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886" name="Google Shape;886;p122"/>
          <p:cNvSpPr/>
          <p:nvPr/>
        </p:nvSpPr>
        <p:spPr>
          <a:xfrm rot="3550150">
            <a:off x="8453600" y="1051343"/>
            <a:ext cx="340097" cy="323883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123"/>
          <p:cNvSpPr txBox="1"/>
          <p:nvPr>
            <p:ph type="title"/>
          </p:nvPr>
        </p:nvSpPr>
        <p:spPr>
          <a:xfrm>
            <a:off x="4026575" y="445025"/>
            <a:ext cx="4404300" cy="6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889" name="Google Shape;889;p123"/>
          <p:cNvSpPr txBox="1"/>
          <p:nvPr>
            <p:ph idx="1" type="body"/>
          </p:nvPr>
        </p:nvSpPr>
        <p:spPr>
          <a:xfrm>
            <a:off x="4026575" y="1304875"/>
            <a:ext cx="4404300" cy="32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unito Ligh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Nunito Light"/>
              <a:buChar char="○"/>
              <a:defRPr sz="15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Nunito Light"/>
              <a:buChar char="■"/>
              <a:defRPr sz="15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Nunito Light"/>
              <a:buChar char="●"/>
              <a:defRPr sz="15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Nunito Light"/>
              <a:buChar char="○"/>
              <a:defRPr sz="15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Nunito Light"/>
              <a:buChar char="■"/>
              <a:defRPr sz="15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Nunito Light"/>
              <a:buChar char="●"/>
              <a:defRPr sz="15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Nunito Light"/>
              <a:buChar char="○"/>
              <a:defRPr sz="15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Nunito Light"/>
              <a:buChar char="■"/>
              <a:defRPr sz="1500"/>
            </a:lvl9pPr>
          </a:lstStyle>
          <a:p/>
        </p:txBody>
      </p:sp>
      <p:sp>
        <p:nvSpPr>
          <p:cNvPr id="890" name="Google Shape;890;p123"/>
          <p:cNvSpPr/>
          <p:nvPr>
            <p:ph idx="2" type="pic"/>
          </p:nvPr>
        </p:nvSpPr>
        <p:spPr>
          <a:xfrm>
            <a:off x="564000" y="486600"/>
            <a:ext cx="3134400" cy="41703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1" name="Google Shape;891;p123"/>
          <p:cNvSpPr/>
          <p:nvPr/>
        </p:nvSpPr>
        <p:spPr>
          <a:xfrm rot="-7763208">
            <a:off x="8231403" y="-30500"/>
            <a:ext cx="4638108" cy="3518243"/>
          </a:xfrm>
          <a:custGeom>
            <a:rect b="b" l="l" r="r" t="t"/>
            <a:pathLst>
              <a:path extrusionOk="0" h="70100" w="92413">
                <a:moveTo>
                  <a:pt x="64951" y="1"/>
                </a:moveTo>
                <a:cubicBezTo>
                  <a:pt x="62821" y="1"/>
                  <a:pt x="60692" y="356"/>
                  <a:pt x="58686" y="1088"/>
                </a:cubicBezTo>
                <a:cubicBezTo>
                  <a:pt x="48087" y="4951"/>
                  <a:pt x="43233" y="17227"/>
                  <a:pt x="34109" y="23860"/>
                </a:cubicBezTo>
                <a:cubicBezTo>
                  <a:pt x="26636" y="29325"/>
                  <a:pt x="16623" y="30748"/>
                  <a:pt x="9633" y="36797"/>
                </a:cubicBezTo>
                <a:cubicBezTo>
                  <a:pt x="2796" y="42693"/>
                  <a:pt x="1" y="53317"/>
                  <a:pt x="4245" y="61323"/>
                </a:cubicBezTo>
                <a:cubicBezTo>
                  <a:pt x="7105" y="66733"/>
                  <a:pt x="13294" y="70099"/>
                  <a:pt x="19296" y="70099"/>
                </a:cubicBezTo>
                <a:cubicBezTo>
                  <a:pt x="22148" y="70099"/>
                  <a:pt x="24958" y="69339"/>
                  <a:pt x="27348" y="67677"/>
                </a:cubicBezTo>
                <a:cubicBezTo>
                  <a:pt x="34134" y="62899"/>
                  <a:pt x="36015" y="53063"/>
                  <a:pt x="43030" y="48666"/>
                </a:cubicBezTo>
                <a:cubicBezTo>
                  <a:pt x="49384" y="44701"/>
                  <a:pt x="57618" y="46506"/>
                  <a:pt x="64989" y="45083"/>
                </a:cubicBezTo>
                <a:cubicBezTo>
                  <a:pt x="83542" y="41524"/>
                  <a:pt x="92413" y="15473"/>
                  <a:pt x="76019" y="3528"/>
                </a:cubicBezTo>
                <a:cubicBezTo>
                  <a:pt x="72835" y="1218"/>
                  <a:pt x="68891" y="1"/>
                  <a:pt x="6495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2" name="Google Shape;892;p123"/>
          <p:cNvSpPr/>
          <p:nvPr/>
        </p:nvSpPr>
        <p:spPr>
          <a:xfrm rot="7218987">
            <a:off x="5919462" y="4703830"/>
            <a:ext cx="340093" cy="323885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3" name="Google Shape;893;p123"/>
          <p:cNvSpPr/>
          <p:nvPr/>
        </p:nvSpPr>
        <p:spPr>
          <a:xfrm rot="-9849443">
            <a:off x="8699356" y="1015692"/>
            <a:ext cx="530621" cy="371395"/>
          </a:xfrm>
          <a:custGeom>
            <a:rect b="b" l="l" r="r" t="t"/>
            <a:pathLst>
              <a:path extrusionOk="0" fill="none" h="8362" w="11947">
                <a:moveTo>
                  <a:pt x="1" y="0"/>
                </a:moveTo>
                <a:cubicBezTo>
                  <a:pt x="1297" y="636"/>
                  <a:pt x="306" y="2643"/>
                  <a:pt x="1577" y="3279"/>
                </a:cubicBezTo>
                <a:cubicBezTo>
                  <a:pt x="2898" y="3914"/>
                  <a:pt x="3839" y="1906"/>
                  <a:pt x="5135" y="2542"/>
                </a:cubicBezTo>
                <a:cubicBezTo>
                  <a:pt x="6456" y="3177"/>
                  <a:pt x="5465" y="5185"/>
                  <a:pt x="6761" y="5820"/>
                </a:cubicBezTo>
                <a:cubicBezTo>
                  <a:pt x="8058" y="6456"/>
                  <a:pt x="9023" y="4448"/>
                  <a:pt x="10320" y="5083"/>
                </a:cubicBezTo>
                <a:cubicBezTo>
                  <a:pt x="11616" y="5719"/>
                  <a:pt x="10650" y="7727"/>
                  <a:pt x="11946" y="8362"/>
                </a:cubicBezTo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124"/>
          <p:cNvSpPr txBox="1"/>
          <p:nvPr>
            <p:ph type="title"/>
          </p:nvPr>
        </p:nvSpPr>
        <p:spPr>
          <a:xfrm>
            <a:off x="713225" y="1349700"/>
            <a:ext cx="4509900" cy="244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96" name="Google Shape;896;p124"/>
          <p:cNvSpPr/>
          <p:nvPr/>
        </p:nvSpPr>
        <p:spPr>
          <a:xfrm rot="9209643">
            <a:off x="-709832" y="-2415968"/>
            <a:ext cx="3971379" cy="3926756"/>
          </a:xfrm>
          <a:custGeom>
            <a:rect b="b" l="l" r="r" t="t"/>
            <a:pathLst>
              <a:path extrusionOk="0" h="80518" w="81433">
                <a:moveTo>
                  <a:pt x="28054" y="1"/>
                </a:moveTo>
                <a:cubicBezTo>
                  <a:pt x="25711" y="1"/>
                  <a:pt x="23142" y="619"/>
                  <a:pt x="20333" y="2015"/>
                </a:cubicBezTo>
                <a:cubicBezTo>
                  <a:pt x="6227" y="9005"/>
                  <a:pt x="0" y="29769"/>
                  <a:pt x="12937" y="41054"/>
                </a:cubicBezTo>
                <a:cubicBezTo>
                  <a:pt x="20663" y="47764"/>
                  <a:pt x="32533" y="47916"/>
                  <a:pt x="40157" y="54728"/>
                </a:cubicBezTo>
                <a:cubicBezTo>
                  <a:pt x="48519" y="62149"/>
                  <a:pt x="50654" y="76509"/>
                  <a:pt x="61329" y="79940"/>
                </a:cubicBezTo>
                <a:cubicBezTo>
                  <a:pt x="62549" y="80333"/>
                  <a:pt x="63804" y="80517"/>
                  <a:pt x="65058" y="80517"/>
                </a:cubicBezTo>
                <a:cubicBezTo>
                  <a:pt x="71507" y="80517"/>
                  <a:pt x="77931" y="75645"/>
                  <a:pt x="79526" y="69240"/>
                </a:cubicBezTo>
                <a:cubicBezTo>
                  <a:pt x="81433" y="61590"/>
                  <a:pt x="76959" y="53101"/>
                  <a:pt x="69868" y="49543"/>
                </a:cubicBezTo>
                <a:cubicBezTo>
                  <a:pt x="65446" y="47306"/>
                  <a:pt x="60236" y="46772"/>
                  <a:pt x="56271" y="43875"/>
                </a:cubicBezTo>
                <a:cubicBezTo>
                  <a:pt x="51391" y="40291"/>
                  <a:pt x="49434" y="33963"/>
                  <a:pt x="48367" y="28016"/>
                </a:cubicBezTo>
                <a:cubicBezTo>
                  <a:pt x="46424" y="17002"/>
                  <a:pt x="40341" y="1"/>
                  <a:pt x="2805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124"/>
          <p:cNvSpPr/>
          <p:nvPr/>
        </p:nvSpPr>
        <p:spPr>
          <a:xfrm rot="9975143">
            <a:off x="2716327" y="605766"/>
            <a:ext cx="530625" cy="371397"/>
          </a:xfrm>
          <a:custGeom>
            <a:rect b="b" l="l" r="r" t="t"/>
            <a:pathLst>
              <a:path extrusionOk="0" fill="none" h="8362" w="11947">
                <a:moveTo>
                  <a:pt x="1" y="0"/>
                </a:moveTo>
                <a:cubicBezTo>
                  <a:pt x="1297" y="636"/>
                  <a:pt x="306" y="2643"/>
                  <a:pt x="1577" y="3279"/>
                </a:cubicBezTo>
                <a:cubicBezTo>
                  <a:pt x="2898" y="3914"/>
                  <a:pt x="3839" y="1906"/>
                  <a:pt x="5135" y="2542"/>
                </a:cubicBezTo>
                <a:cubicBezTo>
                  <a:pt x="6456" y="3177"/>
                  <a:pt x="5465" y="5185"/>
                  <a:pt x="6761" y="5820"/>
                </a:cubicBezTo>
                <a:cubicBezTo>
                  <a:pt x="8058" y="6456"/>
                  <a:pt x="9023" y="4448"/>
                  <a:pt x="10320" y="5083"/>
                </a:cubicBezTo>
                <a:cubicBezTo>
                  <a:pt x="11616" y="5719"/>
                  <a:pt x="10650" y="7727"/>
                  <a:pt x="11946" y="8362"/>
                </a:cubicBezTo>
              </a:path>
            </a:pathLst>
          </a:custGeom>
          <a:noFill/>
          <a:ln cap="rnd" cmpd="sng" w="1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124"/>
          <p:cNvSpPr/>
          <p:nvPr/>
        </p:nvSpPr>
        <p:spPr>
          <a:xfrm>
            <a:off x="8653200" y="1905014"/>
            <a:ext cx="266197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p124"/>
          <p:cNvSpPr/>
          <p:nvPr/>
        </p:nvSpPr>
        <p:spPr>
          <a:xfrm rot="6679339">
            <a:off x="8344898" y="1101090"/>
            <a:ext cx="530629" cy="371400"/>
          </a:xfrm>
          <a:custGeom>
            <a:rect b="b" l="l" r="r" t="t"/>
            <a:pathLst>
              <a:path extrusionOk="0" fill="none" h="8362" w="11947">
                <a:moveTo>
                  <a:pt x="1" y="0"/>
                </a:moveTo>
                <a:cubicBezTo>
                  <a:pt x="1297" y="636"/>
                  <a:pt x="306" y="2643"/>
                  <a:pt x="1577" y="3279"/>
                </a:cubicBezTo>
                <a:cubicBezTo>
                  <a:pt x="2898" y="3914"/>
                  <a:pt x="3839" y="1906"/>
                  <a:pt x="5135" y="2542"/>
                </a:cubicBezTo>
                <a:cubicBezTo>
                  <a:pt x="6456" y="3177"/>
                  <a:pt x="5465" y="5185"/>
                  <a:pt x="6761" y="5820"/>
                </a:cubicBezTo>
                <a:cubicBezTo>
                  <a:pt x="8058" y="6456"/>
                  <a:pt x="9023" y="4448"/>
                  <a:pt x="10320" y="5083"/>
                </a:cubicBezTo>
                <a:cubicBezTo>
                  <a:pt x="11616" y="5719"/>
                  <a:pt x="10650" y="7727"/>
                  <a:pt x="11946" y="8362"/>
                </a:cubicBezTo>
              </a:path>
            </a:pathLst>
          </a:custGeom>
          <a:noFill/>
          <a:ln cap="rnd" cmpd="sng" w="184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125"/>
          <p:cNvSpPr txBox="1"/>
          <p:nvPr>
            <p:ph type="title"/>
          </p:nvPr>
        </p:nvSpPr>
        <p:spPr>
          <a:xfrm>
            <a:off x="25494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02" name="Google Shape;902;p125"/>
          <p:cNvSpPr txBox="1"/>
          <p:nvPr>
            <p:ph idx="1" type="subTitle"/>
          </p:nvPr>
        </p:nvSpPr>
        <p:spPr>
          <a:xfrm>
            <a:off x="25494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03" name="Google Shape;903;p125"/>
          <p:cNvSpPr/>
          <p:nvPr/>
        </p:nvSpPr>
        <p:spPr>
          <a:xfrm rot="-451389">
            <a:off x="-1576814" y="2342622"/>
            <a:ext cx="4549738" cy="4498616"/>
          </a:xfrm>
          <a:custGeom>
            <a:rect b="b" l="l" r="r" t="t"/>
            <a:pathLst>
              <a:path extrusionOk="0" h="80518" w="81433">
                <a:moveTo>
                  <a:pt x="28054" y="1"/>
                </a:moveTo>
                <a:cubicBezTo>
                  <a:pt x="25711" y="1"/>
                  <a:pt x="23142" y="619"/>
                  <a:pt x="20333" y="2015"/>
                </a:cubicBezTo>
                <a:cubicBezTo>
                  <a:pt x="6227" y="9005"/>
                  <a:pt x="0" y="29769"/>
                  <a:pt x="12937" y="41054"/>
                </a:cubicBezTo>
                <a:cubicBezTo>
                  <a:pt x="20663" y="47764"/>
                  <a:pt x="32533" y="47916"/>
                  <a:pt x="40157" y="54728"/>
                </a:cubicBezTo>
                <a:cubicBezTo>
                  <a:pt x="48519" y="62149"/>
                  <a:pt x="50654" y="76509"/>
                  <a:pt x="61329" y="79940"/>
                </a:cubicBezTo>
                <a:cubicBezTo>
                  <a:pt x="62549" y="80333"/>
                  <a:pt x="63804" y="80517"/>
                  <a:pt x="65058" y="80517"/>
                </a:cubicBezTo>
                <a:cubicBezTo>
                  <a:pt x="71507" y="80517"/>
                  <a:pt x="77931" y="75645"/>
                  <a:pt x="79526" y="69240"/>
                </a:cubicBezTo>
                <a:cubicBezTo>
                  <a:pt x="81433" y="61590"/>
                  <a:pt x="76959" y="53101"/>
                  <a:pt x="69868" y="49543"/>
                </a:cubicBezTo>
                <a:cubicBezTo>
                  <a:pt x="65446" y="47306"/>
                  <a:pt x="60236" y="46772"/>
                  <a:pt x="56271" y="43875"/>
                </a:cubicBezTo>
                <a:cubicBezTo>
                  <a:pt x="51391" y="40291"/>
                  <a:pt x="49434" y="33963"/>
                  <a:pt x="48367" y="28016"/>
                </a:cubicBezTo>
                <a:cubicBezTo>
                  <a:pt x="46424" y="17002"/>
                  <a:pt x="40341" y="1"/>
                  <a:pt x="2805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125"/>
          <p:cNvSpPr/>
          <p:nvPr/>
        </p:nvSpPr>
        <p:spPr>
          <a:xfrm rot="10800000">
            <a:off x="8421588" y="4515100"/>
            <a:ext cx="530626" cy="371398"/>
          </a:xfrm>
          <a:custGeom>
            <a:rect b="b" l="l" r="r" t="t"/>
            <a:pathLst>
              <a:path extrusionOk="0" fill="none" h="8362" w="11947">
                <a:moveTo>
                  <a:pt x="1" y="0"/>
                </a:moveTo>
                <a:cubicBezTo>
                  <a:pt x="1297" y="636"/>
                  <a:pt x="306" y="2643"/>
                  <a:pt x="1577" y="3279"/>
                </a:cubicBezTo>
                <a:cubicBezTo>
                  <a:pt x="2898" y="3914"/>
                  <a:pt x="3839" y="1906"/>
                  <a:pt x="5135" y="2542"/>
                </a:cubicBezTo>
                <a:cubicBezTo>
                  <a:pt x="6456" y="3177"/>
                  <a:pt x="5465" y="5185"/>
                  <a:pt x="6761" y="5820"/>
                </a:cubicBezTo>
                <a:cubicBezTo>
                  <a:pt x="8058" y="6456"/>
                  <a:pt x="9023" y="4448"/>
                  <a:pt x="10320" y="5083"/>
                </a:cubicBezTo>
                <a:cubicBezTo>
                  <a:pt x="11616" y="5719"/>
                  <a:pt x="10650" y="7727"/>
                  <a:pt x="11946" y="8362"/>
                </a:cubicBezTo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125"/>
          <p:cNvSpPr/>
          <p:nvPr/>
        </p:nvSpPr>
        <p:spPr>
          <a:xfrm rot="583629">
            <a:off x="319750" y="2145279"/>
            <a:ext cx="266192" cy="253494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126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908" name="Google Shape;908;p126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12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1" name="Google Shape;911;p12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12" name="Google Shape;912;p127"/>
          <p:cNvSpPr/>
          <p:nvPr/>
        </p:nvSpPr>
        <p:spPr>
          <a:xfrm rot="-451389">
            <a:off x="-2876114" y="-2833078"/>
            <a:ext cx="4549738" cy="4498616"/>
          </a:xfrm>
          <a:custGeom>
            <a:rect b="b" l="l" r="r" t="t"/>
            <a:pathLst>
              <a:path extrusionOk="0" h="80518" w="81433">
                <a:moveTo>
                  <a:pt x="28054" y="1"/>
                </a:moveTo>
                <a:cubicBezTo>
                  <a:pt x="25711" y="1"/>
                  <a:pt x="23142" y="619"/>
                  <a:pt x="20333" y="2015"/>
                </a:cubicBezTo>
                <a:cubicBezTo>
                  <a:pt x="6227" y="9005"/>
                  <a:pt x="0" y="29769"/>
                  <a:pt x="12937" y="41054"/>
                </a:cubicBezTo>
                <a:cubicBezTo>
                  <a:pt x="20663" y="47764"/>
                  <a:pt x="32533" y="47916"/>
                  <a:pt x="40157" y="54728"/>
                </a:cubicBezTo>
                <a:cubicBezTo>
                  <a:pt x="48519" y="62149"/>
                  <a:pt x="50654" y="76509"/>
                  <a:pt x="61329" y="79940"/>
                </a:cubicBezTo>
                <a:cubicBezTo>
                  <a:pt x="62549" y="80333"/>
                  <a:pt x="63804" y="80517"/>
                  <a:pt x="65058" y="80517"/>
                </a:cubicBezTo>
                <a:cubicBezTo>
                  <a:pt x="71507" y="80517"/>
                  <a:pt x="77931" y="75645"/>
                  <a:pt x="79526" y="69240"/>
                </a:cubicBezTo>
                <a:cubicBezTo>
                  <a:pt x="81433" y="61590"/>
                  <a:pt x="76959" y="53101"/>
                  <a:pt x="69868" y="49543"/>
                </a:cubicBezTo>
                <a:cubicBezTo>
                  <a:pt x="65446" y="47306"/>
                  <a:pt x="60236" y="46772"/>
                  <a:pt x="56271" y="43875"/>
                </a:cubicBezTo>
                <a:cubicBezTo>
                  <a:pt x="51391" y="40291"/>
                  <a:pt x="49434" y="33963"/>
                  <a:pt x="48367" y="28016"/>
                </a:cubicBezTo>
                <a:cubicBezTo>
                  <a:pt x="46424" y="17002"/>
                  <a:pt x="40341" y="1"/>
                  <a:pt x="2805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127"/>
          <p:cNvSpPr/>
          <p:nvPr/>
        </p:nvSpPr>
        <p:spPr>
          <a:xfrm rot="9975143">
            <a:off x="300277" y="1604391"/>
            <a:ext cx="530625" cy="371397"/>
          </a:xfrm>
          <a:custGeom>
            <a:rect b="b" l="l" r="r" t="t"/>
            <a:pathLst>
              <a:path extrusionOk="0" fill="none" h="8362" w="11947">
                <a:moveTo>
                  <a:pt x="1" y="0"/>
                </a:moveTo>
                <a:cubicBezTo>
                  <a:pt x="1297" y="636"/>
                  <a:pt x="306" y="2643"/>
                  <a:pt x="1577" y="3279"/>
                </a:cubicBezTo>
                <a:cubicBezTo>
                  <a:pt x="2898" y="3914"/>
                  <a:pt x="3839" y="1906"/>
                  <a:pt x="5135" y="2542"/>
                </a:cubicBezTo>
                <a:cubicBezTo>
                  <a:pt x="6456" y="3177"/>
                  <a:pt x="5465" y="5185"/>
                  <a:pt x="6761" y="5820"/>
                </a:cubicBezTo>
                <a:cubicBezTo>
                  <a:pt x="8058" y="6456"/>
                  <a:pt x="9023" y="4448"/>
                  <a:pt x="10320" y="5083"/>
                </a:cubicBezTo>
                <a:cubicBezTo>
                  <a:pt x="11616" y="5719"/>
                  <a:pt x="10650" y="7727"/>
                  <a:pt x="11946" y="8362"/>
                </a:cubicBezTo>
              </a:path>
            </a:pathLst>
          </a:custGeom>
          <a:noFill/>
          <a:ln cap="rnd" cmpd="sng" w="1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p127"/>
          <p:cNvSpPr/>
          <p:nvPr/>
        </p:nvSpPr>
        <p:spPr>
          <a:xfrm>
            <a:off x="8631725" y="4535614"/>
            <a:ext cx="266197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129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918" name="Google Shape;918;p129"/>
          <p:cNvSpPr txBox="1"/>
          <p:nvPr>
            <p:ph hasCustomPrompt="1" idx="2" type="title"/>
          </p:nvPr>
        </p:nvSpPr>
        <p:spPr>
          <a:xfrm>
            <a:off x="1002275" y="1384300"/>
            <a:ext cx="843900" cy="4476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19" name="Google Shape;919;p129"/>
          <p:cNvSpPr txBox="1"/>
          <p:nvPr>
            <p:ph hasCustomPrompt="1" idx="3" type="title"/>
          </p:nvPr>
        </p:nvSpPr>
        <p:spPr>
          <a:xfrm>
            <a:off x="1002275" y="2982413"/>
            <a:ext cx="843900" cy="4476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20" name="Google Shape;920;p129"/>
          <p:cNvSpPr txBox="1"/>
          <p:nvPr>
            <p:ph hasCustomPrompt="1" idx="4" type="title"/>
          </p:nvPr>
        </p:nvSpPr>
        <p:spPr>
          <a:xfrm>
            <a:off x="3544775" y="1384300"/>
            <a:ext cx="843900" cy="4476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21" name="Google Shape;921;p129"/>
          <p:cNvSpPr txBox="1"/>
          <p:nvPr>
            <p:ph hasCustomPrompt="1" idx="5" type="title"/>
          </p:nvPr>
        </p:nvSpPr>
        <p:spPr>
          <a:xfrm>
            <a:off x="3544775" y="2982414"/>
            <a:ext cx="843900" cy="4476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22" name="Google Shape;922;p129"/>
          <p:cNvSpPr txBox="1"/>
          <p:nvPr>
            <p:ph hasCustomPrompt="1" idx="6" type="title"/>
          </p:nvPr>
        </p:nvSpPr>
        <p:spPr>
          <a:xfrm>
            <a:off x="6087275" y="1384300"/>
            <a:ext cx="845700" cy="4476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23" name="Google Shape;923;p129"/>
          <p:cNvSpPr txBox="1"/>
          <p:nvPr>
            <p:ph hasCustomPrompt="1" idx="7" type="title"/>
          </p:nvPr>
        </p:nvSpPr>
        <p:spPr>
          <a:xfrm>
            <a:off x="6087275" y="2982414"/>
            <a:ext cx="845700" cy="4476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24" name="Google Shape;924;p129"/>
          <p:cNvSpPr txBox="1"/>
          <p:nvPr>
            <p:ph idx="1" type="subTitle"/>
          </p:nvPr>
        </p:nvSpPr>
        <p:spPr>
          <a:xfrm>
            <a:off x="1002275" y="1831849"/>
            <a:ext cx="2054400" cy="73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25" name="Google Shape;925;p129"/>
          <p:cNvSpPr txBox="1"/>
          <p:nvPr>
            <p:ph idx="8" type="subTitle"/>
          </p:nvPr>
        </p:nvSpPr>
        <p:spPr>
          <a:xfrm>
            <a:off x="3544775" y="1831849"/>
            <a:ext cx="2054400" cy="73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26" name="Google Shape;926;p129"/>
          <p:cNvSpPr txBox="1"/>
          <p:nvPr>
            <p:ph idx="9" type="subTitle"/>
          </p:nvPr>
        </p:nvSpPr>
        <p:spPr>
          <a:xfrm>
            <a:off x="6087275" y="1831849"/>
            <a:ext cx="2054400" cy="73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27" name="Google Shape;927;p129"/>
          <p:cNvSpPr txBox="1"/>
          <p:nvPr>
            <p:ph idx="13" type="subTitle"/>
          </p:nvPr>
        </p:nvSpPr>
        <p:spPr>
          <a:xfrm>
            <a:off x="1002275" y="3430025"/>
            <a:ext cx="2054400" cy="73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28" name="Google Shape;928;p129"/>
          <p:cNvSpPr txBox="1"/>
          <p:nvPr>
            <p:ph idx="14" type="subTitle"/>
          </p:nvPr>
        </p:nvSpPr>
        <p:spPr>
          <a:xfrm>
            <a:off x="3544775" y="3430026"/>
            <a:ext cx="2054400" cy="73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29" name="Google Shape;929;p129"/>
          <p:cNvSpPr txBox="1"/>
          <p:nvPr>
            <p:ph idx="15" type="subTitle"/>
          </p:nvPr>
        </p:nvSpPr>
        <p:spPr>
          <a:xfrm>
            <a:off x="6087275" y="3430026"/>
            <a:ext cx="2054400" cy="73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30" name="Google Shape;930;p129"/>
          <p:cNvSpPr/>
          <p:nvPr/>
        </p:nvSpPr>
        <p:spPr>
          <a:xfrm rot="-10497543">
            <a:off x="7945537" y="1966574"/>
            <a:ext cx="4638127" cy="3518258"/>
          </a:xfrm>
          <a:custGeom>
            <a:rect b="b" l="l" r="r" t="t"/>
            <a:pathLst>
              <a:path extrusionOk="0" h="70100" w="92413">
                <a:moveTo>
                  <a:pt x="64951" y="1"/>
                </a:moveTo>
                <a:cubicBezTo>
                  <a:pt x="62821" y="1"/>
                  <a:pt x="60692" y="356"/>
                  <a:pt x="58686" y="1088"/>
                </a:cubicBezTo>
                <a:cubicBezTo>
                  <a:pt x="48087" y="4951"/>
                  <a:pt x="43233" y="17227"/>
                  <a:pt x="34109" y="23860"/>
                </a:cubicBezTo>
                <a:cubicBezTo>
                  <a:pt x="26636" y="29325"/>
                  <a:pt x="16623" y="30748"/>
                  <a:pt x="9633" y="36797"/>
                </a:cubicBezTo>
                <a:cubicBezTo>
                  <a:pt x="2796" y="42693"/>
                  <a:pt x="1" y="53317"/>
                  <a:pt x="4245" y="61323"/>
                </a:cubicBezTo>
                <a:cubicBezTo>
                  <a:pt x="7105" y="66733"/>
                  <a:pt x="13294" y="70099"/>
                  <a:pt x="19296" y="70099"/>
                </a:cubicBezTo>
                <a:cubicBezTo>
                  <a:pt x="22148" y="70099"/>
                  <a:pt x="24958" y="69339"/>
                  <a:pt x="27348" y="67677"/>
                </a:cubicBezTo>
                <a:cubicBezTo>
                  <a:pt x="34134" y="62899"/>
                  <a:pt x="36015" y="53063"/>
                  <a:pt x="43030" y="48666"/>
                </a:cubicBezTo>
                <a:cubicBezTo>
                  <a:pt x="49384" y="44701"/>
                  <a:pt x="57618" y="46506"/>
                  <a:pt x="64989" y="45083"/>
                </a:cubicBezTo>
                <a:cubicBezTo>
                  <a:pt x="83542" y="41524"/>
                  <a:pt x="92413" y="15473"/>
                  <a:pt x="76019" y="3528"/>
                </a:cubicBezTo>
                <a:cubicBezTo>
                  <a:pt x="72835" y="1218"/>
                  <a:pt x="68891" y="1"/>
                  <a:pt x="6495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1" name="Google Shape;931;p129"/>
          <p:cNvSpPr/>
          <p:nvPr/>
        </p:nvSpPr>
        <p:spPr>
          <a:xfrm>
            <a:off x="-2118799" y="148075"/>
            <a:ext cx="2997956" cy="2964270"/>
          </a:xfrm>
          <a:custGeom>
            <a:rect b="b" l="l" r="r" t="t"/>
            <a:pathLst>
              <a:path extrusionOk="0" h="80518" w="81433">
                <a:moveTo>
                  <a:pt x="28054" y="1"/>
                </a:moveTo>
                <a:cubicBezTo>
                  <a:pt x="25711" y="1"/>
                  <a:pt x="23142" y="619"/>
                  <a:pt x="20333" y="2015"/>
                </a:cubicBezTo>
                <a:cubicBezTo>
                  <a:pt x="6227" y="9005"/>
                  <a:pt x="0" y="29769"/>
                  <a:pt x="12937" y="41054"/>
                </a:cubicBezTo>
                <a:cubicBezTo>
                  <a:pt x="20663" y="47764"/>
                  <a:pt x="32533" y="47916"/>
                  <a:pt x="40157" y="54728"/>
                </a:cubicBezTo>
                <a:cubicBezTo>
                  <a:pt x="48519" y="62149"/>
                  <a:pt x="50654" y="76509"/>
                  <a:pt x="61329" y="79940"/>
                </a:cubicBezTo>
                <a:cubicBezTo>
                  <a:pt x="62549" y="80333"/>
                  <a:pt x="63804" y="80517"/>
                  <a:pt x="65058" y="80517"/>
                </a:cubicBezTo>
                <a:cubicBezTo>
                  <a:pt x="71507" y="80517"/>
                  <a:pt x="77931" y="75645"/>
                  <a:pt x="79526" y="69240"/>
                </a:cubicBezTo>
                <a:cubicBezTo>
                  <a:pt x="81433" y="61590"/>
                  <a:pt x="76959" y="53101"/>
                  <a:pt x="69868" y="49543"/>
                </a:cubicBezTo>
                <a:cubicBezTo>
                  <a:pt x="65446" y="47306"/>
                  <a:pt x="60236" y="46772"/>
                  <a:pt x="56271" y="43875"/>
                </a:cubicBezTo>
                <a:cubicBezTo>
                  <a:pt x="51391" y="40291"/>
                  <a:pt x="49434" y="33963"/>
                  <a:pt x="48367" y="28016"/>
                </a:cubicBezTo>
                <a:cubicBezTo>
                  <a:pt x="46424" y="17002"/>
                  <a:pt x="40341" y="1"/>
                  <a:pt x="2805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2" name="Google Shape;932;p129"/>
          <p:cNvSpPr/>
          <p:nvPr/>
        </p:nvSpPr>
        <p:spPr>
          <a:xfrm rot="6284368">
            <a:off x="200821" y="1135850"/>
            <a:ext cx="530615" cy="371390"/>
          </a:xfrm>
          <a:custGeom>
            <a:rect b="b" l="l" r="r" t="t"/>
            <a:pathLst>
              <a:path extrusionOk="0" fill="none" h="8362" w="11947">
                <a:moveTo>
                  <a:pt x="1" y="0"/>
                </a:moveTo>
                <a:cubicBezTo>
                  <a:pt x="1297" y="636"/>
                  <a:pt x="306" y="2643"/>
                  <a:pt x="1577" y="3279"/>
                </a:cubicBezTo>
                <a:cubicBezTo>
                  <a:pt x="2898" y="3914"/>
                  <a:pt x="3839" y="1906"/>
                  <a:pt x="5135" y="2542"/>
                </a:cubicBezTo>
                <a:cubicBezTo>
                  <a:pt x="6456" y="3177"/>
                  <a:pt x="5465" y="5185"/>
                  <a:pt x="6761" y="5820"/>
                </a:cubicBezTo>
                <a:cubicBezTo>
                  <a:pt x="8058" y="6456"/>
                  <a:pt x="9023" y="4448"/>
                  <a:pt x="10320" y="5083"/>
                </a:cubicBezTo>
                <a:cubicBezTo>
                  <a:pt x="11616" y="5719"/>
                  <a:pt x="10650" y="7727"/>
                  <a:pt x="11946" y="8362"/>
                </a:cubicBezTo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3" name="Google Shape;933;p129"/>
          <p:cNvSpPr/>
          <p:nvPr/>
        </p:nvSpPr>
        <p:spPr>
          <a:xfrm rot="7218987">
            <a:off x="8274037" y="2986792"/>
            <a:ext cx="340093" cy="323885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4"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130"/>
          <p:cNvSpPr txBox="1"/>
          <p:nvPr>
            <p:ph type="title"/>
          </p:nvPr>
        </p:nvSpPr>
        <p:spPr>
          <a:xfrm>
            <a:off x="713225" y="3367777"/>
            <a:ext cx="4177800" cy="49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36" name="Google Shape;936;p130"/>
          <p:cNvSpPr txBox="1"/>
          <p:nvPr>
            <p:ph idx="1" type="subTitle"/>
          </p:nvPr>
        </p:nvSpPr>
        <p:spPr>
          <a:xfrm>
            <a:off x="713500" y="1279525"/>
            <a:ext cx="4177800" cy="206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5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37" name="Google Shape;937;p130"/>
          <p:cNvSpPr/>
          <p:nvPr/>
        </p:nvSpPr>
        <p:spPr>
          <a:xfrm rot="3550150">
            <a:off x="8317775" y="3649843"/>
            <a:ext cx="340097" cy="323883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8" name="Google Shape;938;p130"/>
          <p:cNvSpPr/>
          <p:nvPr/>
        </p:nvSpPr>
        <p:spPr>
          <a:xfrm>
            <a:off x="447300" y="625489"/>
            <a:ext cx="266197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9" name="Google Shape;939;p130"/>
          <p:cNvSpPr/>
          <p:nvPr/>
        </p:nvSpPr>
        <p:spPr>
          <a:xfrm rot="4736099">
            <a:off x="7089148" y="549301"/>
            <a:ext cx="266196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" name="Google Shape;940;p130"/>
          <p:cNvSpPr/>
          <p:nvPr/>
        </p:nvSpPr>
        <p:spPr>
          <a:xfrm rot="10136242">
            <a:off x="3245518" y="4562552"/>
            <a:ext cx="530630" cy="371401"/>
          </a:xfrm>
          <a:custGeom>
            <a:rect b="b" l="l" r="r" t="t"/>
            <a:pathLst>
              <a:path extrusionOk="0" fill="none" h="8362" w="11947">
                <a:moveTo>
                  <a:pt x="1" y="0"/>
                </a:moveTo>
                <a:cubicBezTo>
                  <a:pt x="1297" y="636"/>
                  <a:pt x="306" y="2643"/>
                  <a:pt x="1577" y="3279"/>
                </a:cubicBezTo>
                <a:cubicBezTo>
                  <a:pt x="2898" y="3914"/>
                  <a:pt x="3839" y="1906"/>
                  <a:pt x="5135" y="2542"/>
                </a:cubicBezTo>
                <a:cubicBezTo>
                  <a:pt x="6456" y="3177"/>
                  <a:pt x="5465" y="5185"/>
                  <a:pt x="6761" y="5820"/>
                </a:cubicBezTo>
                <a:cubicBezTo>
                  <a:pt x="8058" y="6456"/>
                  <a:pt x="9023" y="4448"/>
                  <a:pt x="10320" y="5083"/>
                </a:cubicBezTo>
                <a:cubicBezTo>
                  <a:pt x="11616" y="5719"/>
                  <a:pt x="10650" y="7727"/>
                  <a:pt x="11946" y="8362"/>
                </a:cubicBezTo>
              </a:path>
            </a:pathLst>
          </a:custGeom>
          <a:noFill/>
          <a:ln cap="rnd" cmpd="sng" w="184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5"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131"/>
          <p:cNvSpPr txBox="1"/>
          <p:nvPr>
            <p:ph idx="1" type="subTitle"/>
          </p:nvPr>
        </p:nvSpPr>
        <p:spPr>
          <a:xfrm flipH="1">
            <a:off x="3840475" y="1436972"/>
            <a:ext cx="4590300" cy="3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943" name="Google Shape;943;p131"/>
          <p:cNvSpPr txBox="1"/>
          <p:nvPr>
            <p:ph hasCustomPrompt="1" type="title"/>
          </p:nvPr>
        </p:nvSpPr>
        <p:spPr>
          <a:xfrm flipH="1">
            <a:off x="3840475" y="774575"/>
            <a:ext cx="4590300" cy="71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3300"/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944" name="Google Shape;944;p131"/>
          <p:cNvSpPr txBox="1"/>
          <p:nvPr>
            <p:ph idx="2" type="subTitle"/>
          </p:nvPr>
        </p:nvSpPr>
        <p:spPr>
          <a:xfrm flipH="1">
            <a:off x="3840475" y="2713499"/>
            <a:ext cx="4590300" cy="3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945" name="Google Shape;945;p131"/>
          <p:cNvSpPr txBox="1"/>
          <p:nvPr>
            <p:ph hasCustomPrompt="1" idx="3" type="title"/>
          </p:nvPr>
        </p:nvSpPr>
        <p:spPr>
          <a:xfrm flipH="1">
            <a:off x="3840475" y="2060470"/>
            <a:ext cx="4590300" cy="71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3300"/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946" name="Google Shape;946;p131"/>
          <p:cNvSpPr txBox="1"/>
          <p:nvPr>
            <p:ph idx="4" type="subTitle"/>
          </p:nvPr>
        </p:nvSpPr>
        <p:spPr>
          <a:xfrm flipH="1">
            <a:off x="3840475" y="3990025"/>
            <a:ext cx="4590300" cy="3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947" name="Google Shape;947;p131"/>
          <p:cNvSpPr txBox="1"/>
          <p:nvPr>
            <p:ph hasCustomPrompt="1" idx="5" type="title"/>
          </p:nvPr>
        </p:nvSpPr>
        <p:spPr>
          <a:xfrm flipH="1">
            <a:off x="3840475" y="3346364"/>
            <a:ext cx="4590300" cy="71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3300"/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948" name="Google Shape;948;p131"/>
          <p:cNvSpPr/>
          <p:nvPr/>
        </p:nvSpPr>
        <p:spPr>
          <a:xfrm rot="3550150">
            <a:off x="8618400" y="3213856"/>
            <a:ext cx="340097" cy="323883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p131"/>
          <p:cNvSpPr/>
          <p:nvPr/>
        </p:nvSpPr>
        <p:spPr>
          <a:xfrm>
            <a:off x="447025" y="576064"/>
            <a:ext cx="266197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6"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132"/>
          <p:cNvSpPr txBox="1"/>
          <p:nvPr>
            <p:ph type="title"/>
          </p:nvPr>
        </p:nvSpPr>
        <p:spPr>
          <a:xfrm>
            <a:off x="713225" y="445025"/>
            <a:ext cx="7717500" cy="106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952" name="Google Shape;952;p132"/>
          <p:cNvSpPr/>
          <p:nvPr/>
        </p:nvSpPr>
        <p:spPr>
          <a:xfrm rot="137063">
            <a:off x="-2099121" y="-1183939"/>
            <a:ext cx="2998099" cy="2964412"/>
          </a:xfrm>
          <a:custGeom>
            <a:rect b="b" l="l" r="r" t="t"/>
            <a:pathLst>
              <a:path extrusionOk="0" h="80518" w="81433">
                <a:moveTo>
                  <a:pt x="28054" y="1"/>
                </a:moveTo>
                <a:cubicBezTo>
                  <a:pt x="25711" y="1"/>
                  <a:pt x="23142" y="619"/>
                  <a:pt x="20333" y="2015"/>
                </a:cubicBezTo>
                <a:cubicBezTo>
                  <a:pt x="6227" y="9005"/>
                  <a:pt x="0" y="29769"/>
                  <a:pt x="12937" y="41054"/>
                </a:cubicBezTo>
                <a:cubicBezTo>
                  <a:pt x="20663" y="47764"/>
                  <a:pt x="32533" y="47916"/>
                  <a:pt x="40157" y="54728"/>
                </a:cubicBezTo>
                <a:cubicBezTo>
                  <a:pt x="48519" y="62149"/>
                  <a:pt x="50654" y="76509"/>
                  <a:pt x="61329" y="79940"/>
                </a:cubicBezTo>
                <a:cubicBezTo>
                  <a:pt x="62549" y="80333"/>
                  <a:pt x="63804" y="80517"/>
                  <a:pt x="65058" y="80517"/>
                </a:cubicBezTo>
                <a:cubicBezTo>
                  <a:pt x="71507" y="80517"/>
                  <a:pt x="77931" y="75645"/>
                  <a:pt x="79526" y="69240"/>
                </a:cubicBezTo>
                <a:cubicBezTo>
                  <a:pt x="81433" y="61590"/>
                  <a:pt x="76959" y="53101"/>
                  <a:pt x="69868" y="49543"/>
                </a:cubicBezTo>
                <a:cubicBezTo>
                  <a:pt x="65446" y="47306"/>
                  <a:pt x="60236" y="46772"/>
                  <a:pt x="56271" y="43875"/>
                </a:cubicBezTo>
                <a:cubicBezTo>
                  <a:pt x="51391" y="40291"/>
                  <a:pt x="49434" y="33963"/>
                  <a:pt x="48367" y="28016"/>
                </a:cubicBezTo>
                <a:cubicBezTo>
                  <a:pt x="46424" y="17002"/>
                  <a:pt x="40341" y="1"/>
                  <a:pt x="2805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3" name="Google Shape;953;p132"/>
          <p:cNvSpPr/>
          <p:nvPr/>
        </p:nvSpPr>
        <p:spPr>
          <a:xfrm rot="6143850">
            <a:off x="6971786" y="2956446"/>
            <a:ext cx="3950413" cy="3906025"/>
          </a:xfrm>
          <a:custGeom>
            <a:rect b="b" l="l" r="r" t="t"/>
            <a:pathLst>
              <a:path extrusionOk="0" h="80518" w="81433">
                <a:moveTo>
                  <a:pt x="28054" y="1"/>
                </a:moveTo>
                <a:cubicBezTo>
                  <a:pt x="25711" y="1"/>
                  <a:pt x="23142" y="619"/>
                  <a:pt x="20333" y="2015"/>
                </a:cubicBezTo>
                <a:cubicBezTo>
                  <a:pt x="6227" y="9005"/>
                  <a:pt x="0" y="29769"/>
                  <a:pt x="12937" y="41054"/>
                </a:cubicBezTo>
                <a:cubicBezTo>
                  <a:pt x="20663" y="47764"/>
                  <a:pt x="32533" y="47916"/>
                  <a:pt x="40157" y="54728"/>
                </a:cubicBezTo>
                <a:cubicBezTo>
                  <a:pt x="48519" y="62149"/>
                  <a:pt x="50654" y="76509"/>
                  <a:pt x="61329" y="79940"/>
                </a:cubicBezTo>
                <a:cubicBezTo>
                  <a:pt x="62549" y="80333"/>
                  <a:pt x="63804" y="80517"/>
                  <a:pt x="65058" y="80517"/>
                </a:cubicBezTo>
                <a:cubicBezTo>
                  <a:pt x="71507" y="80517"/>
                  <a:pt x="77931" y="75645"/>
                  <a:pt x="79526" y="69240"/>
                </a:cubicBezTo>
                <a:cubicBezTo>
                  <a:pt x="81433" y="61590"/>
                  <a:pt x="76959" y="53101"/>
                  <a:pt x="69868" y="49543"/>
                </a:cubicBezTo>
                <a:cubicBezTo>
                  <a:pt x="65446" y="47306"/>
                  <a:pt x="60236" y="46772"/>
                  <a:pt x="56271" y="43875"/>
                </a:cubicBezTo>
                <a:cubicBezTo>
                  <a:pt x="51391" y="40291"/>
                  <a:pt x="49434" y="33963"/>
                  <a:pt x="48367" y="28016"/>
                </a:cubicBezTo>
                <a:cubicBezTo>
                  <a:pt x="46424" y="17002"/>
                  <a:pt x="40341" y="1"/>
                  <a:pt x="2805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954" name="Google Shape;954;p132"/>
          <p:cNvSpPr/>
          <p:nvPr/>
        </p:nvSpPr>
        <p:spPr>
          <a:xfrm>
            <a:off x="8608050" y="3398939"/>
            <a:ext cx="266197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132"/>
          <p:cNvSpPr/>
          <p:nvPr/>
        </p:nvSpPr>
        <p:spPr>
          <a:xfrm flipH="1">
            <a:off x="157850" y="2096064"/>
            <a:ext cx="266197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6_1"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133"/>
          <p:cNvSpPr txBox="1"/>
          <p:nvPr>
            <p:ph type="title"/>
          </p:nvPr>
        </p:nvSpPr>
        <p:spPr>
          <a:xfrm>
            <a:off x="713225" y="445025"/>
            <a:ext cx="7717500" cy="106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958" name="Google Shape;958;p133"/>
          <p:cNvSpPr/>
          <p:nvPr/>
        </p:nvSpPr>
        <p:spPr>
          <a:xfrm rot="-9130459">
            <a:off x="243515" y="1050654"/>
            <a:ext cx="530634" cy="371404"/>
          </a:xfrm>
          <a:custGeom>
            <a:rect b="b" l="l" r="r" t="t"/>
            <a:pathLst>
              <a:path extrusionOk="0" fill="none" h="8362" w="11947">
                <a:moveTo>
                  <a:pt x="1" y="0"/>
                </a:moveTo>
                <a:cubicBezTo>
                  <a:pt x="1297" y="636"/>
                  <a:pt x="306" y="2643"/>
                  <a:pt x="1577" y="3279"/>
                </a:cubicBezTo>
                <a:cubicBezTo>
                  <a:pt x="2898" y="3914"/>
                  <a:pt x="3839" y="1906"/>
                  <a:pt x="5135" y="2542"/>
                </a:cubicBezTo>
                <a:cubicBezTo>
                  <a:pt x="6456" y="3177"/>
                  <a:pt x="5465" y="5185"/>
                  <a:pt x="6761" y="5820"/>
                </a:cubicBezTo>
                <a:cubicBezTo>
                  <a:pt x="8058" y="6456"/>
                  <a:pt x="9023" y="4448"/>
                  <a:pt x="10320" y="5083"/>
                </a:cubicBezTo>
                <a:cubicBezTo>
                  <a:pt x="11616" y="5719"/>
                  <a:pt x="10650" y="7727"/>
                  <a:pt x="11946" y="8362"/>
                </a:cubicBezTo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133"/>
          <p:cNvSpPr/>
          <p:nvPr/>
        </p:nvSpPr>
        <p:spPr>
          <a:xfrm>
            <a:off x="8634825" y="423664"/>
            <a:ext cx="266197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Google Shape;960;p133"/>
          <p:cNvSpPr/>
          <p:nvPr/>
        </p:nvSpPr>
        <p:spPr>
          <a:xfrm flipH="1">
            <a:off x="580125" y="850164"/>
            <a:ext cx="266197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1" name="Google Shape;961;p133"/>
          <p:cNvSpPr/>
          <p:nvPr/>
        </p:nvSpPr>
        <p:spPr>
          <a:xfrm flipH="1" rot="3840785">
            <a:off x="5699042" y="4785510"/>
            <a:ext cx="266204" cy="253502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7"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134"/>
          <p:cNvSpPr txBox="1"/>
          <p:nvPr>
            <p:ph idx="1" type="subTitle"/>
          </p:nvPr>
        </p:nvSpPr>
        <p:spPr>
          <a:xfrm>
            <a:off x="713225" y="1631500"/>
            <a:ext cx="2820300" cy="111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964" name="Google Shape;964;p134"/>
          <p:cNvSpPr txBox="1"/>
          <p:nvPr>
            <p:ph type="title"/>
          </p:nvPr>
        </p:nvSpPr>
        <p:spPr>
          <a:xfrm>
            <a:off x="713225" y="535000"/>
            <a:ext cx="2820300" cy="101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965" name="Google Shape;965;p134"/>
          <p:cNvSpPr/>
          <p:nvPr>
            <p:ph idx="2" type="pic"/>
          </p:nvPr>
        </p:nvSpPr>
        <p:spPr>
          <a:xfrm>
            <a:off x="5879650" y="0"/>
            <a:ext cx="32643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966" name="Google Shape;966;p134"/>
          <p:cNvSpPr/>
          <p:nvPr>
            <p:ph idx="3" type="pic"/>
          </p:nvPr>
        </p:nvSpPr>
        <p:spPr>
          <a:xfrm>
            <a:off x="50" y="2972975"/>
            <a:ext cx="5741100" cy="2170500"/>
          </a:xfrm>
          <a:prstGeom prst="rect">
            <a:avLst/>
          </a:prstGeom>
          <a:noFill/>
          <a:ln>
            <a:noFill/>
          </a:ln>
        </p:spPr>
      </p:sp>
      <p:sp>
        <p:nvSpPr>
          <p:cNvPr id="967" name="Google Shape;967;p134"/>
          <p:cNvSpPr/>
          <p:nvPr>
            <p:ph idx="4" type="pic"/>
          </p:nvPr>
        </p:nvSpPr>
        <p:spPr>
          <a:xfrm>
            <a:off x="3672050" y="0"/>
            <a:ext cx="2069100" cy="2810700"/>
          </a:xfrm>
          <a:prstGeom prst="rect">
            <a:avLst/>
          </a:prstGeom>
          <a:noFill/>
          <a:ln>
            <a:noFill/>
          </a:ln>
        </p:spPr>
      </p:sp>
      <p:sp>
        <p:nvSpPr>
          <p:cNvPr id="968" name="Google Shape;968;p134"/>
          <p:cNvSpPr/>
          <p:nvPr/>
        </p:nvSpPr>
        <p:spPr>
          <a:xfrm rot="583629">
            <a:off x="214275" y="2179566"/>
            <a:ext cx="266192" cy="253494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1"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p135"/>
          <p:cNvSpPr txBox="1"/>
          <p:nvPr>
            <p:ph idx="1" type="body"/>
          </p:nvPr>
        </p:nvSpPr>
        <p:spPr>
          <a:xfrm>
            <a:off x="713225" y="1000075"/>
            <a:ext cx="7717500" cy="114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■"/>
              <a:defRPr/>
            </a:lvl9pPr>
          </a:lstStyle>
          <a:p/>
        </p:txBody>
      </p:sp>
      <p:sp>
        <p:nvSpPr>
          <p:cNvPr id="971" name="Google Shape;971;p135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972" name="Google Shape;972;p135"/>
          <p:cNvSpPr/>
          <p:nvPr/>
        </p:nvSpPr>
        <p:spPr>
          <a:xfrm rot="5096259">
            <a:off x="8075233" y="-427794"/>
            <a:ext cx="4549697" cy="4498576"/>
          </a:xfrm>
          <a:custGeom>
            <a:rect b="b" l="l" r="r" t="t"/>
            <a:pathLst>
              <a:path extrusionOk="0" h="80518" w="81433">
                <a:moveTo>
                  <a:pt x="28054" y="1"/>
                </a:moveTo>
                <a:cubicBezTo>
                  <a:pt x="25711" y="1"/>
                  <a:pt x="23142" y="619"/>
                  <a:pt x="20333" y="2015"/>
                </a:cubicBezTo>
                <a:cubicBezTo>
                  <a:pt x="6227" y="9005"/>
                  <a:pt x="0" y="29769"/>
                  <a:pt x="12937" y="41054"/>
                </a:cubicBezTo>
                <a:cubicBezTo>
                  <a:pt x="20663" y="47764"/>
                  <a:pt x="32533" y="47916"/>
                  <a:pt x="40157" y="54728"/>
                </a:cubicBezTo>
                <a:cubicBezTo>
                  <a:pt x="48519" y="62149"/>
                  <a:pt x="50654" y="76509"/>
                  <a:pt x="61329" y="79940"/>
                </a:cubicBezTo>
                <a:cubicBezTo>
                  <a:pt x="62549" y="80333"/>
                  <a:pt x="63804" y="80517"/>
                  <a:pt x="65058" y="80517"/>
                </a:cubicBezTo>
                <a:cubicBezTo>
                  <a:pt x="71507" y="80517"/>
                  <a:pt x="77931" y="75645"/>
                  <a:pt x="79526" y="69240"/>
                </a:cubicBezTo>
                <a:cubicBezTo>
                  <a:pt x="81433" y="61590"/>
                  <a:pt x="76959" y="53101"/>
                  <a:pt x="69868" y="49543"/>
                </a:cubicBezTo>
                <a:cubicBezTo>
                  <a:pt x="65446" y="47306"/>
                  <a:pt x="60236" y="46772"/>
                  <a:pt x="56271" y="43875"/>
                </a:cubicBezTo>
                <a:cubicBezTo>
                  <a:pt x="51391" y="40291"/>
                  <a:pt x="49434" y="33963"/>
                  <a:pt x="48367" y="28016"/>
                </a:cubicBezTo>
                <a:cubicBezTo>
                  <a:pt x="46424" y="17002"/>
                  <a:pt x="40341" y="1"/>
                  <a:pt x="2805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3" name="Google Shape;973;p135"/>
          <p:cNvSpPr/>
          <p:nvPr/>
        </p:nvSpPr>
        <p:spPr>
          <a:xfrm rot="1425731">
            <a:off x="133975" y="1647665"/>
            <a:ext cx="266192" cy="253495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1"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136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976" name="Google Shape;976;p136"/>
          <p:cNvSpPr txBox="1"/>
          <p:nvPr>
            <p:ph idx="1" type="subTitle"/>
          </p:nvPr>
        </p:nvSpPr>
        <p:spPr>
          <a:xfrm>
            <a:off x="1537163" y="1245975"/>
            <a:ext cx="6057900" cy="485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erif Displ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erif Display"/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erif Display"/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erif Display"/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erif Display"/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erif Display"/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erif Display"/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erif Display"/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erif Display"/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/>
        </p:txBody>
      </p:sp>
      <p:sp>
        <p:nvSpPr>
          <p:cNvPr id="977" name="Google Shape;977;p136"/>
          <p:cNvSpPr txBox="1"/>
          <p:nvPr>
            <p:ph idx="2" type="subTitle"/>
          </p:nvPr>
        </p:nvSpPr>
        <p:spPr>
          <a:xfrm>
            <a:off x="1537175" y="1590700"/>
            <a:ext cx="6057900" cy="610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78" name="Google Shape;978;p136"/>
          <p:cNvSpPr txBox="1"/>
          <p:nvPr>
            <p:ph idx="3" type="subTitle"/>
          </p:nvPr>
        </p:nvSpPr>
        <p:spPr>
          <a:xfrm>
            <a:off x="1537163" y="2403266"/>
            <a:ext cx="6057900" cy="485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erif Displ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79" name="Google Shape;979;p136"/>
          <p:cNvSpPr txBox="1"/>
          <p:nvPr>
            <p:ph idx="4" type="subTitle"/>
          </p:nvPr>
        </p:nvSpPr>
        <p:spPr>
          <a:xfrm>
            <a:off x="1537175" y="2748000"/>
            <a:ext cx="6057900" cy="610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80" name="Google Shape;980;p136"/>
          <p:cNvSpPr txBox="1"/>
          <p:nvPr>
            <p:ph idx="5" type="subTitle"/>
          </p:nvPr>
        </p:nvSpPr>
        <p:spPr>
          <a:xfrm>
            <a:off x="1537199" y="3560566"/>
            <a:ext cx="6057900" cy="485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erif Displ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81" name="Google Shape;981;p136"/>
          <p:cNvSpPr txBox="1"/>
          <p:nvPr>
            <p:ph idx="6" type="subTitle"/>
          </p:nvPr>
        </p:nvSpPr>
        <p:spPr>
          <a:xfrm>
            <a:off x="1537202" y="3905300"/>
            <a:ext cx="6057900" cy="610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82" name="Google Shape;982;p136"/>
          <p:cNvSpPr/>
          <p:nvPr/>
        </p:nvSpPr>
        <p:spPr>
          <a:xfrm rot="3550150">
            <a:off x="406650" y="1550618"/>
            <a:ext cx="340097" cy="323883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3" name="Google Shape;983;p136"/>
          <p:cNvSpPr/>
          <p:nvPr/>
        </p:nvSpPr>
        <p:spPr>
          <a:xfrm rot="1878467">
            <a:off x="8383184" y="4390972"/>
            <a:ext cx="308106" cy="293412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8"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137"/>
          <p:cNvSpPr txBox="1"/>
          <p:nvPr>
            <p:ph type="title"/>
          </p:nvPr>
        </p:nvSpPr>
        <p:spPr>
          <a:xfrm>
            <a:off x="2821275" y="445025"/>
            <a:ext cx="5609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986" name="Google Shape;986;p137"/>
          <p:cNvSpPr txBox="1"/>
          <p:nvPr>
            <p:ph idx="1" type="subTitle"/>
          </p:nvPr>
        </p:nvSpPr>
        <p:spPr>
          <a:xfrm>
            <a:off x="4058775" y="1703199"/>
            <a:ext cx="4371900" cy="485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erif Displ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erif Display"/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erif Display"/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erif Display"/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erif Display"/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erif Display"/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erif Display"/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erif Display"/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erif Display"/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/>
        </p:txBody>
      </p:sp>
      <p:sp>
        <p:nvSpPr>
          <p:cNvPr id="987" name="Google Shape;987;p137"/>
          <p:cNvSpPr txBox="1"/>
          <p:nvPr>
            <p:ph idx="2" type="subTitle"/>
          </p:nvPr>
        </p:nvSpPr>
        <p:spPr>
          <a:xfrm>
            <a:off x="4058784" y="1168600"/>
            <a:ext cx="4371900" cy="610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88" name="Google Shape;988;p137"/>
          <p:cNvSpPr txBox="1"/>
          <p:nvPr>
            <p:ph idx="3" type="subTitle"/>
          </p:nvPr>
        </p:nvSpPr>
        <p:spPr>
          <a:xfrm>
            <a:off x="4058775" y="2897476"/>
            <a:ext cx="4371900" cy="485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erif Displ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89" name="Google Shape;989;p137"/>
          <p:cNvSpPr txBox="1"/>
          <p:nvPr>
            <p:ph idx="4" type="subTitle"/>
          </p:nvPr>
        </p:nvSpPr>
        <p:spPr>
          <a:xfrm>
            <a:off x="4058784" y="2362886"/>
            <a:ext cx="4371900" cy="610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90" name="Google Shape;990;p137"/>
          <p:cNvSpPr txBox="1"/>
          <p:nvPr>
            <p:ph idx="5" type="subTitle"/>
          </p:nvPr>
        </p:nvSpPr>
        <p:spPr>
          <a:xfrm>
            <a:off x="4058801" y="4091750"/>
            <a:ext cx="4371900" cy="485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erif Displ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91" name="Google Shape;991;p137"/>
          <p:cNvSpPr txBox="1"/>
          <p:nvPr>
            <p:ph idx="6" type="subTitle"/>
          </p:nvPr>
        </p:nvSpPr>
        <p:spPr>
          <a:xfrm>
            <a:off x="4058804" y="3557159"/>
            <a:ext cx="4371900" cy="610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92" name="Google Shape;992;p137"/>
          <p:cNvSpPr/>
          <p:nvPr/>
        </p:nvSpPr>
        <p:spPr>
          <a:xfrm rot="-985928">
            <a:off x="8293054" y="1898927"/>
            <a:ext cx="3383931" cy="3345908"/>
          </a:xfrm>
          <a:custGeom>
            <a:rect b="b" l="l" r="r" t="t"/>
            <a:pathLst>
              <a:path extrusionOk="0" h="80518" w="81433">
                <a:moveTo>
                  <a:pt x="28054" y="1"/>
                </a:moveTo>
                <a:cubicBezTo>
                  <a:pt x="25711" y="1"/>
                  <a:pt x="23142" y="619"/>
                  <a:pt x="20333" y="2015"/>
                </a:cubicBezTo>
                <a:cubicBezTo>
                  <a:pt x="6227" y="9005"/>
                  <a:pt x="0" y="29769"/>
                  <a:pt x="12937" y="41054"/>
                </a:cubicBezTo>
                <a:cubicBezTo>
                  <a:pt x="20663" y="47764"/>
                  <a:pt x="32533" y="47916"/>
                  <a:pt x="40157" y="54728"/>
                </a:cubicBezTo>
                <a:cubicBezTo>
                  <a:pt x="48519" y="62149"/>
                  <a:pt x="50654" y="76509"/>
                  <a:pt x="61329" y="79940"/>
                </a:cubicBezTo>
                <a:cubicBezTo>
                  <a:pt x="62549" y="80333"/>
                  <a:pt x="63804" y="80517"/>
                  <a:pt x="65058" y="80517"/>
                </a:cubicBezTo>
                <a:cubicBezTo>
                  <a:pt x="71507" y="80517"/>
                  <a:pt x="77931" y="75645"/>
                  <a:pt x="79526" y="69240"/>
                </a:cubicBezTo>
                <a:cubicBezTo>
                  <a:pt x="81433" y="61590"/>
                  <a:pt x="76959" y="53101"/>
                  <a:pt x="69868" y="49543"/>
                </a:cubicBezTo>
                <a:cubicBezTo>
                  <a:pt x="65446" y="47306"/>
                  <a:pt x="60236" y="46772"/>
                  <a:pt x="56271" y="43875"/>
                </a:cubicBezTo>
                <a:cubicBezTo>
                  <a:pt x="51391" y="40291"/>
                  <a:pt x="49434" y="33963"/>
                  <a:pt x="48367" y="28016"/>
                </a:cubicBezTo>
                <a:cubicBezTo>
                  <a:pt x="46424" y="17002"/>
                  <a:pt x="40341" y="1"/>
                  <a:pt x="2805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3" name="Google Shape;993;p137"/>
          <p:cNvSpPr/>
          <p:nvPr/>
        </p:nvSpPr>
        <p:spPr>
          <a:xfrm rot="3636500">
            <a:off x="8280975" y="2152740"/>
            <a:ext cx="530617" cy="371392"/>
          </a:xfrm>
          <a:custGeom>
            <a:rect b="b" l="l" r="r" t="t"/>
            <a:pathLst>
              <a:path extrusionOk="0" fill="none" h="8362" w="11947">
                <a:moveTo>
                  <a:pt x="1" y="0"/>
                </a:moveTo>
                <a:cubicBezTo>
                  <a:pt x="1297" y="636"/>
                  <a:pt x="306" y="2643"/>
                  <a:pt x="1577" y="3279"/>
                </a:cubicBezTo>
                <a:cubicBezTo>
                  <a:pt x="2898" y="3914"/>
                  <a:pt x="3839" y="1906"/>
                  <a:pt x="5135" y="2542"/>
                </a:cubicBezTo>
                <a:cubicBezTo>
                  <a:pt x="6456" y="3177"/>
                  <a:pt x="5465" y="5185"/>
                  <a:pt x="6761" y="5820"/>
                </a:cubicBezTo>
                <a:cubicBezTo>
                  <a:pt x="8058" y="6456"/>
                  <a:pt x="9023" y="4448"/>
                  <a:pt x="10320" y="5083"/>
                </a:cubicBezTo>
                <a:cubicBezTo>
                  <a:pt x="11616" y="5719"/>
                  <a:pt x="10650" y="7727"/>
                  <a:pt x="11946" y="8362"/>
                </a:cubicBezTo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4" name="Google Shape;994;p137"/>
          <p:cNvSpPr/>
          <p:nvPr/>
        </p:nvSpPr>
        <p:spPr>
          <a:xfrm rot="583629">
            <a:off x="427525" y="770829"/>
            <a:ext cx="266192" cy="253494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5" name="Google Shape;995;p137"/>
          <p:cNvSpPr/>
          <p:nvPr/>
        </p:nvSpPr>
        <p:spPr>
          <a:xfrm flipH="1" rot="-583629">
            <a:off x="8723500" y="1647654"/>
            <a:ext cx="266192" cy="253494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3"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138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998" name="Google Shape;998;p138"/>
          <p:cNvSpPr txBox="1"/>
          <p:nvPr>
            <p:ph idx="1" type="subTitle"/>
          </p:nvPr>
        </p:nvSpPr>
        <p:spPr>
          <a:xfrm>
            <a:off x="1152575" y="1219850"/>
            <a:ext cx="3207600" cy="731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erif Displ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99" name="Google Shape;999;p138"/>
          <p:cNvSpPr txBox="1"/>
          <p:nvPr>
            <p:ph idx="2" type="subTitle"/>
          </p:nvPr>
        </p:nvSpPr>
        <p:spPr>
          <a:xfrm>
            <a:off x="1152577" y="1809950"/>
            <a:ext cx="3207600" cy="990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00" name="Google Shape;1000;p138"/>
          <p:cNvSpPr txBox="1"/>
          <p:nvPr>
            <p:ph idx="3" type="subTitle"/>
          </p:nvPr>
        </p:nvSpPr>
        <p:spPr>
          <a:xfrm>
            <a:off x="4707550" y="1219900"/>
            <a:ext cx="3207600" cy="731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erif Displ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01" name="Google Shape;1001;p138"/>
          <p:cNvSpPr txBox="1"/>
          <p:nvPr>
            <p:ph idx="4" type="subTitle"/>
          </p:nvPr>
        </p:nvSpPr>
        <p:spPr>
          <a:xfrm>
            <a:off x="4707551" y="1810003"/>
            <a:ext cx="3207600" cy="990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02" name="Google Shape;1002;p138"/>
          <p:cNvSpPr txBox="1"/>
          <p:nvPr>
            <p:ph idx="5" type="subTitle"/>
          </p:nvPr>
        </p:nvSpPr>
        <p:spPr>
          <a:xfrm>
            <a:off x="1152575" y="3027823"/>
            <a:ext cx="3207600" cy="731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erif Displ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03" name="Google Shape;1003;p138"/>
          <p:cNvSpPr txBox="1"/>
          <p:nvPr>
            <p:ph idx="6" type="subTitle"/>
          </p:nvPr>
        </p:nvSpPr>
        <p:spPr>
          <a:xfrm>
            <a:off x="1152577" y="3617925"/>
            <a:ext cx="3207600" cy="990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04" name="Google Shape;1004;p138"/>
          <p:cNvSpPr txBox="1"/>
          <p:nvPr>
            <p:ph idx="7" type="subTitle"/>
          </p:nvPr>
        </p:nvSpPr>
        <p:spPr>
          <a:xfrm>
            <a:off x="4707550" y="3027878"/>
            <a:ext cx="3207600" cy="731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erif Displ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05" name="Google Shape;1005;p138"/>
          <p:cNvSpPr txBox="1"/>
          <p:nvPr>
            <p:ph idx="8" type="subTitle"/>
          </p:nvPr>
        </p:nvSpPr>
        <p:spPr>
          <a:xfrm>
            <a:off x="4707551" y="3617978"/>
            <a:ext cx="3207600" cy="990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06" name="Google Shape;1006;p138"/>
          <p:cNvSpPr/>
          <p:nvPr/>
        </p:nvSpPr>
        <p:spPr>
          <a:xfrm rot="3026342">
            <a:off x="-1568147" y="1109482"/>
            <a:ext cx="2997964" cy="2964278"/>
          </a:xfrm>
          <a:custGeom>
            <a:rect b="b" l="l" r="r" t="t"/>
            <a:pathLst>
              <a:path extrusionOk="0" h="80518" w="81433">
                <a:moveTo>
                  <a:pt x="28054" y="1"/>
                </a:moveTo>
                <a:cubicBezTo>
                  <a:pt x="25711" y="1"/>
                  <a:pt x="23142" y="619"/>
                  <a:pt x="20333" y="2015"/>
                </a:cubicBezTo>
                <a:cubicBezTo>
                  <a:pt x="6227" y="9005"/>
                  <a:pt x="0" y="29769"/>
                  <a:pt x="12937" y="41054"/>
                </a:cubicBezTo>
                <a:cubicBezTo>
                  <a:pt x="20663" y="47764"/>
                  <a:pt x="32533" y="47916"/>
                  <a:pt x="40157" y="54728"/>
                </a:cubicBezTo>
                <a:cubicBezTo>
                  <a:pt x="48519" y="62149"/>
                  <a:pt x="50654" y="76509"/>
                  <a:pt x="61329" y="79940"/>
                </a:cubicBezTo>
                <a:cubicBezTo>
                  <a:pt x="62549" y="80333"/>
                  <a:pt x="63804" y="80517"/>
                  <a:pt x="65058" y="80517"/>
                </a:cubicBezTo>
                <a:cubicBezTo>
                  <a:pt x="71507" y="80517"/>
                  <a:pt x="77931" y="75645"/>
                  <a:pt x="79526" y="69240"/>
                </a:cubicBezTo>
                <a:cubicBezTo>
                  <a:pt x="81433" y="61590"/>
                  <a:pt x="76959" y="53101"/>
                  <a:pt x="69868" y="49543"/>
                </a:cubicBezTo>
                <a:cubicBezTo>
                  <a:pt x="65446" y="47306"/>
                  <a:pt x="60236" y="46772"/>
                  <a:pt x="56271" y="43875"/>
                </a:cubicBezTo>
                <a:cubicBezTo>
                  <a:pt x="51391" y="40291"/>
                  <a:pt x="49434" y="33963"/>
                  <a:pt x="48367" y="28016"/>
                </a:cubicBezTo>
                <a:cubicBezTo>
                  <a:pt x="46424" y="17002"/>
                  <a:pt x="40341" y="1"/>
                  <a:pt x="2805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7" name="Google Shape;1007;p138"/>
          <p:cNvSpPr/>
          <p:nvPr/>
        </p:nvSpPr>
        <p:spPr>
          <a:xfrm rot="-406682">
            <a:off x="8019561" y="2738314"/>
            <a:ext cx="2997940" cy="2964254"/>
          </a:xfrm>
          <a:custGeom>
            <a:rect b="b" l="l" r="r" t="t"/>
            <a:pathLst>
              <a:path extrusionOk="0" h="80518" w="81433">
                <a:moveTo>
                  <a:pt x="28054" y="1"/>
                </a:moveTo>
                <a:cubicBezTo>
                  <a:pt x="25711" y="1"/>
                  <a:pt x="23142" y="619"/>
                  <a:pt x="20333" y="2015"/>
                </a:cubicBezTo>
                <a:cubicBezTo>
                  <a:pt x="6227" y="9005"/>
                  <a:pt x="0" y="29769"/>
                  <a:pt x="12937" y="41054"/>
                </a:cubicBezTo>
                <a:cubicBezTo>
                  <a:pt x="20663" y="47764"/>
                  <a:pt x="32533" y="47916"/>
                  <a:pt x="40157" y="54728"/>
                </a:cubicBezTo>
                <a:cubicBezTo>
                  <a:pt x="48519" y="62149"/>
                  <a:pt x="50654" y="76509"/>
                  <a:pt x="61329" y="79940"/>
                </a:cubicBezTo>
                <a:cubicBezTo>
                  <a:pt x="62549" y="80333"/>
                  <a:pt x="63804" y="80517"/>
                  <a:pt x="65058" y="80517"/>
                </a:cubicBezTo>
                <a:cubicBezTo>
                  <a:pt x="71507" y="80517"/>
                  <a:pt x="77931" y="75645"/>
                  <a:pt x="79526" y="69240"/>
                </a:cubicBezTo>
                <a:cubicBezTo>
                  <a:pt x="81433" y="61590"/>
                  <a:pt x="76959" y="53101"/>
                  <a:pt x="69868" y="49543"/>
                </a:cubicBezTo>
                <a:cubicBezTo>
                  <a:pt x="65446" y="47306"/>
                  <a:pt x="60236" y="46772"/>
                  <a:pt x="56271" y="43875"/>
                </a:cubicBezTo>
                <a:cubicBezTo>
                  <a:pt x="51391" y="40291"/>
                  <a:pt x="49434" y="33963"/>
                  <a:pt x="48367" y="28016"/>
                </a:cubicBezTo>
                <a:cubicBezTo>
                  <a:pt x="46424" y="17002"/>
                  <a:pt x="40341" y="1"/>
                  <a:pt x="2805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8" name="Google Shape;1008;p138"/>
          <p:cNvSpPr/>
          <p:nvPr/>
        </p:nvSpPr>
        <p:spPr>
          <a:xfrm rot="3550150">
            <a:off x="408950" y="2867668"/>
            <a:ext cx="340097" cy="323883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9" name="Google Shape;1009;p138"/>
          <p:cNvSpPr/>
          <p:nvPr/>
        </p:nvSpPr>
        <p:spPr>
          <a:xfrm>
            <a:off x="8543875" y="2050264"/>
            <a:ext cx="266197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0" name="Google Shape;1010;p138"/>
          <p:cNvSpPr/>
          <p:nvPr/>
        </p:nvSpPr>
        <p:spPr>
          <a:xfrm rot="4736099">
            <a:off x="186898" y="604626"/>
            <a:ext cx="266196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1" name="Google Shape;1011;p138"/>
          <p:cNvSpPr/>
          <p:nvPr/>
        </p:nvSpPr>
        <p:spPr>
          <a:xfrm rot="-2341079">
            <a:off x="8543878" y="1669264"/>
            <a:ext cx="266194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2"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139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1014" name="Google Shape;1014;p139"/>
          <p:cNvSpPr txBox="1"/>
          <p:nvPr>
            <p:ph idx="1" type="subTitle"/>
          </p:nvPr>
        </p:nvSpPr>
        <p:spPr>
          <a:xfrm>
            <a:off x="713225" y="1389100"/>
            <a:ext cx="2518800" cy="485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erif Displ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15" name="Google Shape;1015;p139"/>
          <p:cNvSpPr txBox="1"/>
          <p:nvPr>
            <p:ph idx="2" type="subTitle"/>
          </p:nvPr>
        </p:nvSpPr>
        <p:spPr>
          <a:xfrm>
            <a:off x="713225" y="1733825"/>
            <a:ext cx="2518800" cy="990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16" name="Google Shape;1016;p139"/>
          <p:cNvSpPr txBox="1"/>
          <p:nvPr>
            <p:ph idx="3" type="subTitle"/>
          </p:nvPr>
        </p:nvSpPr>
        <p:spPr>
          <a:xfrm>
            <a:off x="3312600" y="1389125"/>
            <a:ext cx="2518800" cy="485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erif Displ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17" name="Google Shape;1017;p139"/>
          <p:cNvSpPr txBox="1"/>
          <p:nvPr>
            <p:ph idx="4" type="subTitle"/>
          </p:nvPr>
        </p:nvSpPr>
        <p:spPr>
          <a:xfrm>
            <a:off x="3312600" y="1733866"/>
            <a:ext cx="2518800" cy="990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18" name="Google Shape;1018;p139"/>
          <p:cNvSpPr txBox="1"/>
          <p:nvPr>
            <p:ph idx="5" type="subTitle"/>
          </p:nvPr>
        </p:nvSpPr>
        <p:spPr>
          <a:xfrm>
            <a:off x="5911925" y="1389100"/>
            <a:ext cx="2518800" cy="485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erif Displ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19" name="Google Shape;1019;p139"/>
          <p:cNvSpPr txBox="1"/>
          <p:nvPr>
            <p:ph idx="6" type="subTitle"/>
          </p:nvPr>
        </p:nvSpPr>
        <p:spPr>
          <a:xfrm>
            <a:off x="5911925" y="1733825"/>
            <a:ext cx="2518800" cy="990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20" name="Google Shape;1020;p139"/>
          <p:cNvSpPr txBox="1"/>
          <p:nvPr>
            <p:ph idx="7" type="subTitle"/>
          </p:nvPr>
        </p:nvSpPr>
        <p:spPr>
          <a:xfrm>
            <a:off x="713225" y="3044673"/>
            <a:ext cx="2518800" cy="485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erif Displ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21" name="Google Shape;1021;p139"/>
          <p:cNvSpPr txBox="1"/>
          <p:nvPr>
            <p:ph idx="8" type="subTitle"/>
          </p:nvPr>
        </p:nvSpPr>
        <p:spPr>
          <a:xfrm>
            <a:off x="713225" y="3389399"/>
            <a:ext cx="2518800" cy="990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22" name="Google Shape;1022;p139"/>
          <p:cNvSpPr txBox="1"/>
          <p:nvPr>
            <p:ph idx="9" type="subTitle"/>
          </p:nvPr>
        </p:nvSpPr>
        <p:spPr>
          <a:xfrm>
            <a:off x="3312600" y="3044698"/>
            <a:ext cx="2518800" cy="485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erif Displ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23" name="Google Shape;1023;p139"/>
          <p:cNvSpPr txBox="1"/>
          <p:nvPr>
            <p:ph idx="13" type="subTitle"/>
          </p:nvPr>
        </p:nvSpPr>
        <p:spPr>
          <a:xfrm>
            <a:off x="3312600" y="3389440"/>
            <a:ext cx="2518800" cy="990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24" name="Google Shape;1024;p139"/>
          <p:cNvSpPr txBox="1"/>
          <p:nvPr>
            <p:ph idx="14" type="subTitle"/>
          </p:nvPr>
        </p:nvSpPr>
        <p:spPr>
          <a:xfrm>
            <a:off x="5911925" y="3044673"/>
            <a:ext cx="2518800" cy="485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erif Displ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25" name="Google Shape;1025;p139"/>
          <p:cNvSpPr txBox="1"/>
          <p:nvPr>
            <p:ph idx="15" type="subTitle"/>
          </p:nvPr>
        </p:nvSpPr>
        <p:spPr>
          <a:xfrm>
            <a:off x="5911925" y="3389400"/>
            <a:ext cx="2518800" cy="990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26" name="Google Shape;1026;p139"/>
          <p:cNvSpPr/>
          <p:nvPr/>
        </p:nvSpPr>
        <p:spPr>
          <a:xfrm rot="-10497543">
            <a:off x="7609562" y="-2301651"/>
            <a:ext cx="4638127" cy="3518258"/>
          </a:xfrm>
          <a:custGeom>
            <a:rect b="b" l="l" r="r" t="t"/>
            <a:pathLst>
              <a:path extrusionOk="0" h="70100" w="92413">
                <a:moveTo>
                  <a:pt x="64951" y="1"/>
                </a:moveTo>
                <a:cubicBezTo>
                  <a:pt x="62821" y="1"/>
                  <a:pt x="60692" y="356"/>
                  <a:pt x="58686" y="1088"/>
                </a:cubicBezTo>
                <a:cubicBezTo>
                  <a:pt x="48087" y="4951"/>
                  <a:pt x="43233" y="17227"/>
                  <a:pt x="34109" y="23860"/>
                </a:cubicBezTo>
                <a:cubicBezTo>
                  <a:pt x="26636" y="29325"/>
                  <a:pt x="16623" y="30748"/>
                  <a:pt x="9633" y="36797"/>
                </a:cubicBezTo>
                <a:cubicBezTo>
                  <a:pt x="2796" y="42693"/>
                  <a:pt x="1" y="53317"/>
                  <a:pt x="4245" y="61323"/>
                </a:cubicBezTo>
                <a:cubicBezTo>
                  <a:pt x="7105" y="66733"/>
                  <a:pt x="13294" y="70099"/>
                  <a:pt x="19296" y="70099"/>
                </a:cubicBezTo>
                <a:cubicBezTo>
                  <a:pt x="22148" y="70099"/>
                  <a:pt x="24958" y="69339"/>
                  <a:pt x="27348" y="67677"/>
                </a:cubicBezTo>
                <a:cubicBezTo>
                  <a:pt x="34134" y="62899"/>
                  <a:pt x="36015" y="53063"/>
                  <a:pt x="43030" y="48666"/>
                </a:cubicBezTo>
                <a:cubicBezTo>
                  <a:pt x="49384" y="44701"/>
                  <a:pt x="57618" y="46506"/>
                  <a:pt x="64989" y="45083"/>
                </a:cubicBezTo>
                <a:cubicBezTo>
                  <a:pt x="83542" y="41524"/>
                  <a:pt x="92413" y="15473"/>
                  <a:pt x="76019" y="3528"/>
                </a:cubicBezTo>
                <a:cubicBezTo>
                  <a:pt x="72835" y="1218"/>
                  <a:pt x="68891" y="1"/>
                  <a:pt x="6495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7" name="Google Shape;1027;p139"/>
          <p:cNvSpPr/>
          <p:nvPr/>
        </p:nvSpPr>
        <p:spPr>
          <a:xfrm rot="-6417011">
            <a:off x="-2270655" y="2904699"/>
            <a:ext cx="4638240" cy="3518343"/>
          </a:xfrm>
          <a:custGeom>
            <a:rect b="b" l="l" r="r" t="t"/>
            <a:pathLst>
              <a:path extrusionOk="0" h="70100" w="92413">
                <a:moveTo>
                  <a:pt x="64951" y="1"/>
                </a:moveTo>
                <a:cubicBezTo>
                  <a:pt x="62821" y="1"/>
                  <a:pt x="60692" y="356"/>
                  <a:pt x="58686" y="1088"/>
                </a:cubicBezTo>
                <a:cubicBezTo>
                  <a:pt x="48087" y="4951"/>
                  <a:pt x="43233" y="17227"/>
                  <a:pt x="34109" y="23860"/>
                </a:cubicBezTo>
                <a:cubicBezTo>
                  <a:pt x="26636" y="29325"/>
                  <a:pt x="16623" y="30748"/>
                  <a:pt x="9633" y="36797"/>
                </a:cubicBezTo>
                <a:cubicBezTo>
                  <a:pt x="2796" y="42693"/>
                  <a:pt x="1" y="53317"/>
                  <a:pt x="4245" y="61323"/>
                </a:cubicBezTo>
                <a:cubicBezTo>
                  <a:pt x="7105" y="66733"/>
                  <a:pt x="13294" y="70099"/>
                  <a:pt x="19296" y="70099"/>
                </a:cubicBezTo>
                <a:cubicBezTo>
                  <a:pt x="22148" y="70099"/>
                  <a:pt x="24958" y="69339"/>
                  <a:pt x="27348" y="67677"/>
                </a:cubicBezTo>
                <a:cubicBezTo>
                  <a:pt x="34134" y="62899"/>
                  <a:pt x="36015" y="53063"/>
                  <a:pt x="43030" y="48666"/>
                </a:cubicBezTo>
                <a:cubicBezTo>
                  <a:pt x="49384" y="44701"/>
                  <a:pt x="57618" y="46506"/>
                  <a:pt x="64989" y="45083"/>
                </a:cubicBezTo>
                <a:cubicBezTo>
                  <a:pt x="83542" y="41524"/>
                  <a:pt x="92413" y="15473"/>
                  <a:pt x="76019" y="3528"/>
                </a:cubicBezTo>
                <a:cubicBezTo>
                  <a:pt x="72835" y="1218"/>
                  <a:pt x="68891" y="1"/>
                  <a:pt x="6495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8" name="Google Shape;1028;p139"/>
          <p:cNvSpPr/>
          <p:nvPr/>
        </p:nvSpPr>
        <p:spPr>
          <a:xfrm rot="1001565">
            <a:off x="70939" y="3099821"/>
            <a:ext cx="530616" cy="371391"/>
          </a:xfrm>
          <a:custGeom>
            <a:rect b="b" l="l" r="r" t="t"/>
            <a:pathLst>
              <a:path extrusionOk="0" fill="none" h="8362" w="11947">
                <a:moveTo>
                  <a:pt x="1" y="0"/>
                </a:moveTo>
                <a:cubicBezTo>
                  <a:pt x="1297" y="636"/>
                  <a:pt x="306" y="2643"/>
                  <a:pt x="1577" y="3279"/>
                </a:cubicBezTo>
                <a:cubicBezTo>
                  <a:pt x="2898" y="3914"/>
                  <a:pt x="3839" y="1906"/>
                  <a:pt x="5135" y="2542"/>
                </a:cubicBezTo>
                <a:cubicBezTo>
                  <a:pt x="6456" y="3177"/>
                  <a:pt x="5465" y="5185"/>
                  <a:pt x="6761" y="5820"/>
                </a:cubicBezTo>
                <a:cubicBezTo>
                  <a:pt x="8058" y="6456"/>
                  <a:pt x="9023" y="4448"/>
                  <a:pt x="10320" y="5083"/>
                </a:cubicBezTo>
                <a:cubicBezTo>
                  <a:pt x="11616" y="5719"/>
                  <a:pt x="10650" y="7727"/>
                  <a:pt x="11946" y="8362"/>
                </a:cubicBezTo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9" name="Google Shape;1029;p139"/>
          <p:cNvSpPr/>
          <p:nvPr/>
        </p:nvSpPr>
        <p:spPr>
          <a:xfrm rot="3550150">
            <a:off x="8680500" y="1456168"/>
            <a:ext cx="340097" cy="323883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0" name="Google Shape;1030;p139"/>
          <p:cNvSpPr/>
          <p:nvPr/>
        </p:nvSpPr>
        <p:spPr>
          <a:xfrm>
            <a:off x="7463950" y="191514"/>
            <a:ext cx="266197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1" name="Google Shape;1031;p139"/>
          <p:cNvSpPr/>
          <p:nvPr/>
        </p:nvSpPr>
        <p:spPr>
          <a:xfrm>
            <a:off x="236850" y="2475514"/>
            <a:ext cx="266197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9"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140"/>
          <p:cNvSpPr txBox="1"/>
          <p:nvPr>
            <p:ph type="title"/>
          </p:nvPr>
        </p:nvSpPr>
        <p:spPr>
          <a:xfrm>
            <a:off x="713225" y="761550"/>
            <a:ext cx="3728700" cy="932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None/>
              <a:defRPr sz="4300"/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1034" name="Google Shape;1034;p140"/>
          <p:cNvSpPr txBox="1"/>
          <p:nvPr>
            <p:ph idx="1" type="subTitle"/>
          </p:nvPr>
        </p:nvSpPr>
        <p:spPr>
          <a:xfrm>
            <a:off x="713225" y="1617488"/>
            <a:ext cx="2579400" cy="932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3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35" name="Google Shape;1035;p140"/>
          <p:cNvSpPr txBox="1"/>
          <p:nvPr/>
        </p:nvSpPr>
        <p:spPr>
          <a:xfrm>
            <a:off x="713225" y="3354563"/>
            <a:ext cx="3702600" cy="7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CREDITS:</a:t>
            </a:r>
            <a:r>
              <a:rPr lang="fr" sz="11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 This presentation template was created by </a:t>
            </a:r>
            <a:r>
              <a:rPr b="1" lang="fr" sz="1100" u="sng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fr" sz="11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, including icons by </a:t>
            </a:r>
            <a:r>
              <a:rPr b="1" lang="fr" sz="1100" u="sng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fr" sz="11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, infographics &amp; images by </a:t>
            </a:r>
            <a:r>
              <a:rPr b="1" lang="fr" sz="1100" u="sng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fr" sz="1100" u="sng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 </a:t>
            </a:r>
            <a:endParaRPr sz="1100" u="sng">
              <a:solidFill>
                <a:schemeClr val="dk1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1036" name="Google Shape;1036;p140"/>
          <p:cNvSpPr/>
          <p:nvPr/>
        </p:nvSpPr>
        <p:spPr>
          <a:xfrm rot="-451450">
            <a:off x="2733773" y="-2737281"/>
            <a:ext cx="3849503" cy="3806249"/>
          </a:xfrm>
          <a:custGeom>
            <a:rect b="b" l="l" r="r" t="t"/>
            <a:pathLst>
              <a:path extrusionOk="0" h="80518" w="81433">
                <a:moveTo>
                  <a:pt x="28054" y="1"/>
                </a:moveTo>
                <a:cubicBezTo>
                  <a:pt x="25711" y="1"/>
                  <a:pt x="23142" y="619"/>
                  <a:pt x="20333" y="2015"/>
                </a:cubicBezTo>
                <a:cubicBezTo>
                  <a:pt x="6227" y="9005"/>
                  <a:pt x="0" y="29769"/>
                  <a:pt x="12937" y="41054"/>
                </a:cubicBezTo>
                <a:cubicBezTo>
                  <a:pt x="20663" y="47764"/>
                  <a:pt x="32533" y="47916"/>
                  <a:pt x="40157" y="54728"/>
                </a:cubicBezTo>
                <a:cubicBezTo>
                  <a:pt x="48519" y="62149"/>
                  <a:pt x="50654" y="76509"/>
                  <a:pt x="61329" y="79940"/>
                </a:cubicBezTo>
                <a:cubicBezTo>
                  <a:pt x="62549" y="80333"/>
                  <a:pt x="63804" y="80517"/>
                  <a:pt x="65058" y="80517"/>
                </a:cubicBezTo>
                <a:cubicBezTo>
                  <a:pt x="71507" y="80517"/>
                  <a:pt x="77931" y="75645"/>
                  <a:pt x="79526" y="69240"/>
                </a:cubicBezTo>
                <a:cubicBezTo>
                  <a:pt x="81433" y="61590"/>
                  <a:pt x="76959" y="53101"/>
                  <a:pt x="69868" y="49543"/>
                </a:cubicBezTo>
                <a:cubicBezTo>
                  <a:pt x="65446" y="47306"/>
                  <a:pt x="60236" y="46772"/>
                  <a:pt x="56271" y="43875"/>
                </a:cubicBezTo>
                <a:cubicBezTo>
                  <a:pt x="51391" y="40291"/>
                  <a:pt x="49434" y="33963"/>
                  <a:pt x="48367" y="28016"/>
                </a:cubicBezTo>
                <a:cubicBezTo>
                  <a:pt x="46424" y="17002"/>
                  <a:pt x="40341" y="1"/>
                  <a:pt x="2805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7" name="Google Shape;1037;p140"/>
          <p:cNvSpPr/>
          <p:nvPr/>
        </p:nvSpPr>
        <p:spPr>
          <a:xfrm>
            <a:off x="268500" y="3925139"/>
            <a:ext cx="266197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10"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141"/>
          <p:cNvSpPr/>
          <p:nvPr/>
        </p:nvSpPr>
        <p:spPr>
          <a:xfrm rot="-451389">
            <a:off x="-1458714" y="2095647"/>
            <a:ext cx="4549738" cy="4498616"/>
          </a:xfrm>
          <a:custGeom>
            <a:rect b="b" l="l" r="r" t="t"/>
            <a:pathLst>
              <a:path extrusionOk="0" h="80518" w="81433">
                <a:moveTo>
                  <a:pt x="28054" y="1"/>
                </a:moveTo>
                <a:cubicBezTo>
                  <a:pt x="25711" y="1"/>
                  <a:pt x="23142" y="619"/>
                  <a:pt x="20333" y="2015"/>
                </a:cubicBezTo>
                <a:cubicBezTo>
                  <a:pt x="6227" y="9005"/>
                  <a:pt x="0" y="29769"/>
                  <a:pt x="12937" y="41054"/>
                </a:cubicBezTo>
                <a:cubicBezTo>
                  <a:pt x="20663" y="47764"/>
                  <a:pt x="32533" y="47916"/>
                  <a:pt x="40157" y="54728"/>
                </a:cubicBezTo>
                <a:cubicBezTo>
                  <a:pt x="48519" y="62149"/>
                  <a:pt x="50654" y="76509"/>
                  <a:pt x="61329" y="79940"/>
                </a:cubicBezTo>
                <a:cubicBezTo>
                  <a:pt x="62549" y="80333"/>
                  <a:pt x="63804" y="80517"/>
                  <a:pt x="65058" y="80517"/>
                </a:cubicBezTo>
                <a:cubicBezTo>
                  <a:pt x="71507" y="80517"/>
                  <a:pt x="77931" y="75645"/>
                  <a:pt x="79526" y="69240"/>
                </a:cubicBezTo>
                <a:cubicBezTo>
                  <a:pt x="81433" y="61590"/>
                  <a:pt x="76959" y="53101"/>
                  <a:pt x="69868" y="49543"/>
                </a:cubicBezTo>
                <a:cubicBezTo>
                  <a:pt x="65446" y="47306"/>
                  <a:pt x="60236" y="46772"/>
                  <a:pt x="56271" y="43875"/>
                </a:cubicBezTo>
                <a:cubicBezTo>
                  <a:pt x="51391" y="40291"/>
                  <a:pt x="49434" y="33963"/>
                  <a:pt x="48367" y="28016"/>
                </a:cubicBezTo>
                <a:cubicBezTo>
                  <a:pt x="46424" y="17002"/>
                  <a:pt x="40341" y="1"/>
                  <a:pt x="2805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0" name="Google Shape;1040;p141"/>
          <p:cNvSpPr/>
          <p:nvPr/>
        </p:nvSpPr>
        <p:spPr>
          <a:xfrm rot="7426610">
            <a:off x="2450223" y="4568807"/>
            <a:ext cx="530616" cy="371392"/>
          </a:xfrm>
          <a:custGeom>
            <a:rect b="b" l="l" r="r" t="t"/>
            <a:pathLst>
              <a:path extrusionOk="0" fill="none" h="8362" w="11947">
                <a:moveTo>
                  <a:pt x="1" y="0"/>
                </a:moveTo>
                <a:cubicBezTo>
                  <a:pt x="1297" y="636"/>
                  <a:pt x="306" y="2643"/>
                  <a:pt x="1577" y="3279"/>
                </a:cubicBezTo>
                <a:cubicBezTo>
                  <a:pt x="2898" y="3914"/>
                  <a:pt x="3839" y="1906"/>
                  <a:pt x="5135" y="2542"/>
                </a:cubicBezTo>
                <a:cubicBezTo>
                  <a:pt x="6456" y="3177"/>
                  <a:pt x="5465" y="5185"/>
                  <a:pt x="6761" y="5820"/>
                </a:cubicBezTo>
                <a:cubicBezTo>
                  <a:pt x="8058" y="6456"/>
                  <a:pt x="9023" y="4448"/>
                  <a:pt x="10320" y="5083"/>
                </a:cubicBezTo>
                <a:cubicBezTo>
                  <a:pt x="11616" y="5719"/>
                  <a:pt x="10650" y="7727"/>
                  <a:pt x="11946" y="8362"/>
                </a:cubicBezTo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1" name="Google Shape;1041;p141"/>
          <p:cNvSpPr/>
          <p:nvPr/>
        </p:nvSpPr>
        <p:spPr>
          <a:xfrm rot="583629">
            <a:off x="1576100" y="3798929"/>
            <a:ext cx="266192" cy="253494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2" name="Google Shape;1042;p141"/>
          <p:cNvSpPr/>
          <p:nvPr/>
        </p:nvSpPr>
        <p:spPr>
          <a:xfrm rot="3828645">
            <a:off x="8257201" y="601080"/>
            <a:ext cx="266196" cy="253494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3" name="Google Shape;1043;p141"/>
          <p:cNvSpPr/>
          <p:nvPr/>
        </p:nvSpPr>
        <p:spPr>
          <a:xfrm rot="6380676">
            <a:off x="8495503" y="1000455"/>
            <a:ext cx="266192" cy="253494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4" name="Google Shape;1044;p141"/>
          <p:cNvSpPr/>
          <p:nvPr/>
        </p:nvSpPr>
        <p:spPr>
          <a:xfrm rot="-10230870">
            <a:off x="6353708" y="1079133"/>
            <a:ext cx="4549777" cy="4498654"/>
          </a:xfrm>
          <a:custGeom>
            <a:rect b="b" l="l" r="r" t="t"/>
            <a:pathLst>
              <a:path extrusionOk="0" h="80518" w="81433">
                <a:moveTo>
                  <a:pt x="28054" y="1"/>
                </a:moveTo>
                <a:cubicBezTo>
                  <a:pt x="25711" y="1"/>
                  <a:pt x="23142" y="619"/>
                  <a:pt x="20333" y="2015"/>
                </a:cubicBezTo>
                <a:cubicBezTo>
                  <a:pt x="6227" y="9005"/>
                  <a:pt x="0" y="29769"/>
                  <a:pt x="12937" y="41054"/>
                </a:cubicBezTo>
                <a:cubicBezTo>
                  <a:pt x="20663" y="47764"/>
                  <a:pt x="32533" y="47916"/>
                  <a:pt x="40157" y="54728"/>
                </a:cubicBezTo>
                <a:cubicBezTo>
                  <a:pt x="48519" y="62149"/>
                  <a:pt x="50654" y="76509"/>
                  <a:pt x="61329" y="79940"/>
                </a:cubicBezTo>
                <a:cubicBezTo>
                  <a:pt x="62549" y="80333"/>
                  <a:pt x="63804" y="80517"/>
                  <a:pt x="65058" y="80517"/>
                </a:cubicBezTo>
                <a:cubicBezTo>
                  <a:pt x="71507" y="80517"/>
                  <a:pt x="77931" y="75645"/>
                  <a:pt x="79526" y="69240"/>
                </a:cubicBezTo>
                <a:cubicBezTo>
                  <a:pt x="81433" y="61590"/>
                  <a:pt x="76959" y="53101"/>
                  <a:pt x="69868" y="49543"/>
                </a:cubicBezTo>
                <a:cubicBezTo>
                  <a:pt x="65446" y="47306"/>
                  <a:pt x="60236" y="46772"/>
                  <a:pt x="56271" y="43875"/>
                </a:cubicBezTo>
                <a:cubicBezTo>
                  <a:pt x="51391" y="40291"/>
                  <a:pt x="49434" y="33963"/>
                  <a:pt x="48367" y="28016"/>
                </a:cubicBezTo>
                <a:cubicBezTo>
                  <a:pt x="46424" y="17002"/>
                  <a:pt x="40341" y="1"/>
                  <a:pt x="2805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0_1"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p142"/>
          <p:cNvSpPr/>
          <p:nvPr/>
        </p:nvSpPr>
        <p:spPr>
          <a:xfrm rot="10161980">
            <a:off x="-1405131" y="-1941929"/>
            <a:ext cx="4549823" cy="4498701"/>
          </a:xfrm>
          <a:custGeom>
            <a:rect b="b" l="l" r="r" t="t"/>
            <a:pathLst>
              <a:path extrusionOk="0" h="80518" w="81433">
                <a:moveTo>
                  <a:pt x="28054" y="1"/>
                </a:moveTo>
                <a:cubicBezTo>
                  <a:pt x="25711" y="1"/>
                  <a:pt x="23142" y="619"/>
                  <a:pt x="20333" y="2015"/>
                </a:cubicBezTo>
                <a:cubicBezTo>
                  <a:pt x="6227" y="9005"/>
                  <a:pt x="0" y="29769"/>
                  <a:pt x="12937" y="41054"/>
                </a:cubicBezTo>
                <a:cubicBezTo>
                  <a:pt x="20663" y="47764"/>
                  <a:pt x="32533" y="47916"/>
                  <a:pt x="40157" y="54728"/>
                </a:cubicBezTo>
                <a:cubicBezTo>
                  <a:pt x="48519" y="62149"/>
                  <a:pt x="50654" y="76509"/>
                  <a:pt x="61329" y="79940"/>
                </a:cubicBezTo>
                <a:cubicBezTo>
                  <a:pt x="62549" y="80333"/>
                  <a:pt x="63804" y="80517"/>
                  <a:pt x="65058" y="80517"/>
                </a:cubicBezTo>
                <a:cubicBezTo>
                  <a:pt x="71507" y="80517"/>
                  <a:pt x="77931" y="75645"/>
                  <a:pt x="79526" y="69240"/>
                </a:cubicBezTo>
                <a:cubicBezTo>
                  <a:pt x="81433" y="61590"/>
                  <a:pt x="76959" y="53101"/>
                  <a:pt x="69868" y="49543"/>
                </a:cubicBezTo>
                <a:cubicBezTo>
                  <a:pt x="65446" y="47306"/>
                  <a:pt x="60236" y="46772"/>
                  <a:pt x="56271" y="43875"/>
                </a:cubicBezTo>
                <a:cubicBezTo>
                  <a:pt x="51391" y="40291"/>
                  <a:pt x="49434" y="33963"/>
                  <a:pt x="48367" y="28016"/>
                </a:cubicBezTo>
                <a:cubicBezTo>
                  <a:pt x="46424" y="17002"/>
                  <a:pt x="40341" y="1"/>
                  <a:pt x="2805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7" name="Google Shape;1047;p142"/>
          <p:cNvSpPr/>
          <p:nvPr/>
        </p:nvSpPr>
        <p:spPr>
          <a:xfrm rot="-4393537">
            <a:off x="3912278" y="2408999"/>
            <a:ext cx="4549861" cy="4498738"/>
          </a:xfrm>
          <a:custGeom>
            <a:rect b="b" l="l" r="r" t="t"/>
            <a:pathLst>
              <a:path extrusionOk="0" h="80518" w="81433">
                <a:moveTo>
                  <a:pt x="28054" y="1"/>
                </a:moveTo>
                <a:cubicBezTo>
                  <a:pt x="25711" y="1"/>
                  <a:pt x="23142" y="619"/>
                  <a:pt x="20333" y="2015"/>
                </a:cubicBezTo>
                <a:cubicBezTo>
                  <a:pt x="6227" y="9005"/>
                  <a:pt x="0" y="29769"/>
                  <a:pt x="12937" y="41054"/>
                </a:cubicBezTo>
                <a:cubicBezTo>
                  <a:pt x="20663" y="47764"/>
                  <a:pt x="32533" y="47916"/>
                  <a:pt x="40157" y="54728"/>
                </a:cubicBezTo>
                <a:cubicBezTo>
                  <a:pt x="48519" y="62149"/>
                  <a:pt x="50654" y="76509"/>
                  <a:pt x="61329" y="79940"/>
                </a:cubicBezTo>
                <a:cubicBezTo>
                  <a:pt x="62549" y="80333"/>
                  <a:pt x="63804" y="80517"/>
                  <a:pt x="65058" y="80517"/>
                </a:cubicBezTo>
                <a:cubicBezTo>
                  <a:pt x="71507" y="80517"/>
                  <a:pt x="77931" y="75645"/>
                  <a:pt x="79526" y="69240"/>
                </a:cubicBezTo>
                <a:cubicBezTo>
                  <a:pt x="81433" y="61590"/>
                  <a:pt x="76959" y="53101"/>
                  <a:pt x="69868" y="49543"/>
                </a:cubicBezTo>
                <a:cubicBezTo>
                  <a:pt x="65446" y="47306"/>
                  <a:pt x="60236" y="46772"/>
                  <a:pt x="56271" y="43875"/>
                </a:cubicBezTo>
                <a:cubicBezTo>
                  <a:pt x="51391" y="40291"/>
                  <a:pt x="49434" y="33963"/>
                  <a:pt x="48367" y="28016"/>
                </a:cubicBezTo>
                <a:cubicBezTo>
                  <a:pt x="46424" y="17002"/>
                  <a:pt x="40341" y="1"/>
                  <a:pt x="2805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p142"/>
          <p:cNvSpPr/>
          <p:nvPr/>
        </p:nvSpPr>
        <p:spPr>
          <a:xfrm rot="1769044">
            <a:off x="447769" y="2020786"/>
            <a:ext cx="530620" cy="371394"/>
          </a:xfrm>
          <a:custGeom>
            <a:rect b="b" l="l" r="r" t="t"/>
            <a:pathLst>
              <a:path extrusionOk="0" fill="none" h="8362" w="11947">
                <a:moveTo>
                  <a:pt x="1" y="0"/>
                </a:moveTo>
                <a:cubicBezTo>
                  <a:pt x="1297" y="636"/>
                  <a:pt x="306" y="2643"/>
                  <a:pt x="1577" y="3279"/>
                </a:cubicBezTo>
                <a:cubicBezTo>
                  <a:pt x="2898" y="3914"/>
                  <a:pt x="3839" y="1906"/>
                  <a:pt x="5135" y="2542"/>
                </a:cubicBezTo>
                <a:cubicBezTo>
                  <a:pt x="6456" y="3177"/>
                  <a:pt x="5465" y="5185"/>
                  <a:pt x="6761" y="5820"/>
                </a:cubicBezTo>
                <a:cubicBezTo>
                  <a:pt x="8058" y="6456"/>
                  <a:pt x="9023" y="4448"/>
                  <a:pt x="10320" y="5083"/>
                </a:cubicBezTo>
                <a:cubicBezTo>
                  <a:pt x="11616" y="5719"/>
                  <a:pt x="10650" y="7727"/>
                  <a:pt x="11946" y="8362"/>
                </a:cubicBezTo>
              </a:path>
            </a:pathLst>
          </a:custGeom>
          <a:noFill/>
          <a:ln cap="rnd" cmpd="sng" w="184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9" name="Google Shape;1049;p142"/>
          <p:cNvSpPr/>
          <p:nvPr/>
        </p:nvSpPr>
        <p:spPr>
          <a:xfrm rot="583629">
            <a:off x="410225" y="2585529"/>
            <a:ext cx="266192" cy="253494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0" name="Google Shape;1050;p142"/>
          <p:cNvSpPr/>
          <p:nvPr/>
        </p:nvSpPr>
        <p:spPr>
          <a:xfrm rot="5400000">
            <a:off x="8034194" y="2147329"/>
            <a:ext cx="266197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1" name="Google Shape;1051;p142"/>
          <p:cNvSpPr/>
          <p:nvPr/>
        </p:nvSpPr>
        <p:spPr>
          <a:xfrm rot="10800000">
            <a:off x="7662489" y="2498706"/>
            <a:ext cx="266197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2" name="Google Shape;1052;p142"/>
          <p:cNvSpPr/>
          <p:nvPr/>
        </p:nvSpPr>
        <p:spPr>
          <a:xfrm rot="5400000">
            <a:off x="7901987" y="2801135"/>
            <a:ext cx="530626" cy="371398"/>
          </a:xfrm>
          <a:custGeom>
            <a:rect b="b" l="l" r="r" t="t"/>
            <a:pathLst>
              <a:path extrusionOk="0" fill="none" h="8362" w="11947">
                <a:moveTo>
                  <a:pt x="1" y="0"/>
                </a:moveTo>
                <a:cubicBezTo>
                  <a:pt x="1297" y="636"/>
                  <a:pt x="306" y="2643"/>
                  <a:pt x="1577" y="3279"/>
                </a:cubicBezTo>
                <a:cubicBezTo>
                  <a:pt x="2898" y="3914"/>
                  <a:pt x="3839" y="1906"/>
                  <a:pt x="5135" y="2542"/>
                </a:cubicBezTo>
                <a:cubicBezTo>
                  <a:pt x="6456" y="3177"/>
                  <a:pt x="5465" y="5185"/>
                  <a:pt x="6761" y="5820"/>
                </a:cubicBezTo>
                <a:cubicBezTo>
                  <a:pt x="8058" y="6456"/>
                  <a:pt x="9023" y="4448"/>
                  <a:pt x="10320" y="5083"/>
                </a:cubicBezTo>
                <a:cubicBezTo>
                  <a:pt x="11616" y="5719"/>
                  <a:pt x="10650" y="7727"/>
                  <a:pt x="11946" y="8362"/>
                </a:cubicBezTo>
              </a:path>
            </a:pathLst>
          </a:custGeom>
          <a:noFill/>
          <a:ln cap="rnd" cmpd="sng" w="1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p144"/>
          <p:cNvSpPr txBox="1"/>
          <p:nvPr>
            <p:ph type="ctrTitle"/>
          </p:nvPr>
        </p:nvSpPr>
        <p:spPr>
          <a:xfrm>
            <a:off x="820950" y="524225"/>
            <a:ext cx="7502100" cy="152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b="1" sz="4200">
                <a:latin typeface="Krona One"/>
                <a:ea typeface="Krona One"/>
                <a:cs typeface="Krona One"/>
                <a:sym typeface="Krona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58" name="Google Shape;1058;p144"/>
          <p:cNvSpPr txBox="1"/>
          <p:nvPr>
            <p:ph idx="1" type="subTitle"/>
          </p:nvPr>
        </p:nvSpPr>
        <p:spPr>
          <a:xfrm>
            <a:off x="2161350" y="2045525"/>
            <a:ext cx="4821300" cy="43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059" name="Google Shape;1059;p144"/>
          <p:cNvSpPr/>
          <p:nvPr/>
        </p:nvSpPr>
        <p:spPr>
          <a:xfrm rot="3550151">
            <a:off x="202735" y="2541296"/>
            <a:ext cx="308103" cy="293413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0" name="Google Shape;1060;p144"/>
          <p:cNvSpPr/>
          <p:nvPr/>
        </p:nvSpPr>
        <p:spPr>
          <a:xfrm rot="3550151">
            <a:off x="8716148" y="1235858"/>
            <a:ext cx="308103" cy="293413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p145"/>
          <p:cNvSpPr txBox="1"/>
          <p:nvPr>
            <p:ph type="title"/>
          </p:nvPr>
        </p:nvSpPr>
        <p:spPr>
          <a:xfrm flipH="1">
            <a:off x="713300" y="2433200"/>
            <a:ext cx="3921000" cy="14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63" name="Google Shape;1063;p145"/>
          <p:cNvSpPr txBox="1"/>
          <p:nvPr>
            <p:ph hasCustomPrompt="1" idx="2" type="title"/>
          </p:nvPr>
        </p:nvSpPr>
        <p:spPr>
          <a:xfrm flipH="1">
            <a:off x="713150" y="1287100"/>
            <a:ext cx="1375500" cy="1014900"/>
          </a:xfrm>
          <a:prstGeom prst="rect">
            <a:avLst/>
          </a:prstGeom>
          <a:solidFill>
            <a:schemeClr val="accent3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900"/>
              <a:buNone/>
              <a:defRPr sz="5300"/>
            </a:lvl1pPr>
            <a:lvl2pPr lvl="1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2pPr>
            <a:lvl3pPr lvl="2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3pPr>
            <a:lvl4pPr lvl="3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4pPr>
            <a:lvl5pPr lvl="4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5pPr>
            <a:lvl6pPr lvl="5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6pPr>
            <a:lvl7pPr lvl="6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7pPr>
            <a:lvl8pPr lvl="7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8pPr>
            <a:lvl9pPr lvl="8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9pPr>
          </a:lstStyle>
          <a:p>
            <a:r>
              <a:t>xx%</a:t>
            </a:r>
          </a:p>
        </p:txBody>
      </p:sp>
      <p:sp>
        <p:nvSpPr>
          <p:cNvPr id="1064" name="Google Shape;1064;p145"/>
          <p:cNvSpPr/>
          <p:nvPr/>
        </p:nvSpPr>
        <p:spPr>
          <a:xfrm rot="-7651683">
            <a:off x="-2765443" y="-2249163"/>
            <a:ext cx="4638099" cy="3518236"/>
          </a:xfrm>
          <a:custGeom>
            <a:rect b="b" l="l" r="r" t="t"/>
            <a:pathLst>
              <a:path extrusionOk="0" h="70100" w="92413">
                <a:moveTo>
                  <a:pt x="64951" y="1"/>
                </a:moveTo>
                <a:cubicBezTo>
                  <a:pt x="62821" y="1"/>
                  <a:pt x="60692" y="356"/>
                  <a:pt x="58686" y="1088"/>
                </a:cubicBezTo>
                <a:cubicBezTo>
                  <a:pt x="48087" y="4951"/>
                  <a:pt x="43233" y="17227"/>
                  <a:pt x="34109" y="23860"/>
                </a:cubicBezTo>
                <a:cubicBezTo>
                  <a:pt x="26636" y="29325"/>
                  <a:pt x="16623" y="30748"/>
                  <a:pt x="9633" y="36797"/>
                </a:cubicBezTo>
                <a:cubicBezTo>
                  <a:pt x="2796" y="42693"/>
                  <a:pt x="1" y="53317"/>
                  <a:pt x="4245" y="61323"/>
                </a:cubicBezTo>
                <a:cubicBezTo>
                  <a:pt x="7105" y="66733"/>
                  <a:pt x="13294" y="70099"/>
                  <a:pt x="19296" y="70099"/>
                </a:cubicBezTo>
                <a:cubicBezTo>
                  <a:pt x="22148" y="70099"/>
                  <a:pt x="24958" y="69339"/>
                  <a:pt x="27348" y="67677"/>
                </a:cubicBezTo>
                <a:cubicBezTo>
                  <a:pt x="34134" y="62899"/>
                  <a:pt x="36015" y="53063"/>
                  <a:pt x="43030" y="48666"/>
                </a:cubicBezTo>
                <a:cubicBezTo>
                  <a:pt x="49384" y="44701"/>
                  <a:pt x="57618" y="46506"/>
                  <a:pt x="64989" y="45083"/>
                </a:cubicBezTo>
                <a:cubicBezTo>
                  <a:pt x="83542" y="41524"/>
                  <a:pt x="92413" y="15473"/>
                  <a:pt x="76019" y="3528"/>
                </a:cubicBezTo>
                <a:cubicBezTo>
                  <a:pt x="72835" y="1218"/>
                  <a:pt x="68891" y="1"/>
                  <a:pt x="6495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5" name="Google Shape;1065;p145"/>
          <p:cNvSpPr/>
          <p:nvPr/>
        </p:nvSpPr>
        <p:spPr>
          <a:xfrm rot="3550150">
            <a:off x="616825" y="477668"/>
            <a:ext cx="340097" cy="323883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6" name="Google Shape;1066;p145"/>
          <p:cNvSpPr/>
          <p:nvPr/>
        </p:nvSpPr>
        <p:spPr>
          <a:xfrm>
            <a:off x="6304100" y="512864"/>
            <a:ext cx="266197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p146"/>
          <p:cNvSpPr txBox="1"/>
          <p:nvPr>
            <p:ph idx="1" type="body"/>
          </p:nvPr>
        </p:nvSpPr>
        <p:spPr>
          <a:xfrm>
            <a:off x="713225" y="1000075"/>
            <a:ext cx="7717500" cy="36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■"/>
              <a:defRPr/>
            </a:lvl9pPr>
          </a:lstStyle>
          <a:p/>
        </p:txBody>
      </p:sp>
      <p:sp>
        <p:nvSpPr>
          <p:cNvPr id="1069" name="Google Shape;1069;p146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1070" name="Google Shape;1070;p146"/>
          <p:cNvSpPr/>
          <p:nvPr/>
        </p:nvSpPr>
        <p:spPr>
          <a:xfrm>
            <a:off x="8238036" y="3155775"/>
            <a:ext cx="530596" cy="371377"/>
          </a:xfrm>
          <a:custGeom>
            <a:rect b="b" l="l" r="r" t="t"/>
            <a:pathLst>
              <a:path extrusionOk="0" fill="none" h="8362" w="11947">
                <a:moveTo>
                  <a:pt x="1" y="0"/>
                </a:moveTo>
                <a:cubicBezTo>
                  <a:pt x="1297" y="636"/>
                  <a:pt x="306" y="2643"/>
                  <a:pt x="1577" y="3279"/>
                </a:cubicBezTo>
                <a:cubicBezTo>
                  <a:pt x="2898" y="3914"/>
                  <a:pt x="3839" y="1906"/>
                  <a:pt x="5135" y="2542"/>
                </a:cubicBezTo>
                <a:cubicBezTo>
                  <a:pt x="6456" y="3177"/>
                  <a:pt x="5465" y="5185"/>
                  <a:pt x="6761" y="5820"/>
                </a:cubicBezTo>
                <a:cubicBezTo>
                  <a:pt x="8058" y="6456"/>
                  <a:pt x="9023" y="4448"/>
                  <a:pt x="10320" y="5083"/>
                </a:cubicBezTo>
                <a:cubicBezTo>
                  <a:pt x="11616" y="5719"/>
                  <a:pt x="10650" y="7727"/>
                  <a:pt x="11946" y="8362"/>
                </a:cubicBezTo>
              </a:path>
            </a:pathLst>
          </a:custGeom>
          <a:noFill/>
          <a:ln cap="rnd" cmpd="sng" w="1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1" name="Google Shape;1071;p146"/>
          <p:cNvSpPr/>
          <p:nvPr/>
        </p:nvSpPr>
        <p:spPr>
          <a:xfrm rot="5400000">
            <a:off x="232150" y="449314"/>
            <a:ext cx="266197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2" name="Google Shape;1072;p146"/>
          <p:cNvSpPr/>
          <p:nvPr/>
        </p:nvSpPr>
        <p:spPr>
          <a:xfrm rot="8514670">
            <a:off x="8258599" y="3640563"/>
            <a:ext cx="266195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p147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1075" name="Google Shape;1075;p147"/>
          <p:cNvSpPr txBox="1"/>
          <p:nvPr>
            <p:ph idx="1" type="subTitle"/>
          </p:nvPr>
        </p:nvSpPr>
        <p:spPr>
          <a:xfrm>
            <a:off x="3442375" y="1404350"/>
            <a:ext cx="4988400" cy="485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2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9pPr>
          </a:lstStyle>
          <a:p/>
        </p:txBody>
      </p:sp>
      <p:sp>
        <p:nvSpPr>
          <p:cNvPr id="1076" name="Google Shape;1076;p147"/>
          <p:cNvSpPr txBox="1"/>
          <p:nvPr>
            <p:ph idx="2" type="subTitle"/>
          </p:nvPr>
        </p:nvSpPr>
        <p:spPr>
          <a:xfrm>
            <a:off x="3442375" y="1773800"/>
            <a:ext cx="4988400" cy="1025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77" name="Google Shape;1077;p147"/>
          <p:cNvSpPr txBox="1"/>
          <p:nvPr>
            <p:ph idx="3" type="subTitle"/>
          </p:nvPr>
        </p:nvSpPr>
        <p:spPr>
          <a:xfrm>
            <a:off x="3442375" y="2942648"/>
            <a:ext cx="4988400" cy="485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2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Font typeface="Krona One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9pPr>
          </a:lstStyle>
          <a:p/>
        </p:txBody>
      </p:sp>
      <p:sp>
        <p:nvSpPr>
          <p:cNvPr id="1078" name="Google Shape;1078;p147"/>
          <p:cNvSpPr txBox="1"/>
          <p:nvPr>
            <p:ph idx="4" type="subTitle"/>
          </p:nvPr>
        </p:nvSpPr>
        <p:spPr>
          <a:xfrm>
            <a:off x="3442375" y="3312100"/>
            <a:ext cx="4988400" cy="1025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79" name="Google Shape;1079;p147"/>
          <p:cNvSpPr/>
          <p:nvPr/>
        </p:nvSpPr>
        <p:spPr>
          <a:xfrm rot="1114429">
            <a:off x="3254326" y="4675646"/>
            <a:ext cx="340094" cy="323885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0" name="Google Shape;1080;p147"/>
          <p:cNvSpPr/>
          <p:nvPr/>
        </p:nvSpPr>
        <p:spPr>
          <a:xfrm rot="3623273">
            <a:off x="8604845" y="1061816"/>
            <a:ext cx="266201" cy="253504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1" name="Google Shape;1081;p147"/>
          <p:cNvSpPr/>
          <p:nvPr/>
        </p:nvSpPr>
        <p:spPr>
          <a:xfrm rot="-5625860">
            <a:off x="7958174" y="3942331"/>
            <a:ext cx="4638049" cy="3518198"/>
          </a:xfrm>
          <a:custGeom>
            <a:rect b="b" l="l" r="r" t="t"/>
            <a:pathLst>
              <a:path extrusionOk="0" h="70100" w="92413">
                <a:moveTo>
                  <a:pt x="64951" y="1"/>
                </a:moveTo>
                <a:cubicBezTo>
                  <a:pt x="62821" y="1"/>
                  <a:pt x="60692" y="356"/>
                  <a:pt x="58686" y="1088"/>
                </a:cubicBezTo>
                <a:cubicBezTo>
                  <a:pt x="48087" y="4951"/>
                  <a:pt x="43233" y="17227"/>
                  <a:pt x="34109" y="23860"/>
                </a:cubicBezTo>
                <a:cubicBezTo>
                  <a:pt x="26636" y="29325"/>
                  <a:pt x="16623" y="30748"/>
                  <a:pt x="9633" y="36797"/>
                </a:cubicBezTo>
                <a:cubicBezTo>
                  <a:pt x="2796" y="42693"/>
                  <a:pt x="1" y="53317"/>
                  <a:pt x="4245" y="61323"/>
                </a:cubicBezTo>
                <a:cubicBezTo>
                  <a:pt x="7105" y="66733"/>
                  <a:pt x="13294" y="70099"/>
                  <a:pt x="19296" y="70099"/>
                </a:cubicBezTo>
                <a:cubicBezTo>
                  <a:pt x="22148" y="70099"/>
                  <a:pt x="24958" y="69339"/>
                  <a:pt x="27348" y="67677"/>
                </a:cubicBezTo>
                <a:cubicBezTo>
                  <a:pt x="34134" y="62899"/>
                  <a:pt x="36015" y="53063"/>
                  <a:pt x="43030" y="48666"/>
                </a:cubicBezTo>
                <a:cubicBezTo>
                  <a:pt x="49384" y="44701"/>
                  <a:pt x="57618" y="46506"/>
                  <a:pt x="64989" y="45083"/>
                </a:cubicBezTo>
                <a:cubicBezTo>
                  <a:pt x="83542" y="41524"/>
                  <a:pt x="92413" y="15473"/>
                  <a:pt x="76019" y="3528"/>
                </a:cubicBezTo>
                <a:cubicBezTo>
                  <a:pt x="72835" y="1218"/>
                  <a:pt x="68891" y="1"/>
                  <a:pt x="6495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2" name="Google Shape;1082;p147"/>
          <p:cNvSpPr/>
          <p:nvPr/>
        </p:nvSpPr>
        <p:spPr>
          <a:xfrm rot="-7836896">
            <a:off x="8610337" y="3750996"/>
            <a:ext cx="530618" cy="371393"/>
          </a:xfrm>
          <a:custGeom>
            <a:rect b="b" l="l" r="r" t="t"/>
            <a:pathLst>
              <a:path extrusionOk="0" fill="none" h="8362" w="11947">
                <a:moveTo>
                  <a:pt x="1" y="0"/>
                </a:moveTo>
                <a:cubicBezTo>
                  <a:pt x="1297" y="636"/>
                  <a:pt x="306" y="2643"/>
                  <a:pt x="1577" y="3279"/>
                </a:cubicBezTo>
                <a:cubicBezTo>
                  <a:pt x="2898" y="3914"/>
                  <a:pt x="3839" y="1906"/>
                  <a:pt x="5135" y="2542"/>
                </a:cubicBezTo>
                <a:cubicBezTo>
                  <a:pt x="6456" y="3177"/>
                  <a:pt x="5465" y="5185"/>
                  <a:pt x="6761" y="5820"/>
                </a:cubicBezTo>
                <a:cubicBezTo>
                  <a:pt x="8058" y="6456"/>
                  <a:pt x="9023" y="4448"/>
                  <a:pt x="10320" y="5083"/>
                </a:cubicBezTo>
                <a:cubicBezTo>
                  <a:pt x="11616" y="5719"/>
                  <a:pt x="10650" y="7727"/>
                  <a:pt x="11946" y="8362"/>
                </a:cubicBezTo>
              </a:path>
            </a:pathLst>
          </a:custGeom>
          <a:noFill/>
          <a:ln cap="rnd" cmpd="sng" w="184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p148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1085" name="Google Shape;1085;p148"/>
          <p:cNvSpPr/>
          <p:nvPr/>
        </p:nvSpPr>
        <p:spPr>
          <a:xfrm rot="3550150">
            <a:off x="8453600" y="1051343"/>
            <a:ext cx="340097" cy="323883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p149"/>
          <p:cNvSpPr txBox="1"/>
          <p:nvPr>
            <p:ph type="title"/>
          </p:nvPr>
        </p:nvSpPr>
        <p:spPr>
          <a:xfrm>
            <a:off x="4026575" y="445025"/>
            <a:ext cx="4404300" cy="6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1088" name="Google Shape;1088;p149"/>
          <p:cNvSpPr txBox="1"/>
          <p:nvPr>
            <p:ph idx="1" type="body"/>
          </p:nvPr>
        </p:nvSpPr>
        <p:spPr>
          <a:xfrm>
            <a:off x="4026575" y="1304875"/>
            <a:ext cx="4404300" cy="32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unito Ligh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Nunito Light"/>
              <a:buChar char="○"/>
              <a:defRPr sz="15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Nunito Light"/>
              <a:buChar char="■"/>
              <a:defRPr sz="15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Nunito Light"/>
              <a:buChar char="●"/>
              <a:defRPr sz="15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Nunito Light"/>
              <a:buChar char="○"/>
              <a:defRPr sz="15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Nunito Light"/>
              <a:buChar char="■"/>
              <a:defRPr sz="15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Nunito Light"/>
              <a:buChar char="●"/>
              <a:defRPr sz="15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Nunito Light"/>
              <a:buChar char="○"/>
              <a:defRPr sz="15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Nunito Light"/>
              <a:buChar char="■"/>
              <a:defRPr sz="1500"/>
            </a:lvl9pPr>
          </a:lstStyle>
          <a:p/>
        </p:txBody>
      </p:sp>
      <p:sp>
        <p:nvSpPr>
          <p:cNvPr id="1089" name="Google Shape;1089;p149"/>
          <p:cNvSpPr/>
          <p:nvPr>
            <p:ph idx="2" type="pic"/>
          </p:nvPr>
        </p:nvSpPr>
        <p:spPr>
          <a:xfrm>
            <a:off x="564000" y="486600"/>
            <a:ext cx="3134400" cy="41703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0" name="Google Shape;1090;p149"/>
          <p:cNvSpPr/>
          <p:nvPr/>
        </p:nvSpPr>
        <p:spPr>
          <a:xfrm rot="-7763208">
            <a:off x="8231403" y="-30500"/>
            <a:ext cx="4638108" cy="3518243"/>
          </a:xfrm>
          <a:custGeom>
            <a:rect b="b" l="l" r="r" t="t"/>
            <a:pathLst>
              <a:path extrusionOk="0" h="70100" w="92413">
                <a:moveTo>
                  <a:pt x="64951" y="1"/>
                </a:moveTo>
                <a:cubicBezTo>
                  <a:pt x="62821" y="1"/>
                  <a:pt x="60692" y="356"/>
                  <a:pt x="58686" y="1088"/>
                </a:cubicBezTo>
                <a:cubicBezTo>
                  <a:pt x="48087" y="4951"/>
                  <a:pt x="43233" y="17227"/>
                  <a:pt x="34109" y="23860"/>
                </a:cubicBezTo>
                <a:cubicBezTo>
                  <a:pt x="26636" y="29325"/>
                  <a:pt x="16623" y="30748"/>
                  <a:pt x="9633" y="36797"/>
                </a:cubicBezTo>
                <a:cubicBezTo>
                  <a:pt x="2796" y="42693"/>
                  <a:pt x="1" y="53317"/>
                  <a:pt x="4245" y="61323"/>
                </a:cubicBezTo>
                <a:cubicBezTo>
                  <a:pt x="7105" y="66733"/>
                  <a:pt x="13294" y="70099"/>
                  <a:pt x="19296" y="70099"/>
                </a:cubicBezTo>
                <a:cubicBezTo>
                  <a:pt x="22148" y="70099"/>
                  <a:pt x="24958" y="69339"/>
                  <a:pt x="27348" y="67677"/>
                </a:cubicBezTo>
                <a:cubicBezTo>
                  <a:pt x="34134" y="62899"/>
                  <a:pt x="36015" y="53063"/>
                  <a:pt x="43030" y="48666"/>
                </a:cubicBezTo>
                <a:cubicBezTo>
                  <a:pt x="49384" y="44701"/>
                  <a:pt x="57618" y="46506"/>
                  <a:pt x="64989" y="45083"/>
                </a:cubicBezTo>
                <a:cubicBezTo>
                  <a:pt x="83542" y="41524"/>
                  <a:pt x="92413" y="15473"/>
                  <a:pt x="76019" y="3528"/>
                </a:cubicBezTo>
                <a:cubicBezTo>
                  <a:pt x="72835" y="1218"/>
                  <a:pt x="68891" y="1"/>
                  <a:pt x="6495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1" name="Google Shape;1091;p149"/>
          <p:cNvSpPr/>
          <p:nvPr/>
        </p:nvSpPr>
        <p:spPr>
          <a:xfrm rot="7218987">
            <a:off x="5919462" y="4703830"/>
            <a:ext cx="340093" cy="323885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2" name="Google Shape;1092;p149"/>
          <p:cNvSpPr/>
          <p:nvPr/>
        </p:nvSpPr>
        <p:spPr>
          <a:xfrm rot="-9849443">
            <a:off x="8699356" y="1015692"/>
            <a:ext cx="530621" cy="371395"/>
          </a:xfrm>
          <a:custGeom>
            <a:rect b="b" l="l" r="r" t="t"/>
            <a:pathLst>
              <a:path extrusionOk="0" fill="none" h="8362" w="11947">
                <a:moveTo>
                  <a:pt x="1" y="0"/>
                </a:moveTo>
                <a:cubicBezTo>
                  <a:pt x="1297" y="636"/>
                  <a:pt x="306" y="2643"/>
                  <a:pt x="1577" y="3279"/>
                </a:cubicBezTo>
                <a:cubicBezTo>
                  <a:pt x="2898" y="3914"/>
                  <a:pt x="3839" y="1906"/>
                  <a:pt x="5135" y="2542"/>
                </a:cubicBezTo>
                <a:cubicBezTo>
                  <a:pt x="6456" y="3177"/>
                  <a:pt x="5465" y="5185"/>
                  <a:pt x="6761" y="5820"/>
                </a:cubicBezTo>
                <a:cubicBezTo>
                  <a:pt x="8058" y="6456"/>
                  <a:pt x="9023" y="4448"/>
                  <a:pt x="10320" y="5083"/>
                </a:cubicBezTo>
                <a:cubicBezTo>
                  <a:pt x="11616" y="5719"/>
                  <a:pt x="10650" y="7727"/>
                  <a:pt x="11946" y="8362"/>
                </a:cubicBezTo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p150"/>
          <p:cNvSpPr txBox="1"/>
          <p:nvPr>
            <p:ph type="title"/>
          </p:nvPr>
        </p:nvSpPr>
        <p:spPr>
          <a:xfrm>
            <a:off x="713225" y="1349700"/>
            <a:ext cx="4509900" cy="244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95" name="Google Shape;1095;p150"/>
          <p:cNvSpPr/>
          <p:nvPr/>
        </p:nvSpPr>
        <p:spPr>
          <a:xfrm rot="9209643">
            <a:off x="-709832" y="-2415968"/>
            <a:ext cx="3971379" cy="3926756"/>
          </a:xfrm>
          <a:custGeom>
            <a:rect b="b" l="l" r="r" t="t"/>
            <a:pathLst>
              <a:path extrusionOk="0" h="80518" w="81433">
                <a:moveTo>
                  <a:pt x="28054" y="1"/>
                </a:moveTo>
                <a:cubicBezTo>
                  <a:pt x="25711" y="1"/>
                  <a:pt x="23142" y="619"/>
                  <a:pt x="20333" y="2015"/>
                </a:cubicBezTo>
                <a:cubicBezTo>
                  <a:pt x="6227" y="9005"/>
                  <a:pt x="0" y="29769"/>
                  <a:pt x="12937" y="41054"/>
                </a:cubicBezTo>
                <a:cubicBezTo>
                  <a:pt x="20663" y="47764"/>
                  <a:pt x="32533" y="47916"/>
                  <a:pt x="40157" y="54728"/>
                </a:cubicBezTo>
                <a:cubicBezTo>
                  <a:pt x="48519" y="62149"/>
                  <a:pt x="50654" y="76509"/>
                  <a:pt x="61329" y="79940"/>
                </a:cubicBezTo>
                <a:cubicBezTo>
                  <a:pt x="62549" y="80333"/>
                  <a:pt x="63804" y="80517"/>
                  <a:pt x="65058" y="80517"/>
                </a:cubicBezTo>
                <a:cubicBezTo>
                  <a:pt x="71507" y="80517"/>
                  <a:pt x="77931" y="75645"/>
                  <a:pt x="79526" y="69240"/>
                </a:cubicBezTo>
                <a:cubicBezTo>
                  <a:pt x="81433" y="61590"/>
                  <a:pt x="76959" y="53101"/>
                  <a:pt x="69868" y="49543"/>
                </a:cubicBezTo>
                <a:cubicBezTo>
                  <a:pt x="65446" y="47306"/>
                  <a:pt x="60236" y="46772"/>
                  <a:pt x="56271" y="43875"/>
                </a:cubicBezTo>
                <a:cubicBezTo>
                  <a:pt x="51391" y="40291"/>
                  <a:pt x="49434" y="33963"/>
                  <a:pt x="48367" y="28016"/>
                </a:cubicBezTo>
                <a:cubicBezTo>
                  <a:pt x="46424" y="17002"/>
                  <a:pt x="40341" y="1"/>
                  <a:pt x="2805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6" name="Google Shape;1096;p150"/>
          <p:cNvSpPr/>
          <p:nvPr/>
        </p:nvSpPr>
        <p:spPr>
          <a:xfrm rot="9975143">
            <a:off x="2716327" y="605766"/>
            <a:ext cx="530625" cy="371397"/>
          </a:xfrm>
          <a:custGeom>
            <a:rect b="b" l="l" r="r" t="t"/>
            <a:pathLst>
              <a:path extrusionOk="0" fill="none" h="8362" w="11947">
                <a:moveTo>
                  <a:pt x="1" y="0"/>
                </a:moveTo>
                <a:cubicBezTo>
                  <a:pt x="1297" y="636"/>
                  <a:pt x="306" y="2643"/>
                  <a:pt x="1577" y="3279"/>
                </a:cubicBezTo>
                <a:cubicBezTo>
                  <a:pt x="2898" y="3914"/>
                  <a:pt x="3839" y="1906"/>
                  <a:pt x="5135" y="2542"/>
                </a:cubicBezTo>
                <a:cubicBezTo>
                  <a:pt x="6456" y="3177"/>
                  <a:pt x="5465" y="5185"/>
                  <a:pt x="6761" y="5820"/>
                </a:cubicBezTo>
                <a:cubicBezTo>
                  <a:pt x="8058" y="6456"/>
                  <a:pt x="9023" y="4448"/>
                  <a:pt x="10320" y="5083"/>
                </a:cubicBezTo>
                <a:cubicBezTo>
                  <a:pt x="11616" y="5719"/>
                  <a:pt x="10650" y="7727"/>
                  <a:pt x="11946" y="8362"/>
                </a:cubicBezTo>
              </a:path>
            </a:pathLst>
          </a:custGeom>
          <a:noFill/>
          <a:ln cap="rnd" cmpd="sng" w="1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7" name="Google Shape;1097;p150"/>
          <p:cNvSpPr/>
          <p:nvPr/>
        </p:nvSpPr>
        <p:spPr>
          <a:xfrm>
            <a:off x="8653200" y="1905014"/>
            <a:ext cx="266197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8" name="Google Shape;1098;p150"/>
          <p:cNvSpPr/>
          <p:nvPr/>
        </p:nvSpPr>
        <p:spPr>
          <a:xfrm rot="6679339">
            <a:off x="8344898" y="1101090"/>
            <a:ext cx="530629" cy="371400"/>
          </a:xfrm>
          <a:custGeom>
            <a:rect b="b" l="l" r="r" t="t"/>
            <a:pathLst>
              <a:path extrusionOk="0" fill="none" h="8362" w="11947">
                <a:moveTo>
                  <a:pt x="1" y="0"/>
                </a:moveTo>
                <a:cubicBezTo>
                  <a:pt x="1297" y="636"/>
                  <a:pt x="306" y="2643"/>
                  <a:pt x="1577" y="3279"/>
                </a:cubicBezTo>
                <a:cubicBezTo>
                  <a:pt x="2898" y="3914"/>
                  <a:pt x="3839" y="1906"/>
                  <a:pt x="5135" y="2542"/>
                </a:cubicBezTo>
                <a:cubicBezTo>
                  <a:pt x="6456" y="3177"/>
                  <a:pt x="5465" y="5185"/>
                  <a:pt x="6761" y="5820"/>
                </a:cubicBezTo>
                <a:cubicBezTo>
                  <a:pt x="8058" y="6456"/>
                  <a:pt x="9023" y="4448"/>
                  <a:pt x="10320" y="5083"/>
                </a:cubicBezTo>
                <a:cubicBezTo>
                  <a:pt x="11616" y="5719"/>
                  <a:pt x="10650" y="7727"/>
                  <a:pt x="11946" y="8362"/>
                </a:cubicBezTo>
              </a:path>
            </a:pathLst>
          </a:custGeom>
          <a:noFill/>
          <a:ln cap="rnd" cmpd="sng" w="184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99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p151"/>
          <p:cNvSpPr txBox="1"/>
          <p:nvPr>
            <p:ph type="title"/>
          </p:nvPr>
        </p:nvSpPr>
        <p:spPr>
          <a:xfrm>
            <a:off x="25494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01" name="Google Shape;1101;p151"/>
          <p:cNvSpPr txBox="1"/>
          <p:nvPr>
            <p:ph idx="1" type="subTitle"/>
          </p:nvPr>
        </p:nvSpPr>
        <p:spPr>
          <a:xfrm>
            <a:off x="25494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02" name="Google Shape;1102;p151"/>
          <p:cNvSpPr/>
          <p:nvPr/>
        </p:nvSpPr>
        <p:spPr>
          <a:xfrm rot="-451389">
            <a:off x="-1576814" y="2342622"/>
            <a:ext cx="4549738" cy="4498616"/>
          </a:xfrm>
          <a:custGeom>
            <a:rect b="b" l="l" r="r" t="t"/>
            <a:pathLst>
              <a:path extrusionOk="0" h="80518" w="81433">
                <a:moveTo>
                  <a:pt x="28054" y="1"/>
                </a:moveTo>
                <a:cubicBezTo>
                  <a:pt x="25711" y="1"/>
                  <a:pt x="23142" y="619"/>
                  <a:pt x="20333" y="2015"/>
                </a:cubicBezTo>
                <a:cubicBezTo>
                  <a:pt x="6227" y="9005"/>
                  <a:pt x="0" y="29769"/>
                  <a:pt x="12937" y="41054"/>
                </a:cubicBezTo>
                <a:cubicBezTo>
                  <a:pt x="20663" y="47764"/>
                  <a:pt x="32533" y="47916"/>
                  <a:pt x="40157" y="54728"/>
                </a:cubicBezTo>
                <a:cubicBezTo>
                  <a:pt x="48519" y="62149"/>
                  <a:pt x="50654" y="76509"/>
                  <a:pt x="61329" y="79940"/>
                </a:cubicBezTo>
                <a:cubicBezTo>
                  <a:pt x="62549" y="80333"/>
                  <a:pt x="63804" y="80517"/>
                  <a:pt x="65058" y="80517"/>
                </a:cubicBezTo>
                <a:cubicBezTo>
                  <a:pt x="71507" y="80517"/>
                  <a:pt x="77931" y="75645"/>
                  <a:pt x="79526" y="69240"/>
                </a:cubicBezTo>
                <a:cubicBezTo>
                  <a:pt x="81433" y="61590"/>
                  <a:pt x="76959" y="53101"/>
                  <a:pt x="69868" y="49543"/>
                </a:cubicBezTo>
                <a:cubicBezTo>
                  <a:pt x="65446" y="47306"/>
                  <a:pt x="60236" y="46772"/>
                  <a:pt x="56271" y="43875"/>
                </a:cubicBezTo>
                <a:cubicBezTo>
                  <a:pt x="51391" y="40291"/>
                  <a:pt x="49434" y="33963"/>
                  <a:pt x="48367" y="28016"/>
                </a:cubicBezTo>
                <a:cubicBezTo>
                  <a:pt x="46424" y="17002"/>
                  <a:pt x="40341" y="1"/>
                  <a:pt x="2805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3" name="Google Shape;1103;p151"/>
          <p:cNvSpPr/>
          <p:nvPr/>
        </p:nvSpPr>
        <p:spPr>
          <a:xfrm rot="10800000">
            <a:off x="8421588" y="4515100"/>
            <a:ext cx="530626" cy="371398"/>
          </a:xfrm>
          <a:custGeom>
            <a:rect b="b" l="l" r="r" t="t"/>
            <a:pathLst>
              <a:path extrusionOk="0" fill="none" h="8362" w="11947">
                <a:moveTo>
                  <a:pt x="1" y="0"/>
                </a:moveTo>
                <a:cubicBezTo>
                  <a:pt x="1297" y="636"/>
                  <a:pt x="306" y="2643"/>
                  <a:pt x="1577" y="3279"/>
                </a:cubicBezTo>
                <a:cubicBezTo>
                  <a:pt x="2898" y="3914"/>
                  <a:pt x="3839" y="1906"/>
                  <a:pt x="5135" y="2542"/>
                </a:cubicBezTo>
                <a:cubicBezTo>
                  <a:pt x="6456" y="3177"/>
                  <a:pt x="5465" y="5185"/>
                  <a:pt x="6761" y="5820"/>
                </a:cubicBezTo>
                <a:cubicBezTo>
                  <a:pt x="8058" y="6456"/>
                  <a:pt x="9023" y="4448"/>
                  <a:pt x="10320" y="5083"/>
                </a:cubicBezTo>
                <a:cubicBezTo>
                  <a:pt x="11616" y="5719"/>
                  <a:pt x="10650" y="7727"/>
                  <a:pt x="11946" y="8362"/>
                </a:cubicBezTo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4" name="Google Shape;1104;p151"/>
          <p:cNvSpPr/>
          <p:nvPr/>
        </p:nvSpPr>
        <p:spPr>
          <a:xfrm rot="583629">
            <a:off x="319750" y="2145279"/>
            <a:ext cx="266192" cy="253494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5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p152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107" name="Google Shape;1107;p152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p15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10" name="Google Shape;1110;p15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11" name="Google Shape;1111;p153"/>
          <p:cNvSpPr/>
          <p:nvPr/>
        </p:nvSpPr>
        <p:spPr>
          <a:xfrm rot="-451389">
            <a:off x="-2876114" y="-2833078"/>
            <a:ext cx="4549738" cy="4498616"/>
          </a:xfrm>
          <a:custGeom>
            <a:rect b="b" l="l" r="r" t="t"/>
            <a:pathLst>
              <a:path extrusionOk="0" h="80518" w="81433">
                <a:moveTo>
                  <a:pt x="28054" y="1"/>
                </a:moveTo>
                <a:cubicBezTo>
                  <a:pt x="25711" y="1"/>
                  <a:pt x="23142" y="619"/>
                  <a:pt x="20333" y="2015"/>
                </a:cubicBezTo>
                <a:cubicBezTo>
                  <a:pt x="6227" y="9005"/>
                  <a:pt x="0" y="29769"/>
                  <a:pt x="12937" y="41054"/>
                </a:cubicBezTo>
                <a:cubicBezTo>
                  <a:pt x="20663" y="47764"/>
                  <a:pt x="32533" y="47916"/>
                  <a:pt x="40157" y="54728"/>
                </a:cubicBezTo>
                <a:cubicBezTo>
                  <a:pt x="48519" y="62149"/>
                  <a:pt x="50654" y="76509"/>
                  <a:pt x="61329" y="79940"/>
                </a:cubicBezTo>
                <a:cubicBezTo>
                  <a:pt x="62549" y="80333"/>
                  <a:pt x="63804" y="80517"/>
                  <a:pt x="65058" y="80517"/>
                </a:cubicBezTo>
                <a:cubicBezTo>
                  <a:pt x="71507" y="80517"/>
                  <a:pt x="77931" y="75645"/>
                  <a:pt x="79526" y="69240"/>
                </a:cubicBezTo>
                <a:cubicBezTo>
                  <a:pt x="81433" y="61590"/>
                  <a:pt x="76959" y="53101"/>
                  <a:pt x="69868" y="49543"/>
                </a:cubicBezTo>
                <a:cubicBezTo>
                  <a:pt x="65446" y="47306"/>
                  <a:pt x="60236" y="46772"/>
                  <a:pt x="56271" y="43875"/>
                </a:cubicBezTo>
                <a:cubicBezTo>
                  <a:pt x="51391" y="40291"/>
                  <a:pt x="49434" y="33963"/>
                  <a:pt x="48367" y="28016"/>
                </a:cubicBezTo>
                <a:cubicBezTo>
                  <a:pt x="46424" y="17002"/>
                  <a:pt x="40341" y="1"/>
                  <a:pt x="2805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2" name="Google Shape;1112;p153"/>
          <p:cNvSpPr/>
          <p:nvPr/>
        </p:nvSpPr>
        <p:spPr>
          <a:xfrm rot="9975143">
            <a:off x="300277" y="1604391"/>
            <a:ext cx="530625" cy="371397"/>
          </a:xfrm>
          <a:custGeom>
            <a:rect b="b" l="l" r="r" t="t"/>
            <a:pathLst>
              <a:path extrusionOk="0" fill="none" h="8362" w="11947">
                <a:moveTo>
                  <a:pt x="1" y="0"/>
                </a:moveTo>
                <a:cubicBezTo>
                  <a:pt x="1297" y="636"/>
                  <a:pt x="306" y="2643"/>
                  <a:pt x="1577" y="3279"/>
                </a:cubicBezTo>
                <a:cubicBezTo>
                  <a:pt x="2898" y="3914"/>
                  <a:pt x="3839" y="1906"/>
                  <a:pt x="5135" y="2542"/>
                </a:cubicBezTo>
                <a:cubicBezTo>
                  <a:pt x="6456" y="3177"/>
                  <a:pt x="5465" y="5185"/>
                  <a:pt x="6761" y="5820"/>
                </a:cubicBezTo>
                <a:cubicBezTo>
                  <a:pt x="8058" y="6456"/>
                  <a:pt x="9023" y="4448"/>
                  <a:pt x="10320" y="5083"/>
                </a:cubicBezTo>
                <a:cubicBezTo>
                  <a:pt x="11616" y="5719"/>
                  <a:pt x="10650" y="7727"/>
                  <a:pt x="11946" y="8362"/>
                </a:cubicBezTo>
              </a:path>
            </a:pathLst>
          </a:custGeom>
          <a:noFill/>
          <a:ln cap="rnd" cmpd="sng" w="1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3" name="Google Shape;1113;p153"/>
          <p:cNvSpPr/>
          <p:nvPr/>
        </p:nvSpPr>
        <p:spPr>
          <a:xfrm>
            <a:off x="8631725" y="4535614"/>
            <a:ext cx="266197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1115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p155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1117" name="Google Shape;1117;p155"/>
          <p:cNvSpPr txBox="1"/>
          <p:nvPr>
            <p:ph hasCustomPrompt="1" idx="2" type="title"/>
          </p:nvPr>
        </p:nvSpPr>
        <p:spPr>
          <a:xfrm>
            <a:off x="1002275" y="1384300"/>
            <a:ext cx="843900" cy="4476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18" name="Google Shape;1118;p155"/>
          <p:cNvSpPr txBox="1"/>
          <p:nvPr>
            <p:ph hasCustomPrompt="1" idx="3" type="title"/>
          </p:nvPr>
        </p:nvSpPr>
        <p:spPr>
          <a:xfrm>
            <a:off x="1002275" y="2982413"/>
            <a:ext cx="843900" cy="4476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19" name="Google Shape;1119;p155"/>
          <p:cNvSpPr txBox="1"/>
          <p:nvPr>
            <p:ph hasCustomPrompt="1" idx="4" type="title"/>
          </p:nvPr>
        </p:nvSpPr>
        <p:spPr>
          <a:xfrm>
            <a:off x="3544775" y="1384300"/>
            <a:ext cx="843900" cy="4476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20" name="Google Shape;1120;p155"/>
          <p:cNvSpPr txBox="1"/>
          <p:nvPr>
            <p:ph hasCustomPrompt="1" idx="5" type="title"/>
          </p:nvPr>
        </p:nvSpPr>
        <p:spPr>
          <a:xfrm>
            <a:off x="3544775" y="2982414"/>
            <a:ext cx="843900" cy="4476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21" name="Google Shape;1121;p155"/>
          <p:cNvSpPr txBox="1"/>
          <p:nvPr>
            <p:ph hasCustomPrompt="1" idx="6" type="title"/>
          </p:nvPr>
        </p:nvSpPr>
        <p:spPr>
          <a:xfrm>
            <a:off x="6087275" y="1384300"/>
            <a:ext cx="845700" cy="4476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22" name="Google Shape;1122;p155"/>
          <p:cNvSpPr txBox="1"/>
          <p:nvPr>
            <p:ph hasCustomPrompt="1" idx="7" type="title"/>
          </p:nvPr>
        </p:nvSpPr>
        <p:spPr>
          <a:xfrm>
            <a:off x="6087275" y="2982414"/>
            <a:ext cx="845700" cy="4476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23" name="Google Shape;1123;p155"/>
          <p:cNvSpPr txBox="1"/>
          <p:nvPr>
            <p:ph idx="1" type="subTitle"/>
          </p:nvPr>
        </p:nvSpPr>
        <p:spPr>
          <a:xfrm>
            <a:off x="1002275" y="1831849"/>
            <a:ext cx="2054400" cy="73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24" name="Google Shape;1124;p155"/>
          <p:cNvSpPr txBox="1"/>
          <p:nvPr>
            <p:ph idx="8" type="subTitle"/>
          </p:nvPr>
        </p:nvSpPr>
        <p:spPr>
          <a:xfrm>
            <a:off x="3544775" y="1831849"/>
            <a:ext cx="2054400" cy="73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25" name="Google Shape;1125;p155"/>
          <p:cNvSpPr txBox="1"/>
          <p:nvPr>
            <p:ph idx="9" type="subTitle"/>
          </p:nvPr>
        </p:nvSpPr>
        <p:spPr>
          <a:xfrm>
            <a:off x="6087275" y="1831849"/>
            <a:ext cx="2054400" cy="73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26" name="Google Shape;1126;p155"/>
          <p:cNvSpPr txBox="1"/>
          <p:nvPr>
            <p:ph idx="13" type="subTitle"/>
          </p:nvPr>
        </p:nvSpPr>
        <p:spPr>
          <a:xfrm>
            <a:off x="1002275" y="3430025"/>
            <a:ext cx="2054400" cy="73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27" name="Google Shape;1127;p155"/>
          <p:cNvSpPr txBox="1"/>
          <p:nvPr>
            <p:ph idx="14" type="subTitle"/>
          </p:nvPr>
        </p:nvSpPr>
        <p:spPr>
          <a:xfrm>
            <a:off x="3544775" y="3430026"/>
            <a:ext cx="2054400" cy="73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28" name="Google Shape;1128;p155"/>
          <p:cNvSpPr txBox="1"/>
          <p:nvPr>
            <p:ph idx="15" type="subTitle"/>
          </p:nvPr>
        </p:nvSpPr>
        <p:spPr>
          <a:xfrm>
            <a:off x="6087275" y="3430026"/>
            <a:ext cx="2054400" cy="73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29" name="Google Shape;1129;p155"/>
          <p:cNvSpPr/>
          <p:nvPr/>
        </p:nvSpPr>
        <p:spPr>
          <a:xfrm rot="-10497543">
            <a:off x="7945537" y="1966574"/>
            <a:ext cx="4638127" cy="3518258"/>
          </a:xfrm>
          <a:custGeom>
            <a:rect b="b" l="l" r="r" t="t"/>
            <a:pathLst>
              <a:path extrusionOk="0" h="70100" w="92413">
                <a:moveTo>
                  <a:pt x="64951" y="1"/>
                </a:moveTo>
                <a:cubicBezTo>
                  <a:pt x="62821" y="1"/>
                  <a:pt x="60692" y="356"/>
                  <a:pt x="58686" y="1088"/>
                </a:cubicBezTo>
                <a:cubicBezTo>
                  <a:pt x="48087" y="4951"/>
                  <a:pt x="43233" y="17227"/>
                  <a:pt x="34109" y="23860"/>
                </a:cubicBezTo>
                <a:cubicBezTo>
                  <a:pt x="26636" y="29325"/>
                  <a:pt x="16623" y="30748"/>
                  <a:pt x="9633" y="36797"/>
                </a:cubicBezTo>
                <a:cubicBezTo>
                  <a:pt x="2796" y="42693"/>
                  <a:pt x="1" y="53317"/>
                  <a:pt x="4245" y="61323"/>
                </a:cubicBezTo>
                <a:cubicBezTo>
                  <a:pt x="7105" y="66733"/>
                  <a:pt x="13294" y="70099"/>
                  <a:pt x="19296" y="70099"/>
                </a:cubicBezTo>
                <a:cubicBezTo>
                  <a:pt x="22148" y="70099"/>
                  <a:pt x="24958" y="69339"/>
                  <a:pt x="27348" y="67677"/>
                </a:cubicBezTo>
                <a:cubicBezTo>
                  <a:pt x="34134" y="62899"/>
                  <a:pt x="36015" y="53063"/>
                  <a:pt x="43030" y="48666"/>
                </a:cubicBezTo>
                <a:cubicBezTo>
                  <a:pt x="49384" y="44701"/>
                  <a:pt x="57618" y="46506"/>
                  <a:pt x="64989" y="45083"/>
                </a:cubicBezTo>
                <a:cubicBezTo>
                  <a:pt x="83542" y="41524"/>
                  <a:pt x="92413" y="15473"/>
                  <a:pt x="76019" y="3528"/>
                </a:cubicBezTo>
                <a:cubicBezTo>
                  <a:pt x="72835" y="1218"/>
                  <a:pt x="68891" y="1"/>
                  <a:pt x="6495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0" name="Google Shape;1130;p155"/>
          <p:cNvSpPr/>
          <p:nvPr/>
        </p:nvSpPr>
        <p:spPr>
          <a:xfrm>
            <a:off x="-2118799" y="148075"/>
            <a:ext cx="2997956" cy="2964270"/>
          </a:xfrm>
          <a:custGeom>
            <a:rect b="b" l="l" r="r" t="t"/>
            <a:pathLst>
              <a:path extrusionOk="0" h="80518" w="81433">
                <a:moveTo>
                  <a:pt x="28054" y="1"/>
                </a:moveTo>
                <a:cubicBezTo>
                  <a:pt x="25711" y="1"/>
                  <a:pt x="23142" y="619"/>
                  <a:pt x="20333" y="2015"/>
                </a:cubicBezTo>
                <a:cubicBezTo>
                  <a:pt x="6227" y="9005"/>
                  <a:pt x="0" y="29769"/>
                  <a:pt x="12937" y="41054"/>
                </a:cubicBezTo>
                <a:cubicBezTo>
                  <a:pt x="20663" y="47764"/>
                  <a:pt x="32533" y="47916"/>
                  <a:pt x="40157" y="54728"/>
                </a:cubicBezTo>
                <a:cubicBezTo>
                  <a:pt x="48519" y="62149"/>
                  <a:pt x="50654" y="76509"/>
                  <a:pt x="61329" y="79940"/>
                </a:cubicBezTo>
                <a:cubicBezTo>
                  <a:pt x="62549" y="80333"/>
                  <a:pt x="63804" y="80517"/>
                  <a:pt x="65058" y="80517"/>
                </a:cubicBezTo>
                <a:cubicBezTo>
                  <a:pt x="71507" y="80517"/>
                  <a:pt x="77931" y="75645"/>
                  <a:pt x="79526" y="69240"/>
                </a:cubicBezTo>
                <a:cubicBezTo>
                  <a:pt x="81433" y="61590"/>
                  <a:pt x="76959" y="53101"/>
                  <a:pt x="69868" y="49543"/>
                </a:cubicBezTo>
                <a:cubicBezTo>
                  <a:pt x="65446" y="47306"/>
                  <a:pt x="60236" y="46772"/>
                  <a:pt x="56271" y="43875"/>
                </a:cubicBezTo>
                <a:cubicBezTo>
                  <a:pt x="51391" y="40291"/>
                  <a:pt x="49434" y="33963"/>
                  <a:pt x="48367" y="28016"/>
                </a:cubicBezTo>
                <a:cubicBezTo>
                  <a:pt x="46424" y="17002"/>
                  <a:pt x="40341" y="1"/>
                  <a:pt x="2805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1" name="Google Shape;1131;p155"/>
          <p:cNvSpPr/>
          <p:nvPr/>
        </p:nvSpPr>
        <p:spPr>
          <a:xfrm rot="6284368">
            <a:off x="200821" y="1135850"/>
            <a:ext cx="530615" cy="371390"/>
          </a:xfrm>
          <a:custGeom>
            <a:rect b="b" l="l" r="r" t="t"/>
            <a:pathLst>
              <a:path extrusionOk="0" fill="none" h="8362" w="11947">
                <a:moveTo>
                  <a:pt x="1" y="0"/>
                </a:moveTo>
                <a:cubicBezTo>
                  <a:pt x="1297" y="636"/>
                  <a:pt x="306" y="2643"/>
                  <a:pt x="1577" y="3279"/>
                </a:cubicBezTo>
                <a:cubicBezTo>
                  <a:pt x="2898" y="3914"/>
                  <a:pt x="3839" y="1906"/>
                  <a:pt x="5135" y="2542"/>
                </a:cubicBezTo>
                <a:cubicBezTo>
                  <a:pt x="6456" y="3177"/>
                  <a:pt x="5465" y="5185"/>
                  <a:pt x="6761" y="5820"/>
                </a:cubicBezTo>
                <a:cubicBezTo>
                  <a:pt x="8058" y="6456"/>
                  <a:pt x="9023" y="4448"/>
                  <a:pt x="10320" y="5083"/>
                </a:cubicBezTo>
                <a:cubicBezTo>
                  <a:pt x="11616" y="5719"/>
                  <a:pt x="10650" y="7727"/>
                  <a:pt x="11946" y="8362"/>
                </a:cubicBezTo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2" name="Google Shape;1132;p155"/>
          <p:cNvSpPr/>
          <p:nvPr/>
        </p:nvSpPr>
        <p:spPr>
          <a:xfrm rot="7218987">
            <a:off x="8274037" y="2986792"/>
            <a:ext cx="340093" cy="323885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4">
    <p:spTree>
      <p:nvGrpSpPr>
        <p:cNvPr id="1133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p156"/>
          <p:cNvSpPr txBox="1"/>
          <p:nvPr>
            <p:ph type="title"/>
          </p:nvPr>
        </p:nvSpPr>
        <p:spPr>
          <a:xfrm>
            <a:off x="713225" y="3367777"/>
            <a:ext cx="4177800" cy="49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35" name="Google Shape;1135;p156"/>
          <p:cNvSpPr txBox="1"/>
          <p:nvPr>
            <p:ph idx="1" type="subTitle"/>
          </p:nvPr>
        </p:nvSpPr>
        <p:spPr>
          <a:xfrm>
            <a:off x="713500" y="1279525"/>
            <a:ext cx="4177800" cy="206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5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36" name="Google Shape;1136;p156"/>
          <p:cNvSpPr/>
          <p:nvPr/>
        </p:nvSpPr>
        <p:spPr>
          <a:xfrm rot="3550150">
            <a:off x="8317775" y="3649843"/>
            <a:ext cx="340097" cy="323883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7" name="Google Shape;1137;p156"/>
          <p:cNvSpPr/>
          <p:nvPr/>
        </p:nvSpPr>
        <p:spPr>
          <a:xfrm>
            <a:off x="447300" y="625489"/>
            <a:ext cx="266197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8" name="Google Shape;1138;p156"/>
          <p:cNvSpPr/>
          <p:nvPr/>
        </p:nvSpPr>
        <p:spPr>
          <a:xfrm rot="4736099">
            <a:off x="7089148" y="549301"/>
            <a:ext cx="266196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9" name="Google Shape;1139;p156"/>
          <p:cNvSpPr/>
          <p:nvPr/>
        </p:nvSpPr>
        <p:spPr>
          <a:xfrm rot="10136242">
            <a:off x="3245518" y="4562552"/>
            <a:ext cx="530630" cy="371401"/>
          </a:xfrm>
          <a:custGeom>
            <a:rect b="b" l="l" r="r" t="t"/>
            <a:pathLst>
              <a:path extrusionOk="0" fill="none" h="8362" w="11947">
                <a:moveTo>
                  <a:pt x="1" y="0"/>
                </a:moveTo>
                <a:cubicBezTo>
                  <a:pt x="1297" y="636"/>
                  <a:pt x="306" y="2643"/>
                  <a:pt x="1577" y="3279"/>
                </a:cubicBezTo>
                <a:cubicBezTo>
                  <a:pt x="2898" y="3914"/>
                  <a:pt x="3839" y="1906"/>
                  <a:pt x="5135" y="2542"/>
                </a:cubicBezTo>
                <a:cubicBezTo>
                  <a:pt x="6456" y="3177"/>
                  <a:pt x="5465" y="5185"/>
                  <a:pt x="6761" y="5820"/>
                </a:cubicBezTo>
                <a:cubicBezTo>
                  <a:pt x="8058" y="6456"/>
                  <a:pt x="9023" y="4448"/>
                  <a:pt x="10320" y="5083"/>
                </a:cubicBezTo>
                <a:cubicBezTo>
                  <a:pt x="11616" y="5719"/>
                  <a:pt x="10650" y="7727"/>
                  <a:pt x="11946" y="8362"/>
                </a:cubicBezTo>
              </a:path>
            </a:pathLst>
          </a:custGeom>
          <a:noFill/>
          <a:ln cap="rnd" cmpd="sng" w="184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5">
    <p:spTree>
      <p:nvGrpSpPr>
        <p:cNvPr id="1140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p157"/>
          <p:cNvSpPr txBox="1"/>
          <p:nvPr>
            <p:ph idx="1" type="subTitle"/>
          </p:nvPr>
        </p:nvSpPr>
        <p:spPr>
          <a:xfrm flipH="1">
            <a:off x="3840475" y="1436972"/>
            <a:ext cx="4590300" cy="3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1142" name="Google Shape;1142;p157"/>
          <p:cNvSpPr txBox="1"/>
          <p:nvPr>
            <p:ph hasCustomPrompt="1" type="title"/>
          </p:nvPr>
        </p:nvSpPr>
        <p:spPr>
          <a:xfrm flipH="1">
            <a:off x="3840475" y="774575"/>
            <a:ext cx="4590300" cy="71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3300"/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1143" name="Google Shape;1143;p157"/>
          <p:cNvSpPr txBox="1"/>
          <p:nvPr>
            <p:ph idx="2" type="subTitle"/>
          </p:nvPr>
        </p:nvSpPr>
        <p:spPr>
          <a:xfrm flipH="1">
            <a:off x="3840475" y="2713499"/>
            <a:ext cx="4590300" cy="3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1144" name="Google Shape;1144;p157"/>
          <p:cNvSpPr txBox="1"/>
          <p:nvPr>
            <p:ph hasCustomPrompt="1" idx="3" type="title"/>
          </p:nvPr>
        </p:nvSpPr>
        <p:spPr>
          <a:xfrm flipH="1">
            <a:off x="3840475" y="2060470"/>
            <a:ext cx="4590300" cy="71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3300"/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1145" name="Google Shape;1145;p157"/>
          <p:cNvSpPr txBox="1"/>
          <p:nvPr>
            <p:ph idx="4" type="subTitle"/>
          </p:nvPr>
        </p:nvSpPr>
        <p:spPr>
          <a:xfrm flipH="1">
            <a:off x="3840475" y="3990025"/>
            <a:ext cx="4590300" cy="3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1146" name="Google Shape;1146;p157"/>
          <p:cNvSpPr txBox="1"/>
          <p:nvPr>
            <p:ph hasCustomPrompt="1" idx="5" type="title"/>
          </p:nvPr>
        </p:nvSpPr>
        <p:spPr>
          <a:xfrm flipH="1">
            <a:off x="3840475" y="3346364"/>
            <a:ext cx="4590300" cy="71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3300"/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1147" name="Google Shape;1147;p157"/>
          <p:cNvSpPr/>
          <p:nvPr/>
        </p:nvSpPr>
        <p:spPr>
          <a:xfrm rot="3550150">
            <a:off x="8618400" y="3213856"/>
            <a:ext cx="340097" cy="323883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8" name="Google Shape;1148;p157"/>
          <p:cNvSpPr/>
          <p:nvPr/>
        </p:nvSpPr>
        <p:spPr>
          <a:xfrm>
            <a:off x="447025" y="576064"/>
            <a:ext cx="266197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6"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p158"/>
          <p:cNvSpPr txBox="1"/>
          <p:nvPr>
            <p:ph type="title"/>
          </p:nvPr>
        </p:nvSpPr>
        <p:spPr>
          <a:xfrm>
            <a:off x="713225" y="445025"/>
            <a:ext cx="7717500" cy="106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1151" name="Google Shape;1151;p158"/>
          <p:cNvSpPr/>
          <p:nvPr/>
        </p:nvSpPr>
        <p:spPr>
          <a:xfrm rot="137063">
            <a:off x="-2099121" y="-1183939"/>
            <a:ext cx="2998099" cy="2964412"/>
          </a:xfrm>
          <a:custGeom>
            <a:rect b="b" l="l" r="r" t="t"/>
            <a:pathLst>
              <a:path extrusionOk="0" h="80518" w="81433">
                <a:moveTo>
                  <a:pt x="28054" y="1"/>
                </a:moveTo>
                <a:cubicBezTo>
                  <a:pt x="25711" y="1"/>
                  <a:pt x="23142" y="619"/>
                  <a:pt x="20333" y="2015"/>
                </a:cubicBezTo>
                <a:cubicBezTo>
                  <a:pt x="6227" y="9005"/>
                  <a:pt x="0" y="29769"/>
                  <a:pt x="12937" y="41054"/>
                </a:cubicBezTo>
                <a:cubicBezTo>
                  <a:pt x="20663" y="47764"/>
                  <a:pt x="32533" y="47916"/>
                  <a:pt x="40157" y="54728"/>
                </a:cubicBezTo>
                <a:cubicBezTo>
                  <a:pt x="48519" y="62149"/>
                  <a:pt x="50654" y="76509"/>
                  <a:pt x="61329" y="79940"/>
                </a:cubicBezTo>
                <a:cubicBezTo>
                  <a:pt x="62549" y="80333"/>
                  <a:pt x="63804" y="80517"/>
                  <a:pt x="65058" y="80517"/>
                </a:cubicBezTo>
                <a:cubicBezTo>
                  <a:pt x="71507" y="80517"/>
                  <a:pt x="77931" y="75645"/>
                  <a:pt x="79526" y="69240"/>
                </a:cubicBezTo>
                <a:cubicBezTo>
                  <a:pt x="81433" y="61590"/>
                  <a:pt x="76959" y="53101"/>
                  <a:pt x="69868" y="49543"/>
                </a:cubicBezTo>
                <a:cubicBezTo>
                  <a:pt x="65446" y="47306"/>
                  <a:pt x="60236" y="46772"/>
                  <a:pt x="56271" y="43875"/>
                </a:cubicBezTo>
                <a:cubicBezTo>
                  <a:pt x="51391" y="40291"/>
                  <a:pt x="49434" y="33963"/>
                  <a:pt x="48367" y="28016"/>
                </a:cubicBezTo>
                <a:cubicBezTo>
                  <a:pt x="46424" y="17002"/>
                  <a:pt x="40341" y="1"/>
                  <a:pt x="2805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2" name="Google Shape;1152;p158"/>
          <p:cNvSpPr/>
          <p:nvPr/>
        </p:nvSpPr>
        <p:spPr>
          <a:xfrm rot="6143850">
            <a:off x="6971786" y="2956446"/>
            <a:ext cx="3950413" cy="3906025"/>
          </a:xfrm>
          <a:custGeom>
            <a:rect b="b" l="l" r="r" t="t"/>
            <a:pathLst>
              <a:path extrusionOk="0" h="80518" w="81433">
                <a:moveTo>
                  <a:pt x="28054" y="1"/>
                </a:moveTo>
                <a:cubicBezTo>
                  <a:pt x="25711" y="1"/>
                  <a:pt x="23142" y="619"/>
                  <a:pt x="20333" y="2015"/>
                </a:cubicBezTo>
                <a:cubicBezTo>
                  <a:pt x="6227" y="9005"/>
                  <a:pt x="0" y="29769"/>
                  <a:pt x="12937" y="41054"/>
                </a:cubicBezTo>
                <a:cubicBezTo>
                  <a:pt x="20663" y="47764"/>
                  <a:pt x="32533" y="47916"/>
                  <a:pt x="40157" y="54728"/>
                </a:cubicBezTo>
                <a:cubicBezTo>
                  <a:pt x="48519" y="62149"/>
                  <a:pt x="50654" y="76509"/>
                  <a:pt x="61329" y="79940"/>
                </a:cubicBezTo>
                <a:cubicBezTo>
                  <a:pt x="62549" y="80333"/>
                  <a:pt x="63804" y="80517"/>
                  <a:pt x="65058" y="80517"/>
                </a:cubicBezTo>
                <a:cubicBezTo>
                  <a:pt x="71507" y="80517"/>
                  <a:pt x="77931" y="75645"/>
                  <a:pt x="79526" y="69240"/>
                </a:cubicBezTo>
                <a:cubicBezTo>
                  <a:pt x="81433" y="61590"/>
                  <a:pt x="76959" y="53101"/>
                  <a:pt x="69868" y="49543"/>
                </a:cubicBezTo>
                <a:cubicBezTo>
                  <a:pt x="65446" y="47306"/>
                  <a:pt x="60236" y="46772"/>
                  <a:pt x="56271" y="43875"/>
                </a:cubicBezTo>
                <a:cubicBezTo>
                  <a:pt x="51391" y="40291"/>
                  <a:pt x="49434" y="33963"/>
                  <a:pt x="48367" y="28016"/>
                </a:cubicBezTo>
                <a:cubicBezTo>
                  <a:pt x="46424" y="17002"/>
                  <a:pt x="40341" y="1"/>
                  <a:pt x="2805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153" name="Google Shape;1153;p158"/>
          <p:cNvSpPr/>
          <p:nvPr/>
        </p:nvSpPr>
        <p:spPr>
          <a:xfrm>
            <a:off x="8608050" y="3398939"/>
            <a:ext cx="266197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4" name="Google Shape;1154;p158"/>
          <p:cNvSpPr/>
          <p:nvPr/>
        </p:nvSpPr>
        <p:spPr>
          <a:xfrm flipH="1">
            <a:off x="157850" y="2096064"/>
            <a:ext cx="266197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6_1">
    <p:spTree>
      <p:nvGrpSpPr>
        <p:cNvPr id="1155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p159"/>
          <p:cNvSpPr txBox="1"/>
          <p:nvPr>
            <p:ph type="title"/>
          </p:nvPr>
        </p:nvSpPr>
        <p:spPr>
          <a:xfrm>
            <a:off x="713225" y="445025"/>
            <a:ext cx="7717500" cy="106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1157" name="Google Shape;1157;p159"/>
          <p:cNvSpPr/>
          <p:nvPr/>
        </p:nvSpPr>
        <p:spPr>
          <a:xfrm rot="-9130459">
            <a:off x="243515" y="1050654"/>
            <a:ext cx="530634" cy="371404"/>
          </a:xfrm>
          <a:custGeom>
            <a:rect b="b" l="l" r="r" t="t"/>
            <a:pathLst>
              <a:path extrusionOk="0" fill="none" h="8362" w="11947">
                <a:moveTo>
                  <a:pt x="1" y="0"/>
                </a:moveTo>
                <a:cubicBezTo>
                  <a:pt x="1297" y="636"/>
                  <a:pt x="306" y="2643"/>
                  <a:pt x="1577" y="3279"/>
                </a:cubicBezTo>
                <a:cubicBezTo>
                  <a:pt x="2898" y="3914"/>
                  <a:pt x="3839" y="1906"/>
                  <a:pt x="5135" y="2542"/>
                </a:cubicBezTo>
                <a:cubicBezTo>
                  <a:pt x="6456" y="3177"/>
                  <a:pt x="5465" y="5185"/>
                  <a:pt x="6761" y="5820"/>
                </a:cubicBezTo>
                <a:cubicBezTo>
                  <a:pt x="8058" y="6456"/>
                  <a:pt x="9023" y="4448"/>
                  <a:pt x="10320" y="5083"/>
                </a:cubicBezTo>
                <a:cubicBezTo>
                  <a:pt x="11616" y="5719"/>
                  <a:pt x="10650" y="7727"/>
                  <a:pt x="11946" y="8362"/>
                </a:cubicBezTo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8" name="Google Shape;1158;p159"/>
          <p:cNvSpPr/>
          <p:nvPr/>
        </p:nvSpPr>
        <p:spPr>
          <a:xfrm>
            <a:off x="8634825" y="423664"/>
            <a:ext cx="266197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9" name="Google Shape;1159;p159"/>
          <p:cNvSpPr/>
          <p:nvPr/>
        </p:nvSpPr>
        <p:spPr>
          <a:xfrm flipH="1">
            <a:off x="580125" y="850164"/>
            <a:ext cx="266197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0" name="Google Shape;1160;p159"/>
          <p:cNvSpPr/>
          <p:nvPr/>
        </p:nvSpPr>
        <p:spPr>
          <a:xfrm flipH="1" rot="3840785">
            <a:off x="5699042" y="4785510"/>
            <a:ext cx="266204" cy="253502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7"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p160"/>
          <p:cNvSpPr txBox="1"/>
          <p:nvPr>
            <p:ph idx="1" type="subTitle"/>
          </p:nvPr>
        </p:nvSpPr>
        <p:spPr>
          <a:xfrm>
            <a:off x="713225" y="1631500"/>
            <a:ext cx="2820300" cy="111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163" name="Google Shape;1163;p160"/>
          <p:cNvSpPr txBox="1"/>
          <p:nvPr>
            <p:ph type="title"/>
          </p:nvPr>
        </p:nvSpPr>
        <p:spPr>
          <a:xfrm>
            <a:off x="713225" y="535000"/>
            <a:ext cx="2820300" cy="101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1164" name="Google Shape;1164;p160"/>
          <p:cNvSpPr/>
          <p:nvPr>
            <p:ph idx="2" type="pic"/>
          </p:nvPr>
        </p:nvSpPr>
        <p:spPr>
          <a:xfrm>
            <a:off x="5879650" y="0"/>
            <a:ext cx="32643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165" name="Google Shape;1165;p160"/>
          <p:cNvSpPr/>
          <p:nvPr>
            <p:ph idx="3" type="pic"/>
          </p:nvPr>
        </p:nvSpPr>
        <p:spPr>
          <a:xfrm>
            <a:off x="50" y="2972975"/>
            <a:ext cx="5741100" cy="2170500"/>
          </a:xfrm>
          <a:prstGeom prst="rect">
            <a:avLst/>
          </a:prstGeom>
          <a:noFill/>
          <a:ln>
            <a:noFill/>
          </a:ln>
        </p:spPr>
      </p:sp>
      <p:sp>
        <p:nvSpPr>
          <p:cNvPr id="1166" name="Google Shape;1166;p160"/>
          <p:cNvSpPr/>
          <p:nvPr>
            <p:ph idx="4" type="pic"/>
          </p:nvPr>
        </p:nvSpPr>
        <p:spPr>
          <a:xfrm>
            <a:off x="3672050" y="0"/>
            <a:ext cx="2069100" cy="2810700"/>
          </a:xfrm>
          <a:prstGeom prst="rect">
            <a:avLst/>
          </a:prstGeom>
          <a:noFill/>
          <a:ln>
            <a:noFill/>
          </a:ln>
        </p:spPr>
      </p:sp>
      <p:sp>
        <p:nvSpPr>
          <p:cNvPr id="1167" name="Google Shape;1167;p160"/>
          <p:cNvSpPr/>
          <p:nvPr/>
        </p:nvSpPr>
        <p:spPr>
          <a:xfrm rot="583629">
            <a:off x="214275" y="2179566"/>
            <a:ext cx="266192" cy="253494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1">
    <p:spTree>
      <p:nvGrpSpPr>
        <p:cNvPr id="1168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p161"/>
          <p:cNvSpPr txBox="1"/>
          <p:nvPr>
            <p:ph idx="1" type="body"/>
          </p:nvPr>
        </p:nvSpPr>
        <p:spPr>
          <a:xfrm>
            <a:off x="713225" y="1000075"/>
            <a:ext cx="7717500" cy="114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1500"/>
              <a:buFont typeface="Didact Gothic"/>
              <a:buChar char="■"/>
              <a:defRPr/>
            </a:lvl9pPr>
          </a:lstStyle>
          <a:p/>
        </p:txBody>
      </p:sp>
      <p:sp>
        <p:nvSpPr>
          <p:cNvPr id="1170" name="Google Shape;1170;p16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1171" name="Google Shape;1171;p161"/>
          <p:cNvSpPr/>
          <p:nvPr/>
        </p:nvSpPr>
        <p:spPr>
          <a:xfrm rot="5096259">
            <a:off x="8075233" y="-427794"/>
            <a:ext cx="4549697" cy="4498576"/>
          </a:xfrm>
          <a:custGeom>
            <a:rect b="b" l="l" r="r" t="t"/>
            <a:pathLst>
              <a:path extrusionOk="0" h="80518" w="81433">
                <a:moveTo>
                  <a:pt x="28054" y="1"/>
                </a:moveTo>
                <a:cubicBezTo>
                  <a:pt x="25711" y="1"/>
                  <a:pt x="23142" y="619"/>
                  <a:pt x="20333" y="2015"/>
                </a:cubicBezTo>
                <a:cubicBezTo>
                  <a:pt x="6227" y="9005"/>
                  <a:pt x="0" y="29769"/>
                  <a:pt x="12937" y="41054"/>
                </a:cubicBezTo>
                <a:cubicBezTo>
                  <a:pt x="20663" y="47764"/>
                  <a:pt x="32533" y="47916"/>
                  <a:pt x="40157" y="54728"/>
                </a:cubicBezTo>
                <a:cubicBezTo>
                  <a:pt x="48519" y="62149"/>
                  <a:pt x="50654" y="76509"/>
                  <a:pt x="61329" y="79940"/>
                </a:cubicBezTo>
                <a:cubicBezTo>
                  <a:pt x="62549" y="80333"/>
                  <a:pt x="63804" y="80517"/>
                  <a:pt x="65058" y="80517"/>
                </a:cubicBezTo>
                <a:cubicBezTo>
                  <a:pt x="71507" y="80517"/>
                  <a:pt x="77931" y="75645"/>
                  <a:pt x="79526" y="69240"/>
                </a:cubicBezTo>
                <a:cubicBezTo>
                  <a:pt x="81433" y="61590"/>
                  <a:pt x="76959" y="53101"/>
                  <a:pt x="69868" y="49543"/>
                </a:cubicBezTo>
                <a:cubicBezTo>
                  <a:pt x="65446" y="47306"/>
                  <a:pt x="60236" y="46772"/>
                  <a:pt x="56271" y="43875"/>
                </a:cubicBezTo>
                <a:cubicBezTo>
                  <a:pt x="51391" y="40291"/>
                  <a:pt x="49434" y="33963"/>
                  <a:pt x="48367" y="28016"/>
                </a:cubicBezTo>
                <a:cubicBezTo>
                  <a:pt x="46424" y="17002"/>
                  <a:pt x="40341" y="1"/>
                  <a:pt x="2805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2" name="Google Shape;1172;p161"/>
          <p:cNvSpPr/>
          <p:nvPr/>
        </p:nvSpPr>
        <p:spPr>
          <a:xfrm rot="1425731">
            <a:off x="133975" y="1647665"/>
            <a:ext cx="266192" cy="253495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1"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p162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1175" name="Google Shape;1175;p162"/>
          <p:cNvSpPr txBox="1"/>
          <p:nvPr>
            <p:ph idx="1" type="subTitle"/>
          </p:nvPr>
        </p:nvSpPr>
        <p:spPr>
          <a:xfrm>
            <a:off x="1537163" y="1245975"/>
            <a:ext cx="6057900" cy="485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erif Displ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erif Display"/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erif Display"/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erif Display"/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erif Display"/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erif Display"/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erif Display"/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erif Display"/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erif Display"/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/>
        </p:txBody>
      </p:sp>
      <p:sp>
        <p:nvSpPr>
          <p:cNvPr id="1176" name="Google Shape;1176;p162"/>
          <p:cNvSpPr txBox="1"/>
          <p:nvPr>
            <p:ph idx="2" type="subTitle"/>
          </p:nvPr>
        </p:nvSpPr>
        <p:spPr>
          <a:xfrm>
            <a:off x="1537175" y="1590700"/>
            <a:ext cx="6057900" cy="610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77" name="Google Shape;1177;p162"/>
          <p:cNvSpPr txBox="1"/>
          <p:nvPr>
            <p:ph idx="3" type="subTitle"/>
          </p:nvPr>
        </p:nvSpPr>
        <p:spPr>
          <a:xfrm>
            <a:off x="1537163" y="2403266"/>
            <a:ext cx="6057900" cy="485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erif Displ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78" name="Google Shape;1178;p162"/>
          <p:cNvSpPr txBox="1"/>
          <p:nvPr>
            <p:ph idx="4" type="subTitle"/>
          </p:nvPr>
        </p:nvSpPr>
        <p:spPr>
          <a:xfrm>
            <a:off x="1537175" y="2748000"/>
            <a:ext cx="6057900" cy="610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79" name="Google Shape;1179;p162"/>
          <p:cNvSpPr txBox="1"/>
          <p:nvPr>
            <p:ph idx="5" type="subTitle"/>
          </p:nvPr>
        </p:nvSpPr>
        <p:spPr>
          <a:xfrm>
            <a:off x="1537199" y="3560566"/>
            <a:ext cx="6057900" cy="485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erif Displ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80" name="Google Shape;1180;p162"/>
          <p:cNvSpPr txBox="1"/>
          <p:nvPr>
            <p:ph idx="6" type="subTitle"/>
          </p:nvPr>
        </p:nvSpPr>
        <p:spPr>
          <a:xfrm>
            <a:off x="1537202" y="3905300"/>
            <a:ext cx="6057900" cy="610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81" name="Google Shape;1181;p162"/>
          <p:cNvSpPr/>
          <p:nvPr/>
        </p:nvSpPr>
        <p:spPr>
          <a:xfrm rot="3550150">
            <a:off x="406650" y="1550618"/>
            <a:ext cx="340097" cy="323883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2" name="Google Shape;1182;p162"/>
          <p:cNvSpPr/>
          <p:nvPr/>
        </p:nvSpPr>
        <p:spPr>
          <a:xfrm rot="1878467">
            <a:off x="8383184" y="4390972"/>
            <a:ext cx="308106" cy="293412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8"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163"/>
          <p:cNvSpPr txBox="1"/>
          <p:nvPr>
            <p:ph type="title"/>
          </p:nvPr>
        </p:nvSpPr>
        <p:spPr>
          <a:xfrm>
            <a:off x="2821275" y="445025"/>
            <a:ext cx="5609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1185" name="Google Shape;1185;p163"/>
          <p:cNvSpPr txBox="1"/>
          <p:nvPr>
            <p:ph idx="1" type="subTitle"/>
          </p:nvPr>
        </p:nvSpPr>
        <p:spPr>
          <a:xfrm>
            <a:off x="4058775" y="1703199"/>
            <a:ext cx="4371900" cy="485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erif Displ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erif Display"/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erif Display"/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erif Display"/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erif Display"/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erif Display"/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erif Display"/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erif Display"/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M Serif Display"/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/>
        </p:txBody>
      </p:sp>
      <p:sp>
        <p:nvSpPr>
          <p:cNvPr id="1186" name="Google Shape;1186;p163"/>
          <p:cNvSpPr txBox="1"/>
          <p:nvPr>
            <p:ph idx="2" type="subTitle"/>
          </p:nvPr>
        </p:nvSpPr>
        <p:spPr>
          <a:xfrm>
            <a:off x="4058784" y="1168600"/>
            <a:ext cx="4371900" cy="610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87" name="Google Shape;1187;p163"/>
          <p:cNvSpPr txBox="1"/>
          <p:nvPr>
            <p:ph idx="3" type="subTitle"/>
          </p:nvPr>
        </p:nvSpPr>
        <p:spPr>
          <a:xfrm>
            <a:off x="4058775" y="2897476"/>
            <a:ext cx="4371900" cy="485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erif Displ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88" name="Google Shape;1188;p163"/>
          <p:cNvSpPr txBox="1"/>
          <p:nvPr>
            <p:ph idx="4" type="subTitle"/>
          </p:nvPr>
        </p:nvSpPr>
        <p:spPr>
          <a:xfrm>
            <a:off x="4058784" y="2362886"/>
            <a:ext cx="4371900" cy="610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89" name="Google Shape;1189;p163"/>
          <p:cNvSpPr txBox="1"/>
          <p:nvPr>
            <p:ph idx="5" type="subTitle"/>
          </p:nvPr>
        </p:nvSpPr>
        <p:spPr>
          <a:xfrm>
            <a:off x="4058801" y="4091750"/>
            <a:ext cx="4371900" cy="485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erif Displ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90" name="Google Shape;1190;p163"/>
          <p:cNvSpPr txBox="1"/>
          <p:nvPr>
            <p:ph idx="6" type="subTitle"/>
          </p:nvPr>
        </p:nvSpPr>
        <p:spPr>
          <a:xfrm>
            <a:off x="4058804" y="3557159"/>
            <a:ext cx="4371900" cy="610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91" name="Google Shape;1191;p163"/>
          <p:cNvSpPr/>
          <p:nvPr/>
        </p:nvSpPr>
        <p:spPr>
          <a:xfrm rot="-985928">
            <a:off x="8293054" y="1898927"/>
            <a:ext cx="3383931" cy="3345908"/>
          </a:xfrm>
          <a:custGeom>
            <a:rect b="b" l="l" r="r" t="t"/>
            <a:pathLst>
              <a:path extrusionOk="0" h="80518" w="81433">
                <a:moveTo>
                  <a:pt x="28054" y="1"/>
                </a:moveTo>
                <a:cubicBezTo>
                  <a:pt x="25711" y="1"/>
                  <a:pt x="23142" y="619"/>
                  <a:pt x="20333" y="2015"/>
                </a:cubicBezTo>
                <a:cubicBezTo>
                  <a:pt x="6227" y="9005"/>
                  <a:pt x="0" y="29769"/>
                  <a:pt x="12937" y="41054"/>
                </a:cubicBezTo>
                <a:cubicBezTo>
                  <a:pt x="20663" y="47764"/>
                  <a:pt x="32533" y="47916"/>
                  <a:pt x="40157" y="54728"/>
                </a:cubicBezTo>
                <a:cubicBezTo>
                  <a:pt x="48519" y="62149"/>
                  <a:pt x="50654" y="76509"/>
                  <a:pt x="61329" y="79940"/>
                </a:cubicBezTo>
                <a:cubicBezTo>
                  <a:pt x="62549" y="80333"/>
                  <a:pt x="63804" y="80517"/>
                  <a:pt x="65058" y="80517"/>
                </a:cubicBezTo>
                <a:cubicBezTo>
                  <a:pt x="71507" y="80517"/>
                  <a:pt x="77931" y="75645"/>
                  <a:pt x="79526" y="69240"/>
                </a:cubicBezTo>
                <a:cubicBezTo>
                  <a:pt x="81433" y="61590"/>
                  <a:pt x="76959" y="53101"/>
                  <a:pt x="69868" y="49543"/>
                </a:cubicBezTo>
                <a:cubicBezTo>
                  <a:pt x="65446" y="47306"/>
                  <a:pt x="60236" y="46772"/>
                  <a:pt x="56271" y="43875"/>
                </a:cubicBezTo>
                <a:cubicBezTo>
                  <a:pt x="51391" y="40291"/>
                  <a:pt x="49434" y="33963"/>
                  <a:pt x="48367" y="28016"/>
                </a:cubicBezTo>
                <a:cubicBezTo>
                  <a:pt x="46424" y="17002"/>
                  <a:pt x="40341" y="1"/>
                  <a:pt x="2805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2" name="Google Shape;1192;p163"/>
          <p:cNvSpPr/>
          <p:nvPr/>
        </p:nvSpPr>
        <p:spPr>
          <a:xfrm rot="3636500">
            <a:off x="8280975" y="2152740"/>
            <a:ext cx="530617" cy="371392"/>
          </a:xfrm>
          <a:custGeom>
            <a:rect b="b" l="l" r="r" t="t"/>
            <a:pathLst>
              <a:path extrusionOk="0" fill="none" h="8362" w="11947">
                <a:moveTo>
                  <a:pt x="1" y="0"/>
                </a:moveTo>
                <a:cubicBezTo>
                  <a:pt x="1297" y="636"/>
                  <a:pt x="306" y="2643"/>
                  <a:pt x="1577" y="3279"/>
                </a:cubicBezTo>
                <a:cubicBezTo>
                  <a:pt x="2898" y="3914"/>
                  <a:pt x="3839" y="1906"/>
                  <a:pt x="5135" y="2542"/>
                </a:cubicBezTo>
                <a:cubicBezTo>
                  <a:pt x="6456" y="3177"/>
                  <a:pt x="5465" y="5185"/>
                  <a:pt x="6761" y="5820"/>
                </a:cubicBezTo>
                <a:cubicBezTo>
                  <a:pt x="8058" y="6456"/>
                  <a:pt x="9023" y="4448"/>
                  <a:pt x="10320" y="5083"/>
                </a:cubicBezTo>
                <a:cubicBezTo>
                  <a:pt x="11616" y="5719"/>
                  <a:pt x="10650" y="7727"/>
                  <a:pt x="11946" y="8362"/>
                </a:cubicBezTo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3" name="Google Shape;1193;p163"/>
          <p:cNvSpPr/>
          <p:nvPr/>
        </p:nvSpPr>
        <p:spPr>
          <a:xfrm rot="583629">
            <a:off x="427525" y="770829"/>
            <a:ext cx="266192" cy="253494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4" name="Google Shape;1194;p163"/>
          <p:cNvSpPr/>
          <p:nvPr/>
        </p:nvSpPr>
        <p:spPr>
          <a:xfrm flipH="1" rot="-583629">
            <a:off x="8723500" y="1647654"/>
            <a:ext cx="266192" cy="253494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3">
    <p:spTree>
      <p:nvGrpSpPr>
        <p:cNvPr id="1195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p164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1197" name="Google Shape;1197;p164"/>
          <p:cNvSpPr txBox="1"/>
          <p:nvPr>
            <p:ph idx="1" type="subTitle"/>
          </p:nvPr>
        </p:nvSpPr>
        <p:spPr>
          <a:xfrm>
            <a:off x="1152575" y="1219850"/>
            <a:ext cx="3207600" cy="731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erif Displ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98" name="Google Shape;1198;p164"/>
          <p:cNvSpPr txBox="1"/>
          <p:nvPr>
            <p:ph idx="2" type="subTitle"/>
          </p:nvPr>
        </p:nvSpPr>
        <p:spPr>
          <a:xfrm>
            <a:off x="1152577" y="1809950"/>
            <a:ext cx="3207600" cy="990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99" name="Google Shape;1199;p164"/>
          <p:cNvSpPr txBox="1"/>
          <p:nvPr>
            <p:ph idx="3" type="subTitle"/>
          </p:nvPr>
        </p:nvSpPr>
        <p:spPr>
          <a:xfrm>
            <a:off x="4707550" y="1219900"/>
            <a:ext cx="3207600" cy="731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erif Displ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00" name="Google Shape;1200;p164"/>
          <p:cNvSpPr txBox="1"/>
          <p:nvPr>
            <p:ph idx="4" type="subTitle"/>
          </p:nvPr>
        </p:nvSpPr>
        <p:spPr>
          <a:xfrm>
            <a:off x="4707551" y="1810003"/>
            <a:ext cx="3207600" cy="990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01" name="Google Shape;1201;p164"/>
          <p:cNvSpPr txBox="1"/>
          <p:nvPr>
            <p:ph idx="5" type="subTitle"/>
          </p:nvPr>
        </p:nvSpPr>
        <p:spPr>
          <a:xfrm>
            <a:off x="1152575" y="3027823"/>
            <a:ext cx="3207600" cy="731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erif Displ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02" name="Google Shape;1202;p164"/>
          <p:cNvSpPr txBox="1"/>
          <p:nvPr>
            <p:ph idx="6" type="subTitle"/>
          </p:nvPr>
        </p:nvSpPr>
        <p:spPr>
          <a:xfrm>
            <a:off x="1152577" y="3617925"/>
            <a:ext cx="3207600" cy="990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03" name="Google Shape;1203;p164"/>
          <p:cNvSpPr txBox="1"/>
          <p:nvPr>
            <p:ph idx="7" type="subTitle"/>
          </p:nvPr>
        </p:nvSpPr>
        <p:spPr>
          <a:xfrm>
            <a:off x="4707550" y="3027878"/>
            <a:ext cx="3207600" cy="731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erif Displ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04" name="Google Shape;1204;p164"/>
          <p:cNvSpPr txBox="1"/>
          <p:nvPr>
            <p:ph idx="8" type="subTitle"/>
          </p:nvPr>
        </p:nvSpPr>
        <p:spPr>
          <a:xfrm>
            <a:off x="4707551" y="3617978"/>
            <a:ext cx="3207600" cy="990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05" name="Google Shape;1205;p164"/>
          <p:cNvSpPr/>
          <p:nvPr/>
        </p:nvSpPr>
        <p:spPr>
          <a:xfrm rot="3026342">
            <a:off x="-1568147" y="1109482"/>
            <a:ext cx="2997964" cy="2964278"/>
          </a:xfrm>
          <a:custGeom>
            <a:rect b="b" l="l" r="r" t="t"/>
            <a:pathLst>
              <a:path extrusionOk="0" h="80518" w="81433">
                <a:moveTo>
                  <a:pt x="28054" y="1"/>
                </a:moveTo>
                <a:cubicBezTo>
                  <a:pt x="25711" y="1"/>
                  <a:pt x="23142" y="619"/>
                  <a:pt x="20333" y="2015"/>
                </a:cubicBezTo>
                <a:cubicBezTo>
                  <a:pt x="6227" y="9005"/>
                  <a:pt x="0" y="29769"/>
                  <a:pt x="12937" y="41054"/>
                </a:cubicBezTo>
                <a:cubicBezTo>
                  <a:pt x="20663" y="47764"/>
                  <a:pt x="32533" y="47916"/>
                  <a:pt x="40157" y="54728"/>
                </a:cubicBezTo>
                <a:cubicBezTo>
                  <a:pt x="48519" y="62149"/>
                  <a:pt x="50654" y="76509"/>
                  <a:pt x="61329" y="79940"/>
                </a:cubicBezTo>
                <a:cubicBezTo>
                  <a:pt x="62549" y="80333"/>
                  <a:pt x="63804" y="80517"/>
                  <a:pt x="65058" y="80517"/>
                </a:cubicBezTo>
                <a:cubicBezTo>
                  <a:pt x="71507" y="80517"/>
                  <a:pt x="77931" y="75645"/>
                  <a:pt x="79526" y="69240"/>
                </a:cubicBezTo>
                <a:cubicBezTo>
                  <a:pt x="81433" y="61590"/>
                  <a:pt x="76959" y="53101"/>
                  <a:pt x="69868" y="49543"/>
                </a:cubicBezTo>
                <a:cubicBezTo>
                  <a:pt x="65446" y="47306"/>
                  <a:pt x="60236" y="46772"/>
                  <a:pt x="56271" y="43875"/>
                </a:cubicBezTo>
                <a:cubicBezTo>
                  <a:pt x="51391" y="40291"/>
                  <a:pt x="49434" y="33963"/>
                  <a:pt x="48367" y="28016"/>
                </a:cubicBezTo>
                <a:cubicBezTo>
                  <a:pt x="46424" y="17002"/>
                  <a:pt x="40341" y="1"/>
                  <a:pt x="2805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6" name="Google Shape;1206;p164"/>
          <p:cNvSpPr/>
          <p:nvPr/>
        </p:nvSpPr>
        <p:spPr>
          <a:xfrm rot="-406682">
            <a:off x="8019561" y="2738314"/>
            <a:ext cx="2997940" cy="2964254"/>
          </a:xfrm>
          <a:custGeom>
            <a:rect b="b" l="l" r="r" t="t"/>
            <a:pathLst>
              <a:path extrusionOk="0" h="80518" w="81433">
                <a:moveTo>
                  <a:pt x="28054" y="1"/>
                </a:moveTo>
                <a:cubicBezTo>
                  <a:pt x="25711" y="1"/>
                  <a:pt x="23142" y="619"/>
                  <a:pt x="20333" y="2015"/>
                </a:cubicBezTo>
                <a:cubicBezTo>
                  <a:pt x="6227" y="9005"/>
                  <a:pt x="0" y="29769"/>
                  <a:pt x="12937" y="41054"/>
                </a:cubicBezTo>
                <a:cubicBezTo>
                  <a:pt x="20663" y="47764"/>
                  <a:pt x="32533" y="47916"/>
                  <a:pt x="40157" y="54728"/>
                </a:cubicBezTo>
                <a:cubicBezTo>
                  <a:pt x="48519" y="62149"/>
                  <a:pt x="50654" y="76509"/>
                  <a:pt x="61329" y="79940"/>
                </a:cubicBezTo>
                <a:cubicBezTo>
                  <a:pt x="62549" y="80333"/>
                  <a:pt x="63804" y="80517"/>
                  <a:pt x="65058" y="80517"/>
                </a:cubicBezTo>
                <a:cubicBezTo>
                  <a:pt x="71507" y="80517"/>
                  <a:pt x="77931" y="75645"/>
                  <a:pt x="79526" y="69240"/>
                </a:cubicBezTo>
                <a:cubicBezTo>
                  <a:pt x="81433" y="61590"/>
                  <a:pt x="76959" y="53101"/>
                  <a:pt x="69868" y="49543"/>
                </a:cubicBezTo>
                <a:cubicBezTo>
                  <a:pt x="65446" y="47306"/>
                  <a:pt x="60236" y="46772"/>
                  <a:pt x="56271" y="43875"/>
                </a:cubicBezTo>
                <a:cubicBezTo>
                  <a:pt x="51391" y="40291"/>
                  <a:pt x="49434" y="33963"/>
                  <a:pt x="48367" y="28016"/>
                </a:cubicBezTo>
                <a:cubicBezTo>
                  <a:pt x="46424" y="17002"/>
                  <a:pt x="40341" y="1"/>
                  <a:pt x="2805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7" name="Google Shape;1207;p164"/>
          <p:cNvSpPr/>
          <p:nvPr/>
        </p:nvSpPr>
        <p:spPr>
          <a:xfrm rot="3550150">
            <a:off x="408950" y="2867668"/>
            <a:ext cx="340097" cy="323883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8" name="Google Shape;1208;p164"/>
          <p:cNvSpPr/>
          <p:nvPr/>
        </p:nvSpPr>
        <p:spPr>
          <a:xfrm>
            <a:off x="8543875" y="2050264"/>
            <a:ext cx="266197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9" name="Google Shape;1209;p164"/>
          <p:cNvSpPr/>
          <p:nvPr/>
        </p:nvSpPr>
        <p:spPr>
          <a:xfrm rot="4736099">
            <a:off x="186898" y="604626"/>
            <a:ext cx="266196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0" name="Google Shape;1210;p164"/>
          <p:cNvSpPr/>
          <p:nvPr/>
        </p:nvSpPr>
        <p:spPr>
          <a:xfrm rot="-2341079">
            <a:off x="8543878" y="1669264"/>
            <a:ext cx="266194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2">
    <p:spTree>
      <p:nvGrpSpPr>
        <p:cNvPr id="121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p165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1213" name="Google Shape;1213;p165"/>
          <p:cNvSpPr txBox="1"/>
          <p:nvPr>
            <p:ph idx="1" type="subTitle"/>
          </p:nvPr>
        </p:nvSpPr>
        <p:spPr>
          <a:xfrm>
            <a:off x="713225" y="1389100"/>
            <a:ext cx="2518800" cy="485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erif Displ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14" name="Google Shape;1214;p165"/>
          <p:cNvSpPr txBox="1"/>
          <p:nvPr>
            <p:ph idx="2" type="subTitle"/>
          </p:nvPr>
        </p:nvSpPr>
        <p:spPr>
          <a:xfrm>
            <a:off x="713225" y="1733825"/>
            <a:ext cx="2518800" cy="990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15" name="Google Shape;1215;p165"/>
          <p:cNvSpPr txBox="1"/>
          <p:nvPr>
            <p:ph idx="3" type="subTitle"/>
          </p:nvPr>
        </p:nvSpPr>
        <p:spPr>
          <a:xfrm>
            <a:off x="3312600" y="1389125"/>
            <a:ext cx="2518800" cy="485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erif Displ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16" name="Google Shape;1216;p165"/>
          <p:cNvSpPr txBox="1"/>
          <p:nvPr>
            <p:ph idx="4" type="subTitle"/>
          </p:nvPr>
        </p:nvSpPr>
        <p:spPr>
          <a:xfrm>
            <a:off x="3312600" y="1733866"/>
            <a:ext cx="2518800" cy="990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17" name="Google Shape;1217;p165"/>
          <p:cNvSpPr txBox="1"/>
          <p:nvPr>
            <p:ph idx="5" type="subTitle"/>
          </p:nvPr>
        </p:nvSpPr>
        <p:spPr>
          <a:xfrm>
            <a:off x="5911925" y="1389100"/>
            <a:ext cx="2518800" cy="485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erif Displ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18" name="Google Shape;1218;p165"/>
          <p:cNvSpPr txBox="1"/>
          <p:nvPr>
            <p:ph idx="6" type="subTitle"/>
          </p:nvPr>
        </p:nvSpPr>
        <p:spPr>
          <a:xfrm>
            <a:off x="5911925" y="1733825"/>
            <a:ext cx="2518800" cy="990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19" name="Google Shape;1219;p165"/>
          <p:cNvSpPr txBox="1"/>
          <p:nvPr>
            <p:ph idx="7" type="subTitle"/>
          </p:nvPr>
        </p:nvSpPr>
        <p:spPr>
          <a:xfrm>
            <a:off x="713225" y="3044673"/>
            <a:ext cx="2518800" cy="485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erif Displ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20" name="Google Shape;1220;p165"/>
          <p:cNvSpPr txBox="1"/>
          <p:nvPr>
            <p:ph idx="8" type="subTitle"/>
          </p:nvPr>
        </p:nvSpPr>
        <p:spPr>
          <a:xfrm>
            <a:off x="713225" y="3389399"/>
            <a:ext cx="2518800" cy="990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21" name="Google Shape;1221;p165"/>
          <p:cNvSpPr txBox="1"/>
          <p:nvPr>
            <p:ph idx="9" type="subTitle"/>
          </p:nvPr>
        </p:nvSpPr>
        <p:spPr>
          <a:xfrm>
            <a:off x="3312600" y="3044698"/>
            <a:ext cx="2518800" cy="485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erif Displ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22" name="Google Shape;1222;p165"/>
          <p:cNvSpPr txBox="1"/>
          <p:nvPr>
            <p:ph idx="13" type="subTitle"/>
          </p:nvPr>
        </p:nvSpPr>
        <p:spPr>
          <a:xfrm>
            <a:off x="3312600" y="3389440"/>
            <a:ext cx="2518800" cy="990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23" name="Google Shape;1223;p165"/>
          <p:cNvSpPr txBox="1"/>
          <p:nvPr>
            <p:ph idx="14" type="subTitle"/>
          </p:nvPr>
        </p:nvSpPr>
        <p:spPr>
          <a:xfrm>
            <a:off x="5911925" y="3044673"/>
            <a:ext cx="2518800" cy="485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erif Display"/>
              <a:buNone/>
              <a:defRPr b="1" sz="1800"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24" name="Google Shape;1224;p165"/>
          <p:cNvSpPr txBox="1"/>
          <p:nvPr>
            <p:ph idx="15" type="subTitle"/>
          </p:nvPr>
        </p:nvSpPr>
        <p:spPr>
          <a:xfrm>
            <a:off x="5911925" y="3389400"/>
            <a:ext cx="2518800" cy="990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25" name="Google Shape;1225;p165"/>
          <p:cNvSpPr/>
          <p:nvPr/>
        </p:nvSpPr>
        <p:spPr>
          <a:xfrm rot="-10497543">
            <a:off x="7609562" y="-2301651"/>
            <a:ext cx="4638127" cy="3518258"/>
          </a:xfrm>
          <a:custGeom>
            <a:rect b="b" l="l" r="r" t="t"/>
            <a:pathLst>
              <a:path extrusionOk="0" h="70100" w="92413">
                <a:moveTo>
                  <a:pt x="64951" y="1"/>
                </a:moveTo>
                <a:cubicBezTo>
                  <a:pt x="62821" y="1"/>
                  <a:pt x="60692" y="356"/>
                  <a:pt x="58686" y="1088"/>
                </a:cubicBezTo>
                <a:cubicBezTo>
                  <a:pt x="48087" y="4951"/>
                  <a:pt x="43233" y="17227"/>
                  <a:pt x="34109" y="23860"/>
                </a:cubicBezTo>
                <a:cubicBezTo>
                  <a:pt x="26636" y="29325"/>
                  <a:pt x="16623" y="30748"/>
                  <a:pt x="9633" y="36797"/>
                </a:cubicBezTo>
                <a:cubicBezTo>
                  <a:pt x="2796" y="42693"/>
                  <a:pt x="1" y="53317"/>
                  <a:pt x="4245" y="61323"/>
                </a:cubicBezTo>
                <a:cubicBezTo>
                  <a:pt x="7105" y="66733"/>
                  <a:pt x="13294" y="70099"/>
                  <a:pt x="19296" y="70099"/>
                </a:cubicBezTo>
                <a:cubicBezTo>
                  <a:pt x="22148" y="70099"/>
                  <a:pt x="24958" y="69339"/>
                  <a:pt x="27348" y="67677"/>
                </a:cubicBezTo>
                <a:cubicBezTo>
                  <a:pt x="34134" y="62899"/>
                  <a:pt x="36015" y="53063"/>
                  <a:pt x="43030" y="48666"/>
                </a:cubicBezTo>
                <a:cubicBezTo>
                  <a:pt x="49384" y="44701"/>
                  <a:pt x="57618" y="46506"/>
                  <a:pt x="64989" y="45083"/>
                </a:cubicBezTo>
                <a:cubicBezTo>
                  <a:pt x="83542" y="41524"/>
                  <a:pt x="92413" y="15473"/>
                  <a:pt x="76019" y="3528"/>
                </a:cubicBezTo>
                <a:cubicBezTo>
                  <a:pt x="72835" y="1218"/>
                  <a:pt x="68891" y="1"/>
                  <a:pt x="6495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6" name="Google Shape;1226;p165"/>
          <p:cNvSpPr/>
          <p:nvPr/>
        </p:nvSpPr>
        <p:spPr>
          <a:xfrm rot="-6417011">
            <a:off x="-2270655" y="2904699"/>
            <a:ext cx="4638240" cy="3518343"/>
          </a:xfrm>
          <a:custGeom>
            <a:rect b="b" l="l" r="r" t="t"/>
            <a:pathLst>
              <a:path extrusionOk="0" h="70100" w="92413">
                <a:moveTo>
                  <a:pt x="64951" y="1"/>
                </a:moveTo>
                <a:cubicBezTo>
                  <a:pt x="62821" y="1"/>
                  <a:pt x="60692" y="356"/>
                  <a:pt x="58686" y="1088"/>
                </a:cubicBezTo>
                <a:cubicBezTo>
                  <a:pt x="48087" y="4951"/>
                  <a:pt x="43233" y="17227"/>
                  <a:pt x="34109" y="23860"/>
                </a:cubicBezTo>
                <a:cubicBezTo>
                  <a:pt x="26636" y="29325"/>
                  <a:pt x="16623" y="30748"/>
                  <a:pt x="9633" y="36797"/>
                </a:cubicBezTo>
                <a:cubicBezTo>
                  <a:pt x="2796" y="42693"/>
                  <a:pt x="1" y="53317"/>
                  <a:pt x="4245" y="61323"/>
                </a:cubicBezTo>
                <a:cubicBezTo>
                  <a:pt x="7105" y="66733"/>
                  <a:pt x="13294" y="70099"/>
                  <a:pt x="19296" y="70099"/>
                </a:cubicBezTo>
                <a:cubicBezTo>
                  <a:pt x="22148" y="70099"/>
                  <a:pt x="24958" y="69339"/>
                  <a:pt x="27348" y="67677"/>
                </a:cubicBezTo>
                <a:cubicBezTo>
                  <a:pt x="34134" y="62899"/>
                  <a:pt x="36015" y="53063"/>
                  <a:pt x="43030" y="48666"/>
                </a:cubicBezTo>
                <a:cubicBezTo>
                  <a:pt x="49384" y="44701"/>
                  <a:pt x="57618" y="46506"/>
                  <a:pt x="64989" y="45083"/>
                </a:cubicBezTo>
                <a:cubicBezTo>
                  <a:pt x="83542" y="41524"/>
                  <a:pt x="92413" y="15473"/>
                  <a:pt x="76019" y="3528"/>
                </a:cubicBezTo>
                <a:cubicBezTo>
                  <a:pt x="72835" y="1218"/>
                  <a:pt x="68891" y="1"/>
                  <a:pt x="6495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7" name="Google Shape;1227;p165"/>
          <p:cNvSpPr/>
          <p:nvPr/>
        </p:nvSpPr>
        <p:spPr>
          <a:xfrm rot="1001565">
            <a:off x="70939" y="3099821"/>
            <a:ext cx="530616" cy="371391"/>
          </a:xfrm>
          <a:custGeom>
            <a:rect b="b" l="l" r="r" t="t"/>
            <a:pathLst>
              <a:path extrusionOk="0" fill="none" h="8362" w="11947">
                <a:moveTo>
                  <a:pt x="1" y="0"/>
                </a:moveTo>
                <a:cubicBezTo>
                  <a:pt x="1297" y="636"/>
                  <a:pt x="306" y="2643"/>
                  <a:pt x="1577" y="3279"/>
                </a:cubicBezTo>
                <a:cubicBezTo>
                  <a:pt x="2898" y="3914"/>
                  <a:pt x="3839" y="1906"/>
                  <a:pt x="5135" y="2542"/>
                </a:cubicBezTo>
                <a:cubicBezTo>
                  <a:pt x="6456" y="3177"/>
                  <a:pt x="5465" y="5185"/>
                  <a:pt x="6761" y="5820"/>
                </a:cubicBezTo>
                <a:cubicBezTo>
                  <a:pt x="8058" y="6456"/>
                  <a:pt x="9023" y="4448"/>
                  <a:pt x="10320" y="5083"/>
                </a:cubicBezTo>
                <a:cubicBezTo>
                  <a:pt x="11616" y="5719"/>
                  <a:pt x="10650" y="7727"/>
                  <a:pt x="11946" y="8362"/>
                </a:cubicBezTo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8" name="Google Shape;1228;p165"/>
          <p:cNvSpPr/>
          <p:nvPr/>
        </p:nvSpPr>
        <p:spPr>
          <a:xfrm rot="3550150">
            <a:off x="8680500" y="1456168"/>
            <a:ext cx="340097" cy="323883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9" name="Google Shape;1229;p165"/>
          <p:cNvSpPr/>
          <p:nvPr/>
        </p:nvSpPr>
        <p:spPr>
          <a:xfrm>
            <a:off x="7463950" y="191514"/>
            <a:ext cx="266197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0" name="Google Shape;1230;p165"/>
          <p:cNvSpPr/>
          <p:nvPr/>
        </p:nvSpPr>
        <p:spPr>
          <a:xfrm>
            <a:off x="236850" y="2475514"/>
            <a:ext cx="266197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9">
    <p:spTree>
      <p:nvGrpSpPr>
        <p:cNvPr id="123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p166"/>
          <p:cNvSpPr txBox="1"/>
          <p:nvPr>
            <p:ph type="title"/>
          </p:nvPr>
        </p:nvSpPr>
        <p:spPr>
          <a:xfrm>
            <a:off x="713225" y="761550"/>
            <a:ext cx="3728700" cy="932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None/>
              <a:defRPr sz="4300"/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1233" name="Google Shape;1233;p166"/>
          <p:cNvSpPr txBox="1"/>
          <p:nvPr>
            <p:ph idx="1" type="subTitle"/>
          </p:nvPr>
        </p:nvSpPr>
        <p:spPr>
          <a:xfrm>
            <a:off x="713225" y="1617488"/>
            <a:ext cx="2579400" cy="932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3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34" name="Google Shape;1234;p166"/>
          <p:cNvSpPr txBox="1"/>
          <p:nvPr/>
        </p:nvSpPr>
        <p:spPr>
          <a:xfrm>
            <a:off x="713225" y="3354563"/>
            <a:ext cx="3702600" cy="7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CREDITS:</a:t>
            </a:r>
            <a:r>
              <a:rPr lang="fr" sz="11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 This presentation template was created by </a:t>
            </a:r>
            <a:r>
              <a:rPr b="1" lang="fr" sz="1100" u="sng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fr" sz="11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, including icons by </a:t>
            </a:r>
            <a:r>
              <a:rPr b="1" lang="fr" sz="1100" u="sng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fr" sz="11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, infographics &amp; images by </a:t>
            </a:r>
            <a:r>
              <a:rPr b="1" lang="fr" sz="1100" u="sng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fr" sz="1100" u="sng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 </a:t>
            </a:r>
            <a:endParaRPr sz="1100" u="sng">
              <a:solidFill>
                <a:schemeClr val="dk1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1235" name="Google Shape;1235;p166"/>
          <p:cNvSpPr/>
          <p:nvPr/>
        </p:nvSpPr>
        <p:spPr>
          <a:xfrm rot="-451450">
            <a:off x="2733773" y="-2737281"/>
            <a:ext cx="3849503" cy="3806249"/>
          </a:xfrm>
          <a:custGeom>
            <a:rect b="b" l="l" r="r" t="t"/>
            <a:pathLst>
              <a:path extrusionOk="0" h="80518" w="81433">
                <a:moveTo>
                  <a:pt x="28054" y="1"/>
                </a:moveTo>
                <a:cubicBezTo>
                  <a:pt x="25711" y="1"/>
                  <a:pt x="23142" y="619"/>
                  <a:pt x="20333" y="2015"/>
                </a:cubicBezTo>
                <a:cubicBezTo>
                  <a:pt x="6227" y="9005"/>
                  <a:pt x="0" y="29769"/>
                  <a:pt x="12937" y="41054"/>
                </a:cubicBezTo>
                <a:cubicBezTo>
                  <a:pt x="20663" y="47764"/>
                  <a:pt x="32533" y="47916"/>
                  <a:pt x="40157" y="54728"/>
                </a:cubicBezTo>
                <a:cubicBezTo>
                  <a:pt x="48519" y="62149"/>
                  <a:pt x="50654" y="76509"/>
                  <a:pt x="61329" y="79940"/>
                </a:cubicBezTo>
                <a:cubicBezTo>
                  <a:pt x="62549" y="80333"/>
                  <a:pt x="63804" y="80517"/>
                  <a:pt x="65058" y="80517"/>
                </a:cubicBezTo>
                <a:cubicBezTo>
                  <a:pt x="71507" y="80517"/>
                  <a:pt x="77931" y="75645"/>
                  <a:pt x="79526" y="69240"/>
                </a:cubicBezTo>
                <a:cubicBezTo>
                  <a:pt x="81433" y="61590"/>
                  <a:pt x="76959" y="53101"/>
                  <a:pt x="69868" y="49543"/>
                </a:cubicBezTo>
                <a:cubicBezTo>
                  <a:pt x="65446" y="47306"/>
                  <a:pt x="60236" y="46772"/>
                  <a:pt x="56271" y="43875"/>
                </a:cubicBezTo>
                <a:cubicBezTo>
                  <a:pt x="51391" y="40291"/>
                  <a:pt x="49434" y="33963"/>
                  <a:pt x="48367" y="28016"/>
                </a:cubicBezTo>
                <a:cubicBezTo>
                  <a:pt x="46424" y="17002"/>
                  <a:pt x="40341" y="1"/>
                  <a:pt x="2805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6" name="Google Shape;1236;p166"/>
          <p:cNvSpPr/>
          <p:nvPr/>
        </p:nvSpPr>
        <p:spPr>
          <a:xfrm>
            <a:off x="268500" y="3925139"/>
            <a:ext cx="266197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10">
    <p:spTree>
      <p:nvGrpSpPr>
        <p:cNvPr id="1237" name="Shape 1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8" name="Google Shape;1238;p167"/>
          <p:cNvSpPr/>
          <p:nvPr/>
        </p:nvSpPr>
        <p:spPr>
          <a:xfrm rot="-451389">
            <a:off x="-1458714" y="2095647"/>
            <a:ext cx="4549738" cy="4498616"/>
          </a:xfrm>
          <a:custGeom>
            <a:rect b="b" l="l" r="r" t="t"/>
            <a:pathLst>
              <a:path extrusionOk="0" h="80518" w="81433">
                <a:moveTo>
                  <a:pt x="28054" y="1"/>
                </a:moveTo>
                <a:cubicBezTo>
                  <a:pt x="25711" y="1"/>
                  <a:pt x="23142" y="619"/>
                  <a:pt x="20333" y="2015"/>
                </a:cubicBezTo>
                <a:cubicBezTo>
                  <a:pt x="6227" y="9005"/>
                  <a:pt x="0" y="29769"/>
                  <a:pt x="12937" y="41054"/>
                </a:cubicBezTo>
                <a:cubicBezTo>
                  <a:pt x="20663" y="47764"/>
                  <a:pt x="32533" y="47916"/>
                  <a:pt x="40157" y="54728"/>
                </a:cubicBezTo>
                <a:cubicBezTo>
                  <a:pt x="48519" y="62149"/>
                  <a:pt x="50654" y="76509"/>
                  <a:pt x="61329" y="79940"/>
                </a:cubicBezTo>
                <a:cubicBezTo>
                  <a:pt x="62549" y="80333"/>
                  <a:pt x="63804" y="80517"/>
                  <a:pt x="65058" y="80517"/>
                </a:cubicBezTo>
                <a:cubicBezTo>
                  <a:pt x="71507" y="80517"/>
                  <a:pt x="77931" y="75645"/>
                  <a:pt x="79526" y="69240"/>
                </a:cubicBezTo>
                <a:cubicBezTo>
                  <a:pt x="81433" y="61590"/>
                  <a:pt x="76959" y="53101"/>
                  <a:pt x="69868" y="49543"/>
                </a:cubicBezTo>
                <a:cubicBezTo>
                  <a:pt x="65446" y="47306"/>
                  <a:pt x="60236" y="46772"/>
                  <a:pt x="56271" y="43875"/>
                </a:cubicBezTo>
                <a:cubicBezTo>
                  <a:pt x="51391" y="40291"/>
                  <a:pt x="49434" y="33963"/>
                  <a:pt x="48367" y="28016"/>
                </a:cubicBezTo>
                <a:cubicBezTo>
                  <a:pt x="46424" y="17002"/>
                  <a:pt x="40341" y="1"/>
                  <a:pt x="2805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9" name="Google Shape;1239;p167"/>
          <p:cNvSpPr/>
          <p:nvPr/>
        </p:nvSpPr>
        <p:spPr>
          <a:xfrm rot="7426610">
            <a:off x="2450223" y="4568807"/>
            <a:ext cx="530616" cy="371392"/>
          </a:xfrm>
          <a:custGeom>
            <a:rect b="b" l="l" r="r" t="t"/>
            <a:pathLst>
              <a:path extrusionOk="0" fill="none" h="8362" w="11947">
                <a:moveTo>
                  <a:pt x="1" y="0"/>
                </a:moveTo>
                <a:cubicBezTo>
                  <a:pt x="1297" y="636"/>
                  <a:pt x="306" y="2643"/>
                  <a:pt x="1577" y="3279"/>
                </a:cubicBezTo>
                <a:cubicBezTo>
                  <a:pt x="2898" y="3914"/>
                  <a:pt x="3839" y="1906"/>
                  <a:pt x="5135" y="2542"/>
                </a:cubicBezTo>
                <a:cubicBezTo>
                  <a:pt x="6456" y="3177"/>
                  <a:pt x="5465" y="5185"/>
                  <a:pt x="6761" y="5820"/>
                </a:cubicBezTo>
                <a:cubicBezTo>
                  <a:pt x="8058" y="6456"/>
                  <a:pt x="9023" y="4448"/>
                  <a:pt x="10320" y="5083"/>
                </a:cubicBezTo>
                <a:cubicBezTo>
                  <a:pt x="11616" y="5719"/>
                  <a:pt x="10650" y="7727"/>
                  <a:pt x="11946" y="8362"/>
                </a:cubicBezTo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0" name="Google Shape;1240;p167"/>
          <p:cNvSpPr/>
          <p:nvPr/>
        </p:nvSpPr>
        <p:spPr>
          <a:xfrm rot="583629">
            <a:off x="1576100" y="3798929"/>
            <a:ext cx="266192" cy="253494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1" name="Google Shape;1241;p167"/>
          <p:cNvSpPr/>
          <p:nvPr/>
        </p:nvSpPr>
        <p:spPr>
          <a:xfrm rot="3828645">
            <a:off x="8257201" y="601080"/>
            <a:ext cx="266196" cy="253494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2" name="Google Shape;1242;p167"/>
          <p:cNvSpPr/>
          <p:nvPr/>
        </p:nvSpPr>
        <p:spPr>
          <a:xfrm rot="6380676">
            <a:off x="8495503" y="1000455"/>
            <a:ext cx="266192" cy="253494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3" name="Google Shape;1243;p167"/>
          <p:cNvSpPr/>
          <p:nvPr/>
        </p:nvSpPr>
        <p:spPr>
          <a:xfrm rot="-10230870">
            <a:off x="6353708" y="1079133"/>
            <a:ext cx="4549777" cy="4498654"/>
          </a:xfrm>
          <a:custGeom>
            <a:rect b="b" l="l" r="r" t="t"/>
            <a:pathLst>
              <a:path extrusionOk="0" h="80518" w="81433">
                <a:moveTo>
                  <a:pt x="28054" y="1"/>
                </a:moveTo>
                <a:cubicBezTo>
                  <a:pt x="25711" y="1"/>
                  <a:pt x="23142" y="619"/>
                  <a:pt x="20333" y="2015"/>
                </a:cubicBezTo>
                <a:cubicBezTo>
                  <a:pt x="6227" y="9005"/>
                  <a:pt x="0" y="29769"/>
                  <a:pt x="12937" y="41054"/>
                </a:cubicBezTo>
                <a:cubicBezTo>
                  <a:pt x="20663" y="47764"/>
                  <a:pt x="32533" y="47916"/>
                  <a:pt x="40157" y="54728"/>
                </a:cubicBezTo>
                <a:cubicBezTo>
                  <a:pt x="48519" y="62149"/>
                  <a:pt x="50654" y="76509"/>
                  <a:pt x="61329" y="79940"/>
                </a:cubicBezTo>
                <a:cubicBezTo>
                  <a:pt x="62549" y="80333"/>
                  <a:pt x="63804" y="80517"/>
                  <a:pt x="65058" y="80517"/>
                </a:cubicBezTo>
                <a:cubicBezTo>
                  <a:pt x="71507" y="80517"/>
                  <a:pt x="77931" y="75645"/>
                  <a:pt x="79526" y="69240"/>
                </a:cubicBezTo>
                <a:cubicBezTo>
                  <a:pt x="81433" y="61590"/>
                  <a:pt x="76959" y="53101"/>
                  <a:pt x="69868" y="49543"/>
                </a:cubicBezTo>
                <a:cubicBezTo>
                  <a:pt x="65446" y="47306"/>
                  <a:pt x="60236" y="46772"/>
                  <a:pt x="56271" y="43875"/>
                </a:cubicBezTo>
                <a:cubicBezTo>
                  <a:pt x="51391" y="40291"/>
                  <a:pt x="49434" y="33963"/>
                  <a:pt x="48367" y="28016"/>
                </a:cubicBezTo>
                <a:cubicBezTo>
                  <a:pt x="46424" y="17002"/>
                  <a:pt x="40341" y="1"/>
                  <a:pt x="2805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0_1">
    <p:spTree>
      <p:nvGrpSpPr>
        <p:cNvPr id="1244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Google Shape;1245;p168"/>
          <p:cNvSpPr/>
          <p:nvPr/>
        </p:nvSpPr>
        <p:spPr>
          <a:xfrm rot="10161980">
            <a:off x="-1405131" y="-1941929"/>
            <a:ext cx="4549823" cy="4498701"/>
          </a:xfrm>
          <a:custGeom>
            <a:rect b="b" l="l" r="r" t="t"/>
            <a:pathLst>
              <a:path extrusionOk="0" h="80518" w="81433">
                <a:moveTo>
                  <a:pt x="28054" y="1"/>
                </a:moveTo>
                <a:cubicBezTo>
                  <a:pt x="25711" y="1"/>
                  <a:pt x="23142" y="619"/>
                  <a:pt x="20333" y="2015"/>
                </a:cubicBezTo>
                <a:cubicBezTo>
                  <a:pt x="6227" y="9005"/>
                  <a:pt x="0" y="29769"/>
                  <a:pt x="12937" y="41054"/>
                </a:cubicBezTo>
                <a:cubicBezTo>
                  <a:pt x="20663" y="47764"/>
                  <a:pt x="32533" y="47916"/>
                  <a:pt x="40157" y="54728"/>
                </a:cubicBezTo>
                <a:cubicBezTo>
                  <a:pt x="48519" y="62149"/>
                  <a:pt x="50654" y="76509"/>
                  <a:pt x="61329" y="79940"/>
                </a:cubicBezTo>
                <a:cubicBezTo>
                  <a:pt x="62549" y="80333"/>
                  <a:pt x="63804" y="80517"/>
                  <a:pt x="65058" y="80517"/>
                </a:cubicBezTo>
                <a:cubicBezTo>
                  <a:pt x="71507" y="80517"/>
                  <a:pt x="77931" y="75645"/>
                  <a:pt x="79526" y="69240"/>
                </a:cubicBezTo>
                <a:cubicBezTo>
                  <a:pt x="81433" y="61590"/>
                  <a:pt x="76959" y="53101"/>
                  <a:pt x="69868" y="49543"/>
                </a:cubicBezTo>
                <a:cubicBezTo>
                  <a:pt x="65446" y="47306"/>
                  <a:pt x="60236" y="46772"/>
                  <a:pt x="56271" y="43875"/>
                </a:cubicBezTo>
                <a:cubicBezTo>
                  <a:pt x="51391" y="40291"/>
                  <a:pt x="49434" y="33963"/>
                  <a:pt x="48367" y="28016"/>
                </a:cubicBezTo>
                <a:cubicBezTo>
                  <a:pt x="46424" y="17002"/>
                  <a:pt x="40341" y="1"/>
                  <a:pt x="2805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6" name="Google Shape;1246;p168"/>
          <p:cNvSpPr/>
          <p:nvPr/>
        </p:nvSpPr>
        <p:spPr>
          <a:xfrm rot="-4393537">
            <a:off x="3912278" y="2408999"/>
            <a:ext cx="4549861" cy="4498738"/>
          </a:xfrm>
          <a:custGeom>
            <a:rect b="b" l="l" r="r" t="t"/>
            <a:pathLst>
              <a:path extrusionOk="0" h="80518" w="81433">
                <a:moveTo>
                  <a:pt x="28054" y="1"/>
                </a:moveTo>
                <a:cubicBezTo>
                  <a:pt x="25711" y="1"/>
                  <a:pt x="23142" y="619"/>
                  <a:pt x="20333" y="2015"/>
                </a:cubicBezTo>
                <a:cubicBezTo>
                  <a:pt x="6227" y="9005"/>
                  <a:pt x="0" y="29769"/>
                  <a:pt x="12937" y="41054"/>
                </a:cubicBezTo>
                <a:cubicBezTo>
                  <a:pt x="20663" y="47764"/>
                  <a:pt x="32533" y="47916"/>
                  <a:pt x="40157" y="54728"/>
                </a:cubicBezTo>
                <a:cubicBezTo>
                  <a:pt x="48519" y="62149"/>
                  <a:pt x="50654" y="76509"/>
                  <a:pt x="61329" y="79940"/>
                </a:cubicBezTo>
                <a:cubicBezTo>
                  <a:pt x="62549" y="80333"/>
                  <a:pt x="63804" y="80517"/>
                  <a:pt x="65058" y="80517"/>
                </a:cubicBezTo>
                <a:cubicBezTo>
                  <a:pt x="71507" y="80517"/>
                  <a:pt x="77931" y="75645"/>
                  <a:pt x="79526" y="69240"/>
                </a:cubicBezTo>
                <a:cubicBezTo>
                  <a:pt x="81433" y="61590"/>
                  <a:pt x="76959" y="53101"/>
                  <a:pt x="69868" y="49543"/>
                </a:cubicBezTo>
                <a:cubicBezTo>
                  <a:pt x="65446" y="47306"/>
                  <a:pt x="60236" y="46772"/>
                  <a:pt x="56271" y="43875"/>
                </a:cubicBezTo>
                <a:cubicBezTo>
                  <a:pt x="51391" y="40291"/>
                  <a:pt x="49434" y="33963"/>
                  <a:pt x="48367" y="28016"/>
                </a:cubicBezTo>
                <a:cubicBezTo>
                  <a:pt x="46424" y="17002"/>
                  <a:pt x="40341" y="1"/>
                  <a:pt x="2805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7" name="Google Shape;1247;p168"/>
          <p:cNvSpPr/>
          <p:nvPr/>
        </p:nvSpPr>
        <p:spPr>
          <a:xfrm rot="1769044">
            <a:off x="447769" y="2020786"/>
            <a:ext cx="530620" cy="371394"/>
          </a:xfrm>
          <a:custGeom>
            <a:rect b="b" l="l" r="r" t="t"/>
            <a:pathLst>
              <a:path extrusionOk="0" fill="none" h="8362" w="11947">
                <a:moveTo>
                  <a:pt x="1" y="0"/>
                </a:moveTo>
                <a:cubicBezTo>
                  <a:pt x="1297" y="636"/>
                  <a:pt x="306" y="2643"/>
                  <a:pt x="1577" y="3279"/>
                </a:cubicBezTo>
                <a:cubicBezTo>
                  <a:pt x="2898" y="3914"/>
                  <a:pt x="3839" y="1906"/>
                  <a:pt x="5135" y="2542"/>
                </a:cubicBezTo>
                <a:cubicBezTo>
                  <a:pt x="6456" y="3177"/>
                  <a:pt x="5465" y="5185"/>
                  <a:pt x="6761" y="5820"/>
                </a:cubicBezTo>
                <a:cubicBezTo>
                  <a:pt x="8058" y="6456"/>
                  <a:pt x="9023" y="4448"/>
                  <a:pt x="10320" y="5083"/>
                </a:cubicBezTo>
                <a:cubicBezTo>
                  <a:pt x="11616" y="5719"/>
                  <a:pt x="10650" y="7727"/>
                  <a:pt x="11946" y="8362"/>
                </a:cubicBezTo>
              </a:path>
            </a:pathLst>
          </a:custGeom>
          <a:noFill/>
          <a:ln cap="rnd" cmpd="sng" w="184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8" name="Google Shape;1248;p168"/>
          <p:cNvSpPr/>
          <p:nvPr/>
        </p:nvSpPr>
        <p:spPr>
          <a:xfrm rot="583629">
            <a:off x="410225" y="2585529"/>
            <a:ext cx="266192" cy="253494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9" name="Google Shape;1249;p168"/>
          <p:cNvSpPr/>
          <p:nvPr/>
        </p:nvSpPr>
        <p:spPr>
          <a:xfrm rot="5400000">
            <a:off x="8034194" y="2147329"/>
            <a:ext cx="266197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0" name="Google Shape;1250;p168"/>
          <p:cNvSpPr/>
          <p:nvPr/>
        </p:nvSpPr>
        <p:spPr>
          <a:xfrm rot="10800000">
            <a:off x="7662489" y="2498706"/>
            <a:ext cx="266197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1" name="Google Shape;1251;p168"/>
          <p:cNvSpPr/>
          <p:nvPr/>
        </p:nvSpPr>
        <p:spPr>
          <a:xfrm rot="5400000">
            <a:off x="7901987" y="2801135"/>
            <a:ext cx="530626" cy="371398"/>
          </a:xfrm>
          <a:custGeom>
            <a:rect b="b" l="l" r="r" t="t"/>
            <a:pathLst>
              <a:path extrusionOk="0" fill="none" h="8362" w="11947">
                <a:moveTo>
                  <a:pt x="1" y="0"/>
                </a:moveTo>
                <a:cubicBezTo>
                  <a:pt x="1297" y="636"/>
                  <a:pt x="306" y="2643"/>
                  <a:pt x="1577" y="3279"/>
                </a:cubicBezTo>
                <a:cubicBezTo>
                  <a:pt x="2898" y="3914"/>
                  <a:pt x="3839" y="1906"/>
                  <a:pt x="5135" y="2542"/>
                </a:cubicBezTo>
                <a:cubicBezTo>
                  <a:pt x="6456" y="3177"/>
                  <a:pt x="5465" y="5185"/>
                  <a:pt x="6761" y="5820"/>
                </a:cubicBezTo>
                <a:cubicBezTo>
                  <a:pt x="8058" y="6456"/>
                  <a:pt x="9023" y="4448"/>
                  <a:pt x="10320" y="5083"/>
                </a:cubicBezTo>
                <a:cubicBezTo>
                  <a:pt x="11616" y="5719"/>
                  <a:pt x="10650" y="7727"/>
                  <a:pt x="11946" y="8362"/>
                </a:cubicBezTo>
              </a:path>
            </a:pathLst>
          </a:custGeom>
          <a:noFill/>
          <a:ln cap="rnd" cmpd="sng" w="1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theme" Target="../theme/theme7.xml"/><Relationship Id="rId25" Type="http://schemas.openxmlformats.org/officeDocument/2006/relationships/slideLayout" Target="../slideLayouts/slideLayout36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_rels/slideMaster3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56.xml"/><Relationship Id="rId22" Type="http://schemas.openxmlformats.org/officeDocument/2006/relationships/slideLayout" Target="../slideLayouts/slideLayout58.xml"/><Relationship Id="rId21" Type="http://schemas.openxmlformats.org/officeDocument/2006/relationships/slideLayout" Target="../slideLayouts/slideLayout57.xml"/><Relationship Id="rId24" Type="http://schemas.openxmlformats.org/officeDocument/2006/relationships/slideLayout" Target="../slideLayouts/slideLayout60.xml"/><Relationship Id="rId23" Type="http://schemas.openxmlformats.org/officeDocument/2006/relationships/slideLayout" Target="../slideLayouts/slideLayout59.xml"/><Relationship Id="rId1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9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26" Type="http://schemas.openxmlformats.org/officeDocument/2006/relationships/theme" Target="../theme/theme3.xml"/><Relationship Id="rId25" Type="http://schemas.openxmlformats.org/officeDocument/2006/relationships/slideLayout" Target="../slideLayouts/slideLayout61.xml"/><Relationship Id="rId5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3.xml"/><Relationship Id="rId8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9.xml"/><Relationship Id="rId12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51.xml"/><Relationship Id="rId14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53.xml"/><Relationship Id="rId16" Type="http://schemas.openxmlformats.org/officeDocument/2006/relationships/slideLayout" Target="../slideLayouts/slideLayout52.xml"/><Relationship Id="rId19" Type="http://schemas.openxmlformats.org/officeDocument/2006/relationships/slideLayout" Target="../slideLayouts/slideLayout55.xml"/><Relationship Id="rId18" Type="http://schemas.openxmlformats.org/officeDocument/2006/relationships/slideLayout" Target="../slideLayouts/slideLayout54.xml"/></Relationships>
</file>

<file path=ppt/slideMasters/_rels/slideMaster4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81.xml"/><Relationship Id="rId22" Type="http://schemas.openxmlformats.org/officeDocument/2006/relationships/slideLayout" Target="../slideLayouts/slideLayout83.xml"/><Relationship Id="rId21" Type="http://schemas.openxmlformats.org/officeDocument/2006/relationships/slideLayout" Target="../slideLayouts/slideLayout82.xml"/><Relationship Id="rId24" Type="http://schemas.openxmlformats.org/officeDocument/2006/relationships/slideLayout" Target="../slideLayouts/slideLayout85.xml"/><Relationship Id="rId23" Type="http://schemas.openxmlformats.org/officeDocument/2006/relationships/slideLayout" Target="../slideLayouts/slideLayout84.xml"/><Relationship Id="rId1" Type="http://schemas.openxmlformats.org/officeDocument/2006/relationships/slideLayout" Target="../slideLayouts/slideLayout62.xml"/><Relationship Id="rId2" Type="http://schemas.openxmlformats.org/officeDocument/2006/relationships/slideLayout" Target="../slideLayouts/slideLayout63.xml"/><Relationship Id="rId3" Type="http://schemas.openxmlformats.org/officeDocument/2006/relationships/slideLayout" Target="../slideLayouts/slideLayout64.xml"/><Relationship Id="rId4" Type="http://schemas.openxmlformats.org/officeDocument/2006/relationships/slideLayout" Target="../slideLayouts/slideLayout65.xml"/><Relationship Id="rId9" Type="http://schemas.openxmlformats.org/officeDocument/2006/relationships/slideLayout" Target="../slideLayouts/slideLayout70.xml"/><Relationship Id="rId26" Type="http://schemas.openxmlformats.org/officeDocument/2006/relationships/theme" Target="../theme/theme6.xml"/><Relationship Id="rId25" Type="http://schemas.openxmlformats.org/officeDocument/2006/relationships/slideLayout" Target="../slideLayouts/slideLayout86.xml"/><Relationship Id="rId5" Type="http://schemas.openxmlformats.org/officeDocument/2006/relationships/slideLayout" Target="../slideLayouts/slideLayout66.xml"/><Relationship Id="rId6" Type="http://schemas.openxmlformats.org/officeDocument/2006/relationships/slideLayout" Target="../slideLayouts/slideLayout67.xml"/><Relationship Id="rId7" Type="http://schemas.openxmlformats.org/officeDocument/2006/relationships/slideLayout" Target="../slideLayouts/slideLayout68.xml"/><Relationship Id="rId8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2.xml"/><Relationship Id="rId10" Type="http://schemas.openxmlformats.org/officeDocument/2006/relationships/slideLayout" Target="../slideLayouts/slideLayout71.xml"/><Relationship Id="rId13" Type="http://schemas.openxmlformats.org/officeDocument/2006/relationships/slideLayout" Target="../slideLayouts/slideLayout74.xml"/><Relationship Id="rId12" Type="http://schemas.openxmlformats.org/officeDocument/2006/relationships/slideLayout" Target="../slideLayouts/slideLayout73.xml"/><Relationship Id="rId15" Type="http://schemas.openxmlformats.org/officeDocument/2006/relationships/slideLayout" Target="../slideLayouts/slideLayout76.xml"/><Relationship Id="rId14" Type="http://schemas.openxmlformats.org/officeDocument/2006/relationships/slideLayout" Target="../slideLayouts/slideLayout75.xml"/><Relationship Id="rId17" Type="http://schemas.openxmlformats.org/officeDocument/2006/relationships/slideLayout" Target="../slideLayouts/slideLayout78.xml"/><Relationship Id="rId16" Type="http://schemas.openxmlformats.org/officeDocument/2006/relationships/slideLayout" Target="../slideLayouts/slideLayout77.xml"/><Relationship Id="rId19" Type="http://schemas.openxmlformats.org/officeDocument/2006/relationships/slideLayout" Target="../slideLayouts/slideLayout80.xml"/><Relationship Id="rId18" Type="http://schemas.openxmlformats.org/officeDocument/2006/relationships/slideLayout" Target="../slideLayouts/slideLayout79.xml"/></Relationships>
</file>

<file path=ppt/slideMasters/_rels/slideMaster5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06.xml"/><Relationship Id="rId22" Type="http://schemas.openxmlformats.org/officeDocument/2006/relationships/slideLayout" Target="../slideLayouts/slideLayout108.xml"/><Relationship Id="rId21" Type="http://schemas.openxmlformats.org/officeDocument/2006/relationships/slideLayout" Target="../slideLayouts/slideLayout107.xml"/><Relationship Id="rId24" Type="http://schemas.openxmlformats.org/officeDocument/2006/relationships/slideLayout" Target="../slideLayouts/slideLayout110.xml"/><Relationship Id="rId23" Type="http://schemas.openxmlformats.org/officeDocument/2006/relationships/slideLayout" Target="../slideLayouts/slideLayout109.xml"/><Relationship Id="rId1" Type="http://schemas.openxmlformats.org/officeDocument/2006/relationships/slideLayout" Target="../slideLayouts/slideLayout87.xml"/><Relationship Id="rId2" Type="http://schemas.openxmlformats.org/officeDocument/2006/relationships/slideLayout" Target="../slideLayouts/slideLayout88.xml"/><Relationship Id="rId3" Type="http://schemas.openxmlformats.org/officeDocument/2006/relationships/slideLayout" Target="../slideLayouts/slideLayout89.xml"/><Relationship Id="rId4" Type="http://schemas.openxmlformats.org/officeDocument/2006/relationships/slideLayout" Target="../slideLayouts/slideLayout90.xml"/><Relationship Id="rId9" Type="http://schemas.openxmlformats.org/officeDocument/2006/relationships/slideLayout" Target="../slideLayouts/slideLayout95.xml"/><Relationship Id="rId26" Type="http://schemas.openxmlformats.org/officeDocument/2006/relationships/theme" Target="../theme/theme4.xml"/><Relationship Id="rId25" Type="http://schemas.openxmlformats.org/officeDocument/2006/relationships/slideLayout" Target="../slideLayouts/slideLayout111.xml"/><Relationship Id="rId5" Type="http://schemas.openxmlformats.org/officeDocument/2006/relationships/slideLayout" Target="../slideLayouts/slideLayout91.xml"/><Relationship Id="rId6" Type="http://schemas.openxmlformats.org/officeDocument/2006/relationships/slideLayout" Target="../slideLayouts/slideLayout92.xml"/><Relationship Id="rId7" Type="http://schemas.openxmlformats.org/officeDocument/2006/relationships/slideLayout" Target="../slideLayouts/slideLayout93.xml"/><Relationship Id="rId8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97.xml"/><Relationship Id="rId10" Type="http://schemas.openxmlformats.org/officeDocument/2006/relationships/slideLayout" Target="../slideLayouts/slideLayout96.xml"/><Relationship Id="rId13" Type="http://schemas.openxmlformats.org/officeDocument/2006/relationships/slideLayout" Target="../slideLayouts/slideLayout99.xml"/><Relationship Id="rId12" Type="http://schemas.openxmlformats.org/officeDocument/2006/relationships/slideLayout" Target="../slideLayouts/slideLayout98.xml"/><Relationship Id="rId15" Type="http://schemas.openxmlformats.org/officeDocument/2006/relationships/slideLayout" Target="../slideLayouts/slideLayout101.xml"/><Relationship Id="rId14" Type="http://schemas.openxmlformats.org/officeDocument/2006/relationships/slideLayout" Target="../slideLayouts/slideLayout100.xml"/><Relationship Id="rId17" Type="http://schemas.openxmlformats.org/officeDocument/2006/relationships/slideLayout" Target="../slideLayouts/slideLayout103.xml"/><Relationship Id="rId16" Type="http://schemas.openxmlformats.org/officeDocument/2006/relationships/slideLayout" Target="../slideLayouts/slideLayout102.xml"/><Relationship Id="rId19" Type="http://schemas.openxmlformats.org/officeDocument/2006/relationships/slideLayout" Target="../slideLayouts/slideLayout105.xml"/><Relationship Id="rId18" Type="http://schemas.openxmlformats.org/officeDocument/2006/relationships/slideLayout" Target="../slideLayouts/slideLayout104.xml"/></Relationships>
</file>

<file path=ppt/slideMasters/_rels/slideMaster6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31.xml"/><Relationship Id="rId22" Type="http://schemas.openxmlformats.org/officeDocument/2006/relationships/slideLayout" Target="../slideLayouts/slideLayout133.xml"/><Relationship Id="rId21" Type="http://schemas.openxmlformats.org/officeDocument/2006/relationships/slideLayout" Target="../slideLayouts/slideLayout132.xml"/><Relationship Id="rId24" Type="http://schemas.openxmlformats.org/officeDocument/2006/relationships/slideLayout" Target="../slideLayouts/slideLayout135.xml"/><Relationship Id="rId23" Type="http://schemas.openxmlformats.org/officeDocument/2006/relationships/slideLayout" Target="../slideLayouts/slideLayout134.xml"/><Relationship Id="rId1" Type="http://schemas.openxmlformats.org/officeDocument/2006/relationships/slideLayout" Target="../slideLayouts/slideLayout112.xml"/><Relationship Id="rId2" Type="http://schemas.openxmlformats.org/officeDocument/2006/relationships/slideLayout" Target="../slideLayouts/slideLayout113.xml"/><Relationship Id="rId3" Type="http://schemas.openxmlformats.org/officeDocument/2006/relationships/slideLayout" Target="../slideLayouts/slideLayout114.xml"/><Relationship Id="rId4" Type="http://schemas.openxmlformats.org/officeDocument/2006/relationships/slideLayout" Target="../slideLayouts/slideLayout115.xml"/><Relationship Id="rId9" Type="http://schemas.openxmlformats.org/officeDocument/2006/relationships/slideLayout" Target="../slideLayouts/slideLayout120.xml"/><Relationship Id="rId26" Type="http://schemas.openxmlformats.org/officeDocument/2006/relationships/theme" Target="../theme/theme5.xml"/><Relationship Id="rId25" Type="http://schemas.openxmlformats.org/officeDocument/2006/relationships/slideLayout" Target="../slideLayouts/slideLayout136.xml"/><Relationship Id="rId5" Type="http://schemas.openxmlformats.org/officeDocument/2006/relationships/slideLayout" Target="../slideLayouts/slideLayout116.xml"/><Relationship Id="rId6" Type="http://schemas.openxmlformats.org/officeDocument/2006/relationships/slideLayout" Target="../slideLayouts/slideLayout117.xml"/><Relationship Id="rId7" Type="http://schemas.openxmlformats.org/officeDocument/2006/relationships/slideLayout" Target="../slideLayouts/slideLayout118.xml"/><Relationship Id="rId8" Type="http://schemas.openxmlformats.org/officeDocument/2006/relationships/slideLayout" Target="../slideLayouts/slideLayout119.xml"/><Relationship Id="rId11" Type="http://schemas.openxmlformats.org/officeDocument/2006/relationships/slideLayout" Target="../slideLayouts/slideLayout122.xml"/><Relationship Id="rId10" Type="http://schemas.openxmlformats.org/officeDocument/2006/relationships/slideLayout" Target="../slideLayouts/slideLayout121.xml"/><Relationship Id="rId13" Type="http://schemas.openxmlformats.org/officeDocument/2006/relationships/slideLayout" Target="../slideLayouts/slideLayout124.xml"/><Relationship Id="rId12" Type="http://schemas.openxmlformats.org/officeDocument/2006/relationships/slideLayout" Target="../slideLayouts/slideLayout123.xml"/><Relationship Id="rId15" Type="http://schemas.openxmlformats.org/officeDocument/2006/relationships/slideLayout" Target="../slideLayouts/slideLayout126.xml"/><Relationship Id="rId14" Type="http://schemas.openxmlformats.org/officeDocument/2006/relationships/slideLayout" Target="../slideLayouts/slideLayout125.xml"/><Relationship Id="rId17" Type="http://schemas.openxmlformats.org/officeDocument/2006/relationships/slideLayout" Target="../slideLayouts/slideLayout128.xml"/><Relationship Id="rId16" Type="http://schemas.openxmlformats.org/officeDocument/2006/relationships/slideLayout" Target="../slideLayouts/slideLayout127.xml"/><Relationship Id="rId19" Type="http://schemas.openxmlformats.org/officeDocument/2006/relationships/slideLayout" Target="../slideLayouts/slideLayout130.xml"/><Relationship Id="rId18" Type="http://schemas.openxmlformats.org/officeDocument/2006/relationships/slideLayout" Target="../slideLayouts/slideLayout129.xml"/></Relationships>
</file>

<file path=ppt/slideMasters/_rels/slideMaster7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56.xml"/><Relationship Id="rId22" Type="http://schemas.openxmlformats.org/officeDocument/2006/relationships/slideLayout" Target="../slideLayouts/slideLayout158.xml"/><Relationship Id="rId21" Type="http://schemas.openxmlformats.org/officeDocument/2006/relationships/slideLayout" Target="../slideLayouts/slideLayout157.xml"/><Relationship Id="rId24" Type="http://schemas.openxmlformats.org/officeDocument/2006/relationships/slideLayout" Target="../slideLayouts/slideLayout160.xml"/><Relationship Id="rId23" Type="http://schemas.openxmlformats.org/officeDocument/2006/relationships/slideLayout" Target="../slideLayouts/slideLayout159.xml"/><Relationship Id="rId1" Type="http://schemas.openxmlformats.org/officeDocument/2006/relationships/slideLayout" Target="../slideLayouts/slideLayout137.xml"/><Relationship Id="rId2" Type="http://schemas.openxmlformats.org/officeDocument/2006/relationships/slideLayout" Target="../slideLayouts/slideLayout138.xml"/><Relationship Id="rId3" Type="http://schemas.openxmlformats.org/officeDocument/2006/relationships/slideLayout" Target="../slideLayouts/slideLayout139.xml"/><Relationship Id="rId4" Type="http://schemas.openxmlformats.org/officeDocument/2006/relationships/slideLayout" Target="../slideLayouts/slideLayout140.xml"/><Relationship Id="rId9" Type="http://schemas.openxmlformats.org/officeDocument/2006/relationships/slideLayout" Target="../slideLayouts/slideLayout145.xml"/><Relationship Id="rId26" Type="http://schemas.openxmlformats.org/officeDocument/2006/relationships/theme" Target="../theme/theme8.xml"/><Relationship Id="rId25" Type="http://schemas.openxmlformats.org/officeDocument/2006/relationships/slideLayout" Target="../slideLayouts/slideLayout161.xml"/><Relationship Id="rId5" Type="http://schemas.openxmlformats.org/officeDocument/2006/relationships/slideLayout" Target="../slideLayouts/slideLayout141.xml"/><Relationship Id="rId6" Type="http://schemas.openxmlformats.org/officeDocument/2006/relationships/slideLayout" Target="../slideLayouts/slideLayout142.xml"/><Relationship Id="rId7" Type="http://schemas.openxmlformats.org/officeDocument/2006/relationships/slideLayout" Target="../slideLayouts/slideLayout143.xml"/><Relationship Id="rId8" Type="http://schemas.openxmlformats.org/officeDocument/2006/relationships/slideLayout" Target="../slideLayouts/slideLayout144.xml"/><Relationship Id="rId11" Type="http://schemas.openxmlformats.org/officeDocument/2006/relationships/slideLayout" Target="../slideLayouts/slideLayout147.xml"/><Relationship Id="rId10" Type="http://schemas.openxmlformats.org/officeDocument/2006/relationships/slideLayout" Target="../slideLayouts/slideLayout146.xml"/><Relationship Id="rId13" Type="http://schemas.openxmlformats.org/officeDocument/2006/relationships/slideLayout" Target="../slideLayouts/slideLayout149.xml"/><Relationship Id="rId12" Type="http://schemas.openxmlformats.org/officeDocument/2006/relationships/slideLayout" Target="../slideLayouts/slideLayout148.xml"/><Relationship Id="rId15" Type="http://schemas.openxmlformats.org/officeDocument/2006/relationships/slideLayout" Target="../slideLayouts/slideLayout151.xml"/><Relationship Id="rId14" Type="http://schemas.openxmlformats.org/officeDocument/2006/relationships/slideLayout" Target="../slideLayouts/slideLayout150.xml"/><Relationship Id="rId17" Type="http://schemas.openxmlformats.org/officeDocument/2006/relationships/slideLayout" Target="../slideLayouts/slideLayout153.xml"/><Relationship Id="rId16" Type="http://schemas.openxmlformats.org/officeDocument/2006/relationships/slideLayout" Target="../slideLayouts/slideLayout152.xml"/><Relationship Id="rId19" Type="http://schemas.openxmlformats.org/officeDocument/2006/relationships/slideLayout" Target="../slideLayouts/slideLayout155.xml"/><Relationship Id="rId18" Type="http://schemas.openxmlformats.org/officeDocument/2006/relationships/slideLayout" Target="../slideLayouts/slideLayout15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Krona One"/>
              <a:buNone/>
              <a:defRPr b="1" sz="2900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Krona One"/>
              <a:buNone/>
              <a:defRPr b="1" sz="2900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Krona One"/>
              <a:buNone/>
              <a:defRPr b="1" sz="2900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Krona One"/>
              <a:buNone/>
              <a:defRPr b="1" sz="2900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Krona One"/>
              <a:buNone/>
              <a:defRPr b="1" sz="2900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Krona One"/>
              <a:buNone/>
              <a:defRPr b="1" sz="2900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Krona One"/>
              <a:buNone/>
              <a:defRPr b="1" sz="2900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Krona One"/>
              <a:buNone/>
              <a:defRPr b="1" sz="2900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Krona One"/>
              <a:buNone/>
              <a:defRPr b="1" sz="2900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9pPr>
          </a:lstStyle>
          <a:p/>
        </p:txBody>
      </p:sp>
      <p:sp>
        <p:nvSpPr>
          <p:cNvPr id="60" name="Google Shape;60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pilogue"/>
              <a:buChar char="●"/>
              <a:defRPr sz="12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pilogue"/>
              <a:buChar char="○"/>
              <a:defRPr sz="12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pilogue"/>
              <a:buChar char="■"/>
              <a:defRPr sz="12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pilogue"/>
              <a:buChar char="●"/>
              <a:defRPr sz="12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pilogue"/>
              <a:buChar char="○"/>
              <a:defRPr sz="12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pilogue"/>
              <a:buChar char="■"/>
              <a:defRPr sz="12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pilogue"/>
              <a:buChar char="●"/>
              <a:defRPr sz="12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pilogue"/>
              <a:buChar char="○"/>
              <a:defRPr sz="12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pilogue"/>
              <a:buChar char="■"/>
              <a:defRPr sz="12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Krona One"/>
              <a:buNone/>
              <a:defRPr b="1" sz="2900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Krona One"/>
              <a:buNone/>
              <a:defRPr b="1" sz="2900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Krona One"/>
              <a:buNone/>
              <a:defRPr b="1" sz="2900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Krona One"/>
              <a:buNone/>
              <a:defRPr b="1" sz="2900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Krona One"/>
              <a:buNone/>
              <a:defRPr b="1" sz="2900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Krona One"/>
              <a:buNone/>
              <a:defRPr b="1" sz="2900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Krona One"/>
              <a:buNone/>
              <a:defRPr b="1" sz="2900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Krona One"/>
              <a:buNone/>
              <a:defRPr b="1" sz="2900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Krona One"/>
              <a:buNone/>
              <a:defRPr b="1" sz="2900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9pPr>
          </a:lstStyle>
          <a:p/>
        </p:txBody>
      </p:sp>
      <p:sp>
        <p:nvSpPr>
          <p:cNvPr id="259" name="Google Shape;259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pilogue"/>
              <a:buChar char="●"/>
              <a:defRPr sz="12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pilogue"/>
              <a:buChar char="○"/>
              <a:defRPr sz="12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pilogue"/>
              <a:buChar char="■"/>
              <a:defRPr sz="12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pilogue"/>
              <a:buChar char="●"/>
              <a:defRPr sz="12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pilogue"/>
              <a:buChar char="○"/>
              <a:defRPr sz="12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pilogue"/>
              <a:buChar char="■"/>
              <a:defRPr sz="12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pilogue"/>
              <a:buChar char="●"/>
              <a:defRPr sz="12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pilogue"/>
              <a:buChar char="○"/>
              <a:defRPr sz="12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pilogue"/>
              <a:buChar char="■"/>
              <a:defRPr sz="12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  <p:sldLayoutId id="2147483696" r:id="rId13"/>
    <p:sldLayoutId id="2147483697" r:id="rId14"/>
    <p:sldLayoutId id="2147483698" r:id="rId15"/>
    <p:sldLayoutId id="2147483699" r:id="rId16"/>
    <p:sldLayoutId id="2147483700" r:id="rId17"/>
    <p:sldLayoutId id="2147483701" r:id="rId18"/>
    <p:sldLayoutId id="2147483702" r:id="rId19"/>
    <p:sldLayoutId id="2147483703" r:id="rId20"/>
    <p:sldLayoutId id="2147483704" r:id="rId21"/>
    <p:sldLayoutId id="2147483705" r:id="rId22"/>
    <p:sldLayoutId id="2147483706" r:id="rId23"/>
    <p:sldLayoutId id="2147483707" r:id="rId24"/>
    <p:sldLayoutId id="2147483708" r:id="rId2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Krona One"/>
              <a:buNone/>
              <a:defRPr b="1" sz="2900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Krona One"/>
              <a:buNone/>
              <a:defRPr b="1" sz="2900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Krona One"/>
              <a:buNone/>
              <a:defRPr b="1" sz="2900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Krona One"/>
              <a:buNone/>
              <a:defRPr b="1" sz="2900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Krona One"/>
              <a:buNone/>
              <a:defRPr b="1" sz="2900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Krona One"/>
              <a:buNone/>
              <a:defRPr b="1" sz="2900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Krona One"/>
              <a:buNone/>
              <a:defRPr b="1" sz="2900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Krona One"/>
              <a:buNone/>
              <a:defRPr b="1" sz="2900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Krona One"/>
              <a:buNone/>
              <a:defRPr b="1" sz="2900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9pPr>
          </a:lstStyle>
          <a:p/>
        </p:txBody>
      </p:sp>
      <p:sp>
        <p:nvSpPr>
          <p:cNvPr id="458" name="Google Shape;458;p6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pilogue"/>
              <a:buChar char="●"/>
              <a:defRPr sz="12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pilogue"/>
              <a:buChar char="○"/>
              <a:defRPr sz="12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pilogue"/>
              <a:buChar char="■"/>
              <a:defRPr sz="12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pilogue"/>
              <a:buChar char="●"/>
              <a:defRPr sz="12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pilogue"/>
              <a:buChar char="○"/>
              <a:defRPr sz="12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pilogue"/>
              <a:buChar char="■"/>
              <a:defRPr sz="12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pilogue"/>
              <a:buChar char="●"/>
              <a:defRPr sz="12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pilogue"/>
              <a:buChar char="○"/>
              <a:defRPr sz="12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pilogue"/>
              <a:buChar char="■"/>
              <a:defRPr sz="12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  <p:sldLayoutId id="2147483726" r:id="rId18"/>
    <p:sldLayoutId id="2147483727" r:id="rId19"/>
    <p:sldLayoutId id="2147483728" r:id="rId20"/>
    <p:sldLayoutId id="2147483729" r:id="rId21"/>
    <p:sldLayoutId id="2147483730" r:id="rId22"/>
    <p:sldLayoutId id="2147483731" r:id="rId23"/>
    <p:sldLayoutId id="2147483732" r:id="rId24"/>
    <p:sldLayoutId id="2147483733" r:id="rId2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9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Krona One"/>
              <a:buNone/>
              <a:defRPr b="1" sz="2900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Krona One"/>
              <a:buNone/>
              <a:defRPr b="1" sz="2900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Krona One"/>
              <a:buNone/>
              <a:defRPr b="1" sz="2900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Krona One"/>
              <a:buNone/>
              <a:defRPr b="1" sz="2900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Krona One"/>
              <a:buNone/>
              <a:defRPr b="1" sz="2900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Krona One"/>
              <a:buNone/>
              <a:defRPr b="1" sz="2900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Krona One"/>
              <a:buNone/>
              <a:defRPr b="1" sz="2900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Krona One"/>
              <a:buNone/>
              <a:defRPr b="1" sz="2900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Krona One"/>
              <a:buNone/>
              <a:defRPr b="1" sz="2900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9pPr>
          </a:lstStyle>
          <a:p/>
        </p:txBody>
      </p:sp>
      <p:sp>
        <p:nvSpPr>
          <p:cNvPr id="657" name="Google Shape;657;p9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pilogue"/>
              <a:buChar char="●"/>
              <a:defRPr sz="12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pilogue"/>
              <a:buChar char="○"/>
              <a:defRPr sz="12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pilogue"/>
              <a:buChar char="■"/>
              <a:defRPr sz="12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pilogue"/>
              <a:buChar char="●"/>
              <a:defRPr sz="12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pilogue"/>
              <a:buChar char="○"/>
              <a:defRPr sz="12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pilogue"/>
              <a:buChar char="■"/>
              <a:defRPr sz="12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pilogue"/>
              <a:buChar char="●"/>
              <a:defRPr sz="12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pilogue"/>
              <a:buChar char="○"/>
              <a:defRPr sz="12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pilogue"/>
              <a:buChar char="■"/>
              <a:defRPr sz="12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  <p:sldLayoutId id="2147483745" r:id="rId12"/>
    <p:sldLayoutId id="2147483746" r:id="rId13"/>
    <p:sldLayoutId id="2147483747" r:id="rId14"/>
    <p:sldLayoutId id="2147483748" r:id="rId15"/>
    <p:sldLayoutId id="2147483749" r:id="rId16"/>
    <p:sldLayoutId id="2147483750" r:id="rId17"/>
    <p:sldLayoutId id="2147483751" r:id="rId18"/>
    <p:sldLayoutId id="2147483752" r:id="rId19"/>
    <p:sldLayoutId id="2147483753" r:id="rId20"/>
    <p:sldLayoutId id="2147483754" r:id="rId21"/>
    <p:sldLayoutId id="2147483755" r:id="rId22"/>
    <p:sldLayoutId id="2147483756" r:id="rId23"/>
    <p:sldLayoutId id="2147483757" r:id="rId24"/>
    <p:sldLayoutId id="2147483758" r:id="rId2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1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Krona One"/>
              <a:buNone/>
              <a:defRPr b="1" sz="2900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Krona One"/>
              <a:buNone/>
              <a:defRPr b="1" sz="2900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Krona One"/>
              <a:buNone/>
              <a:defRPr b="1" sz="2900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Krona One"/>
              <a:buNone/>
              <a:defRPr b="1" sz="2900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Krona One"/>
              <a:buNone/>
              <a:defRPr b="1" sz="2900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Krona One"/>
              <a:buNone/>
              <a:defRPr b="1" sz="2900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Krona One"/>
              <a:buNone/>
              <a:defRPr b="1" sz="2900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Krona One"/>
              <a:buNone/>
              <a:defRPr b="1" sz="2900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Krona One"/>
              <a:buNone/>
              <a:defRPr b="1" sz="2900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9pPr>
          </a:lstStyle>
          <a:p/>
        </p:txBody>
      </p:sp>
      <p:sp>
        <p:nvSpPr>
          <p:cNvPr id="856" name="Google Shape;856;p1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pilogue"/>
              <a:buChar char="●"/>
              <a:defRPr sz="12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pilogue"/>
              <a:buChar char="○"/>
              <a:defRPr sz="12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pilogue"/>
              <a:buChar char="■"/>
              <a:defRPr sz="12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pilogue"/>
              <a:buChar char="●"/>
              <a:defRPr sz="12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pilogue"/>
              <a:buChar char="○"/>
              <a:defRPr sz="12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pilogue"/>
              <a:buChar char="■"/>
              <a:defRPr sz="12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pilogue"/>
              <a:buChar char="●"/>
              <a:defRPr sz="12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pilogue"/>
              <a:buChar char="○"/>
              <a:defRPr sz="12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pilogue"/>
              <a:buChar char="■"/>
              <a:defRPr sz="12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  <p:sldLayoutId id="2147483770" r:id="rId12"/>
    <p:sldLayoutId id="2147483771" r:id="rId13"/>
    <p:sldLayoutId id="2147483772" r:id="rId14"/>
    <p:sldLayoutId id="2147483773" r:id="rId15"/>
    <p:sldLayoutId id="2147483774" r:id="rId16"/>
    <p:sldLayoutId id="2147483775" r:id="rId17"/>
    <p:sldLayoutId id="2147483776" r:id="rId18"/>
    <p:sldLayoutId id="2147483777" r:id="rId19"/>
    <p:sldLayoutId id="2147483778" r:id="rId20"/>
    <p:sldLayoutId id="2147483779" r:id="rId21"/>
    <p:sldLayoutId id="2147483780" r:id="rId22"/>
    <p:sldLayoutId id="2147483781" r:id="rId23"/>
    <p:sldLayoutId id="2147483782" r:id="rId24"/>
    <p:sldLayoutId id="2147483783" r:id="rId2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p1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Krona One"/>
              <a:buNone/>
              <a:defRPr b="1" sz="2900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Krona One"/>
              <a:buNone/>
              <a:defRPr b="1" sz="2900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Krona One"/>
              <a:buNone/>
              <a:defRPr b="1" sz="2900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Krona One"/>
              <a:buNone/>
              <a:defRPr b="1" sz="2900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Krona One"/>
              <a:buNone/>
              <a:defRPr b="1" sz="2900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Krona One"/>
              <a:buNone/>
              <a:defRPr b="1" sz="2900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Krona One"/>
              <a:buNone/>
              <a:defRPr b="1" sz="2900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Krona One"/>
              <a:buNone/>
              <a:defRPr b="1" sz="2900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Krona One"/>
              <a:buNone/>
              <a:defRPr b="1" sz="2900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9pPr>
          </a:lstStyle>
          <a:p/>
        </p:txBody>
      </p:sp>
      <p:sp>
        <p:nvSpPr>
          <p:cNvPr id="1055" name="Google Shape;1055;p1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pilogue"/>
              <a:buChar char="●"/>
              <a:defRPr sz="12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pilogue"/>
              <a:buChar char="○"/>
              <a:defRPr sz="12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pilogue"/>
              <a:buChar char="■"/>
              <a:defRPr sz="12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pilogue"/>
              <a:buChar char="●"/>
              <a:defRPr sz="12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pilogue"/>
              <a:buChar char="○"/>
              <a:defRPr sz="12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pilogue"/>
              <a:buChar char="■"/>
              <a:defRPr sz="12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pilogue"/>
              <a:buChar char="●"/>
              <a:defRPr sz="12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pilogue"/>
              <a:buChar char="○"/>
              <a:defRPr sz="12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pilogue"/>
              <a:buChar char="■"/>
              <a:defRPr sz="12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84" r:id="rId1"/>
    <p:sldLayoutId id="2147483785" r:id="rId2"/>
    <p:sldLayoutId id="2147483786" r:id="rId3"/>
    <p:sldLayoutId id="2147483787" r:id="rId4"/>
    <p:sldLayoutId id="2147483788" r:id="rId5"/>
    <p:sldLayoutId id="2147483789" r:id="rId6"/>
    <p:sldLayoutId id="2147483790" r:id="rId7"/>
    <p:sldLayoutId id="2147483791" r:id="rId8"/>
    <p:sldLayoutId id="2147483792" r:id="rId9"/>
    <p:sldLayoutId id="2147483793" r:id="rId10"/>
    <p:sldLayoutId id="2147483794" r:id="rId11"/>
    <p:sldLayoutId id="2147483795" r:id="rId12"/>
    <p:sldLayoutId id="2147483796" r:id="rId13"/>
    <p:sldLayoutId id="2147483797" r:id="rId14"/>
    <p:sldLayoutId id="2147483798" r:id="rId15"/>
    <p:sldLayoutId id="2147483799" r:id="rId16"/>
    <p:sldLayoutId id="2147483800" r:id="rId17"/>
    <p:sldLayoutId id="2147483801" r:id="rId18"/>
    <p:sldLayoutId id="2147483802" r:id="rId19"/>
    <p:sldLayoutId id="2147483803" r:id="rId20"/>
    <p:sldLayoutId id="2147483804" r:id="rId21"/>
    <p:sldLayoutId id="2147483805" r:id="rId22"/>
    <p:sldLayoutId id="2147483806" r:id="rId23"/>
    <p:sldLayoutId id="2147483807" r:id="rId24"/>
    <p:sldLayoutId id="2147483808" r:id="rId2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0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4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open.spotify.com/track/4RoKNqyZ9622tcAeNPNv5k" TargetMode="External"/><Relationship Id="rId4" Type="http://schemas.openxmlformats.org/officeDocument/2006/relationships/hyperlink" Target="https://open.spotify.com/track/4RoKNqyZ9622tcAeNPNv5k" TargetMode="External"/><Relationship Id="rId9" Type="http://schemas.openxmlformats.org/officeDocument/2006/relationships/hyperlink" Target="https://open.spotify.com/track/6W87j9MnByZwdNPmXPlAjn" TargetMode="External"/><Relationship Id="rId5" Type="http://schemas.openxmlformats.org/officeDocument/2006/relationships/hyperlink" Target="https://www.youtube.com/watch?v=cdsUfPdEvY4" TargetMode="External"/><Relationship Id="rId6" Type="http://schemas.openxmlformats.org/officeDocument/2006/relationships/hyperlink" Target="https://open.spotify.com/track/1rd44ZXkADBy7ZSj2McUGj" TargetMode="External"/><Relationship Id="rId7" Type="http://schemas.openxmlformats.org/officeDocument/2006/relationships/hyperlink" Target="https://open.spotify.com/track/1rd44ZXkADBy7ZSj2McUGj" TargetMode="External"/><Relationship Id="rId8" Type="http://schemas.openxmlformats.org/officeDocument/2006/relationships/hyperlink" Target="https://www.youtube.com/watch?v=aL3mGBZHNzc" TargetMode="External"/><Relationship Id="rId11" Type="http://schemas.openxmlformats.org/officeDocument/2006/relationships/hyperlink" Target="https://www.youtube.com/watch?v=zZR2DsONh0M" TargetMode="External"/><Relationship Id="rId10" Type="http://schemas.openxmlformats.org/officeDocument/2006/relationships/hyperlink" Target="https://open.spotify.com/track/6W87j9MnByZwdNPmXPlAjn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4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5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Google Shape;1256;p169"/>
          <p:cNvSpPr txBox="1"/>
          <p:nvPr>
            <p:ph idx="1" type="subTitle"/>
          </p:nvPr>
        </p:nvSpPr>
        <p:spPr>
          <a:xfrm>
            <a:off x="2161350" y="2045525"/>
            <a:ext cx="4821300" cy="43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/>
              <a:t>Malvina Dufour et Louis Lemercier</a:t>
            </a:r>
            <a:endParaRPr/>
          </a:p>
        </p:txBody>
      </p:sp>
      <p:sp>
        <p:nvSpPr>
          <p:cNvPr id="1257" name="Google Shape;1257;p169"/>
          <p:cNvSpPr/>
          <p:nvPr/>
        </p:nvSpPr>
        <p:spPr>
          <a:xfrm>
            <a:off x="6866251" y="1938988"/>
            <a:ext cx="2997956" cy="2964270"/>
          </a:xfrm>
          <a:custGeom>
            <a:rect b="b" l="l" r="r" t="t"/>
            <a:pathLst>
              <a:path extrusionOk="0" h="80518" w="81433">
                <a:moveTo>
                  <a:pt x="28054" y="1"/>
                </a:moveTo>
                <a:cubicBezTo>
                  <a:pt x="25711" y="1"/>
                  <a:pt x="23142" y="619"/>
                  <a:pt x="20333" y="2015"/>
                </a:cubicBezTo>
                <a:cubicBezTo>
                  <a:pt x="6227" y="9005"/>
                  <a:pt x="0" y="29769"/>
                  <a:pt x="12937" y="41054"/>
                </a:cubicBezTo>
                <a:cubicBezTo>
                  <a:pt x="20663" y="47764"/>
                  <a:pt x="32533" y="47916"/>
                  <a:pt x="40157" y="54728"/>
                </a:cubicBezTo>
                <a:cubicBezTo>
                  <a:pt x="48519" y="62149"/>
                  <a:pt x="50654" y="76509"/>
                  <a:pt x="61329" y="79940"/>
                </a:cubicBezTo>
                <a:cubicBezTo>
                  <a:pt x="62549" y="80333"/>
                  <a:pt x="63804" y="80517"/>
                  <a:pt x="65058" y="80517"/>
                </a:cubicBezTo>
                <a:cubicBezTo>
                  <a:pt x="71507" y="80517"/>
                  <a:pt x="77931" y="75645"/>
                  <a:pt x="79526" y="69240"/>
                </a:cubicBezTo>
                <a:cubicBezTo>
                  <a:pt x="81433" y="61590"/>
                  <a:pt x="76959" y="53101"/>
                  <a:pt x="69868" y="49543"/>
                </a:cubicBezTo>
                <a:cubicBezTo>
                  <a:pt x="65446" y="47306"/>
                  <a:pt x="60236" y="46772"/>
                  <a:pt x="56271" y="43875"/>
                </a:cubicBezTo>
                <a:cubicBezTo>
                  <a:pt x="51391" y="40291"/>
                  <a:pt x="49434" y="33963"/>
                  <a:pt x="48367" y="28016"/>
                </a:cubicBezTo>
                <a:cubicBezTo>
                  <a:pt x="46424" y="17002"/>
                  <a:pt x="40341" y="1"/>
                  <a:pt x="2805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8" name="Google Shape;1258;p169"/>
          <p:cNvSpPr/>
          <p:nvPr/>
        </p:nvSpPr>
        <p:spPr>
          <a:xfrm rot="3520972">
            <a:off x="-23028" y="2849416"/>
            <a:ext cx="4638210" cy="3518320"/>
          </a:xfrm>
          <a:custGeom>
            <a:rect b="b" l="l" r="r" t="t"/>
            <a:pathLst>
              <a:path extrusionOk="0" h="70100" w="92413">
                <a:moveTo>
                  <a:pt x="64951" y="1"/>
                </a:moveTo>
                <a:cubicBezTo>
                  <a:pt x="62821" y="1"/>
                  <a:pt x="60692" y="356"/>
                  <a:pt x="58686" y="1088"/>
                </a:cubicBezTo>
                <a:cubicBezTo>
                  <a:pt x="48087" y="4951"/>
                  <a:pt x="43233" y="17227"/>
                  <a:pt x="34109" y="23860"/>
                </a:cubicBezTo>
                <a:cubicBezTo>
                  <a:pt x="26636" y="29325"/>
                  <a:pt x="16623" y="30748"/>
                  <a:pt x="9633" y="36797"/>
                </a:cubicBezTo>
                <a:cubicBezTo>
                  <a:pt x="2796" y="42693"/>
                  <a:pt x="1" y="53317"/>
                  <a:pt x="4245" y="61323"/>
                </a:cubicBezTo>
                <a:cubicBezTo>
                  <a:pt x="7105" y="66733"/>
                  <a:pt x="13294" y="70099"/>
                  <a:pt x="19296" y="70099"/>
                </a:cubicBezTo>
                <a:cubicBezTo>
                  <a:pt x="22148" y="70099"/>
                  <a:pt x="24958" y="69339"/>
                  <a:pt x="27348" y="67677"/>
                </a:cubicBezTo>
                <a:cubicBezTo>
                  <a:pt x="34134" y="62899"/>
                  <a:pt x="36015" y="53063"/>
                  <a:pt x="43030" y="48666"/>
                </a:cubicBezTo>
                <a:cubicBezTo>
                  <a:pt x="49384" y="44701"/>
                  <a:pt x="57618" y="46506"/>
                  <a:pt x="64989" y="45083"/>
                </a:cubicBezTo>
                <a:cubicBezTo>
                  <a:pt x="83542" y="41524"/>
                  <a:pt x="92413" y="15473"/>
                  <a:pt x="76019" y="3528"/>
                </a:cubicBezTo>
                <a:cubicBezTo>
                  <a:pt x="72835" y="1218"/>
                  <a:pt x="68891" y="1"/>
                  <a:pt x="6495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59" name="Google Shape;1259;p169"/>
          <p:cNvGrpSpPr/>
          <p:nvPr/>
        </p:nvGrpSpPr>
        <p:grpSpPr>
          <a:xfrm>
            <a:off x="805641" y="2480525"/>
            <a:ext cx="2077665" cy="3948877"/>
            <a:chOff x="675800" y="1090725"/>
            <a:chExt cx="933950" cy="1775175"/>
          </a:xfrm>
        </p:grpSpPr>
        <p:sp>
          <p:nvSpPr>
            <p:cNvPr id="1260" name="Google Shape;1260;p169"/>
            <p:cNvSpPr/>
            <p:nvPr/>
          </p:nvSpPr>
          <p:spPr>
            <a:xfrm>
              <a:off x="675800" y="1627100"/>
              <a:ext cx="933950" cy="1238800"/>
            </a:xfrm>
            <a:custGeom>
              <a:rect b="b" l="l" r="r" t="t"/>
              <a:pathLst>
                <a:path extrusionOk="0" h="49552" w="37358">
                  <a:moveTo>
                    <a:pt x="20592" y="0"/>
                  </a:moveTo>
                  <a:cubicBezTo>
                    <a:pt x="20369" y="0"/>
                    <a:pt x="20128" y="109"/>
                    <a:pt x="19910" y="218"/>
                  </a:cubicBezTo>
                  <a:cubicBezTo>
                    <a:pt x="19393" y="461"/>
                    <a:pt x="18846" y="765"/>
                    <a:pt x="18360" y="1130"/>
                  </a:cubicBezTo>
                  <a:cubicBezTo>
                    <a:pt x="17933" y="1407"/>
                    <a:pt x="17400" y="1715"/>
                    <a:pt x="16910" y="1715"/>
                  </a:cubicBezTo>
                  <a:cubicBezTo>
                    <a:pt x="16703" y="1715"/>
                    <a:pt x="16504" y="1660"/>
                    <a:pt x="16323" y="1525"/>
                  </a:cubicBezTo>
                  <a:cubicBezTo>
                    <a:pt x="16050" y="1342"/>
                    <a:pt x="15898" y="978"/>
                    <a:pt x="15624" y="704"/>
                  </a:cubicBezTo>
                  <a:cubicBezTo>
                    <a:pt x="15405" y="498"/>
                    <a:pt x="15116" y="407"/>
                    <a:pt x="14813" y="407"/>
                  </a:cubicBezTo>
                  <a:cubicBezTo>
                    <a:pt x="14400" y="407"/>
                    <a:pt x="13964" y="576"/>
                    <a:pt x="13649" y="856"/>
                  </a:cubicBezTo>
                  <a:cubicBezTo>
                    <a:pt x="13345" y="1130"/>
                    <a:pt x="13132" y="1464"/>
                    <a:pt x="13010" y="1829"/>
                  </a:cubicBezTo>
                  <a:cubicBezTo>
                    <a:pt x="12858" y="2285"/>
                    <a:pt x="12524" y="2741"/>
                    <a:pt x="12433" y="3257"/>
                  </a:cubicBezTo>
                  <a:cubicBezTo>
                    <a:pt x="12402" y="3470"/>
                    <a:pt x="12433" y="3653"/>
                    <a:pt x="12433" y="3896"/>
                  </a:cubicBezTo>
                  <a:cubicBezTo>
                    <a:pt x="12433" y="4230"/>
                    <a:pt x="12463" y="4564"/>
                    <a:pt x="12463" y="4929"/>
                  </a:cubicBezTo>
                  <a:lnTo>
                    <a:pt x="12463" y="5689"/>
                  </a:lnTo>
                  <a:cubicBezTo>
                    <a:pt x="12433" y="6084"/>
                    <a:pt x="12281" y="6449"/>
                    <a:pt x="12220" y="6844"/>
                  </a:cubicBezTo>
                  <a:cubicBezTo>
                    <a:pt x="12129" y="7300"/>
                    <a:pt x="12098" y="7817"/>
                    <a:pt x="12007" y="8273"/>
                  </a:cubicBezTo>
                  <a:cubicBezTo>
                    <a:pt x="11916" y="8759"/>
                    <a:pt x="11764" y="9245"/>
                    <a:pt x="11794" y="9732"/>
                  </a:cubicBezTo>
                  <a:cubicBezTo>
                    <a:pt x="11825" y="10096"/>
                    <a:pt x="11642" y="10309"/>
                    <a:pt x="11673" y="10644"/>
                  </a:cubicBezTo>
                  <a:cubicBezTo>
                    <a:pt x="11673" y="10704"/>
                    <a:pt x="11673" y="10735"/>
                    <a:pt x="11703" y="10765"/>
                  </a:cubicBezTo>
                  <a:cubicBezTo>
                    <a:pt x="11764" y="10795"/>
                    <a:pt x="11794" y="10856"/>
                    <a:pt x="11825" y="10856"/>
                  </a:cubicBezTo>
                  <a:cubicBezTo>
                    <a:pt x="12073" y="10969"/>
                    <a:pt x="12338" y="11032"/>
                    <a:pt x="12594" y="11032"/>
                  </a:cubicBezTo>
                  <a:cubicBezTo>
                    <a:pt x="12684" y="11032"/>
                    <a:pt x="12772" y="11024"/>
                    <a:pt x="12858" y="11008"/>
                  </a:cubicBezTo>
                  <a:cubicBezTo>
                    <a:pt x="12980" y="11008"/>
                    <a:pt x="12737" y="12832"/>
                    <a:pt x="12706" y="12984"/>
                  </a:cubicBezTo>
                  <a:cubicBezTo>
                    <a:pt x="12524" y="13987"/>
                    <a:pt x="12220" y="15020"/>
                    <a:pt x="11916" y="16024"/>
                  </a:cubicBezTo>
                  <a:cubicBezTo>
                    <a:pt x="10275" y="17938"/>
                    <a:pt x="8937" y="20157"/>
                    <a:pt x="7569" y="22255"/>
                  </a:cubicBezTo>
                  <a:cubicBezTo>
                    <a:pt x="6202" y="24322"/>
                    <a:pt x="4743" y="26419"/>
                    <a:pt x="3709" y="28729"/>
                  </a:cubicBezTo>
                  <a:cubicBezTo>
                    <a:pt x="3466" y="29154"/>
                    <a:pt x="3284" y="29610"/>
                    <a:pt x="3192" y="30097"/>
                  </a:cubicBezTo>
                  <a:cubicBezTo>
                    <a:pt x="3132" y="30644"/>
                    <a:pt x="3162" y="31221"/>
                    <a:pt x="3253" y="31768"/>
                  </a:cubicBezTo>
                  <a:cubicBezTo>
                    <a:pt x="3557" y="34109"/>
                    <a:pt x="4044" y="36449"/>
                    <a:pt x="4773" y="38699"/>
                  </a:cubicBezTo>
                  <a:cubicBezTo>
                    <a:pt x="5107" y="39793"/>
                    <a:pt x="5594" y="40826"/>
                    <a:pt x="5928" y="41921"/>
                  </a:cubicBezTo>
                  <a:cubicBezTo>
                    <a:pt x="6202" y="42832"/>
                    <a:pt x="4986" y="42376"/>
                    <a:pt x="4955" y="43228"/>
                  </a:cubicBezTo>
                  <a:cubicBezTo>
                    <a:pt x="4955" y="43410"/>
                    <a:pt x="5016" y="43623"/>
                    <a:pt x="5077" y="43835"/>
                  </a:cubicBezTo>
                  <a:cubicBezTo>
                    <a:pt x="5138" y="44231"/>
                    <a:pt x="4895" y="44687"/>
                    <a:pt x="4621" y="44991"/>
                  </a:cubicBezTo>
                  <a:cubicBezTo>
                    <a:pt x="4317" y="45294"/>
                    <a:pt x="3892" y="45507"/>
                    <a:pt x="3496" y="45690"/>
                  </a:cubicBezTo>
                  <a:cubicBezTo>
                    <a:pt x="2980" y="45963"/>
                    <a:pt x="2402" y="46176"/>
                    <a:pt x="1825" y="46419"/>
                  </a:cubicBezTo>
                  <a:cubicBezTo>
                    <a:pt x="1278" y="46632"/>
                    <a:pt x="670" y="46875"/>
                    <a:pt x="244" y="47331"/>
                  </a:cubicBezTo>
                  <a:cubicBezTo>
                    <a:pt x="123" y="47422"/>
                    <a:pt x="1" y="47635"/>
                    <a:pt x="1" y="47817"/>
                  </a:cubicBezTo>
                  <a:cubicBezTo>
                    <a:pt x="62" y="48273"/>
                    <a:pt x="578" y="48425"/>
                    <a:pt x="1004" y="48486"/>
                  </a:cubicBezTo>
                  <a:cubicBezTo>
                    <a:pt x="1517" y="48589"/>
                    <a:pt x="2044" y="48677"/>
                    <a:pt x="2567" y="48677"/>
                  </a:cubicBezTo>
                  <a:cubicBezTo>
                    <a:pt x="2818" y="48677"/>
                    <a:pt x="3067" y="48657"/>
                    <a:pt x="3314" y="48608"/>
                  </a:cubicBezTo>
                  <a:cubicBezTo>
                    <a:pt x="3861" y="48486"/>
                    <a:pt x="4317" y="48304"/>
                    <a:pt x="4803" y="48152"/>
                  </a:cubicBezTo>
                  <a:cubicBezTo>
                    <a:pt x="6050" y="47787"/>
                    <a:pt x="7326" y="47696"/>
                    <a:pt x="8633" y="47422"/>
                  </a:cubicBezTo>
                  <a:cubicBezTo>
                    <a:pt x="9120" y="47361"/>
                    <a:pt x="9728" y="47027"/>
                    <a:pt x="9971" y="46480"/>
                  </a:cubicBezTo>
                  <a:cubicBezTo>
                    <a:pt x="10032" y="46298"/>
                    <a:pt x="10032" y="46115"/>
                    <a:pt x="10032" y="45902"/>
                  </a:cubicBezTo>
                  <a:cubicBezTo>
                    <a:pt x="10032" y="45264"/>
                    <a:pt x="10032" y="44595"/>
                    <a:pt x="9940" y="43927"/>
                  </a:cubicBezTo>
                  <a:cubicBezTo>
                    <a:pt x="9849" y="43440"/>
                    <a:pt x="9636" y="43167"/>
                    <a:pt x="9484" y="42711"/>
                  </a:cubicBezTo>
                  <a:cubicBezTo>
                    <a:pt x="9424" y="42620"/>
                    <a:pt x="9484" y="42498"/>
                    <a:pt x="9484" y="42376"/>
                  </a:cubicBezTo>
                  <a:cubicBezTo>
                    <a:pt x="9484" y="42012"/>
                    <a:pt x="9180" y="41586"/>
                    <a:pt x="9393" y="41252"/>
                  </a:cubicBezTo>
                  <a:cubicBezTo>
                    <a:pt x="9576" y="40948"/>
                    <a:pt x="10183" y="40826"/>
                    <a:pt x="10487" y="40705"/>
                  </a:cubicBezTo>
                  <a:cubicBezTo>
                    <a:pt x="10791" y="40583"/>
                    <a:pt x="11187" y="40431"/>
                    <a:pt x="11187" y="40097"/>
                  </a:cubicBezTo>
                  <a:cubicBezTo>
                    <a:pt x="11187" y="39975"/>
                    <a:pt x="11095" y="39884"/>
                    <a:pt x="11065" y="39762"/>
                  </a:cubicBezTo>
                  <a:cubicBezTo>
                    <a:pt x="10791" y="39124"/>
                    <a:pt x="10913" y="38425"/>
                    <a:pt x="10731" y="37787"/>
                  </a:cubicBezTo>
                  <a:cubicBezTo>
                    <a:pt x="10487" y="36996"/>
                    <a:pt x="10214" y="36237"/>
                    <a:pt x="10001" y="35477"/>
                  </a:cubicBezTo>
                  <a:cubicBezTo>
                    <a:pt x="9819" y="34930"/>
                    <a:pt x="9606" y="34352"/>
                    <a:pt x="9606" y="33805"/>
                  </a:cubicBezTo>
                  <a:cubicBezTo>
                    <a:pt x="9606" y="33258"/>
                    <a:pt x="9819" y="32741"/>
                    <a:pt x="9788" y="32194"/>
                  </a:cubicBezTo>
                  <a:cubicBezTo>
                    <a:pt x="9788" y="31981"/>
                    <a:pt x="9728" y="31738"/>
                    <a:pt x="9819" y="31556"/>
                  </a:cubicBezTo>
                  <a:cubicBezTo>
                    <a:pt x="9849" y="31373"/>
                    <a:pt x="10001" y="31252"/>
                    <a:pt x="10153" y="31100"/>
                  </a:cubicBezTo>
                  <a:cubicBezTo>
                    <a:pt x="11187" y="30097"/>
                    <a:pt x="12250" y="29185"/>
                    <a:pt x="13223" y="28182"/>
                  </a:cubicBezTo>
                  <a:cubicBezTo>
                    <a:pt x="14257" y="27118"/>
                    <a:pt x="15047" y="25811"/>
                    <a:pt x="15989" y="24686"/>
                  </a:cubicBezTo>
                  <a:cubicBezTo>
                    <a:pt x="16840" y="23683"/>
                    <a:pt x="17752" y="23136"/>
                    <a:pt x="18816" y="22528"/>
                  </a:cubicBezTo>
                  <a:cubicBezTo>
                    <a:pt x="18935" y="22433"/>
                    <a:pt x="19109" y="22357"/>
                    <a:pt x="19266" y="22357"/>
                  </a:cubicBezTo>
                  <a:cubicBezTo>
                    <a:pt x="19311" y="22357"/>
                    <a:pt x="19353" y="22363"/>
                    <a:pt x="19393" y="22376"/>
                  </a:cubicBezTo>
                  <a:cubicBezTo>
                    <a:pt x="19515" y="22407"/>
                    <a:pt x="19606" y="22498"/>
                    <a:pt x="19728" y="22619"/>
                  </a:cubicBezTo>
                  <a:cubicBezTo>
                    <a:pt x="20579" y="23592"/>
                    <a:pt x="20913" y="24899"/>
                    <a:pt x="21248" y="26176"/>
                  </a:cubicBezTo>
                  <a:cubicBezTo>
                    <a:pt x="21673" y="27726"/>
                    <a:pt x="22159" y="29246"/>
                    <a:pt x="22707" y="30735"/>
                  </a:cubicBezTo>
                  <a:cubicBezTo>
                    <a:pt x="22919" y="31373"/>
                    <a:pt x="23193" y="32012"/>
                    <a:pt x="23558" y="32589"/>
                  </a:cubicBezTo>
                  <a:cubicBezTo>
                    <a:pt x="23831" y="32954"/>
                    <a:pt x="24135" y="33258"/>
                    <a:pt x="24439" y="33562"/>
                  </a:cubicBezTo>
                  <a:cubicBezTo>
                    <a:pt x="25017" y="33562"/>
                    <a:pt x="25655" y="34595"/>
                    <a:pt x="25959" y="34930"/>
                  </a:cubicBezTo>
                  <a:cubicBezTo>
                    <a:pt x="26506" y="35537"/>
                    <a:pt x="27144" y="35993"/>
                    <a:pt x="27448" y="36814"/>
                  </a:cubicBezTo>
                  <a:cubicBezTo>
                    <a:pt x="27631" y="37270"/>
                    <a:pt x="27783" y="37726"/>
                    <a:pt x="27965" y="38182"/>
                  </a:cubicBezTo>
                  <a:cubicBezTo>
                    <a:pt x="28330" y="39094"/>
                    <a:pt x="28634" y="39945"/>
                    <a:pt x="28907" y="40857"/>
                  </a:cubicBezTo>
                  <a:cubicBezTo>
                    <a:pt x="28998" y="41100"/>
                    <a:pt x="29120" y="41313"/>
                    <a:pt x="29302" y="41404"/>
                  </a:cubicBezTo>
                  <a:cubicBezTo>
                    <a:pt x="29412" y="41446"/>
                    <a:pt x="29539" y="41464"/>
                    <a:pt x="29677" y="41464"/>
                  </a:cubicBezTo>
                  <a:cubicBezTo>
                    <a:pt x="30339" y="41464"/>
                    <a:pt x="31251" y="41037"/>
                    <a:pt x="31704" y="40735"/>
                  </a:cubicBezTo>
                  <a:cubicBezTo>
                    <a:pt x="31764" y="40705"/>
                    <a:pt x="31856" y="40674"/>
                    <a:pt x="31916" y="40674"/>
                  </a:cubicBezTo>
                  <a:cubicBezTo>
                    <a:pt x="31947" y="40705"/>
                    <a:pt x="32008" y="40705"/>
                    <a:pt x="32038" y="40735"/>
                  </a:cubicBezTo>
                  <a:cubicBezTo>
                    <a:pt x="32099" y="40826"/>
                    <a:pt x="33558" y="42316"/>
                    <a:pt x="33375" y="42376"/>
                  </a:cubicBezTo>
                  <a:cubicBezTo>
                    <a:pt x="32980" y="42528"/>
                    <a:pt x="32646" y="42711"/>
                    <a:pt x="32342" y="43015"/>
                  </a:cubicBezTo>
                  <a:cubicBezTo>
                    <a:pt x="32312" y="43076"/>
                    <a:pt x="32220" y="43136"/>
                    <a:pt x="32220" y="43228"/>
                  </a:cubicBezTo>
                  <a:cubicBezTo>
                    <a:pt x="32220" y="43288"/>
                    <a:pt x="32251" y="43319"/>
                    <a:pt x="32312" y="43410"/>
                  </a:cubicBezTo>
                  <a:cubicBezTo>
                    <a:pt x="32524" y="43835"/>
                    <a:pt x="32767" y="44200"/>
                    <a:pt x="32980" y="44626"/>
                  </a:cubicBezTo>
                  <a:cubicBezTo>
                    <a:pt x="33041" y="44747"/>
                    <a:pt x="33102" y="44839"/>
                    <a:pt x="33102" y="44960"/>
                  </a:cubicBezTo>
                  <a:cubicBezTo>
                    <a:pt x="33102" y="45082"/>
                    <a:pt x="33071" y="45203"/>
                    <a:pt x="33071" y="45264"/>
                  </a:cubicBezTo>
                  <a:cubicBezTo>
                    <a:pt x="33041" y="45538"/>
                    <a:pt x="33041" y="45811"/>
                    <a:pt x="32980" y="46024"/>
                  </a:cubicBezTo>
                  <a:cubicBezTo>
                    <a:pt x="32767" y="46966"/>
                    <a:pt x="31096" y="47422"/>
                    <a:pt x="31400" y="48638"/>
                  </a:cubicBezTo>
                  <a:cubicBezTo>
                    <a:pt x="31552" y="49307"/>
                    <a:pt x="32220" y="49550"/>
                    <a:pt x="32828" y="49550"/>
                  </a:cubicBezTo>
                  <a:cubicBezTo>
                    <a:pt x="32861" y="49551"/>
                    <a:pt x="32893" y="49551"/>
                    <a:pt x="32926" y="49551"/>
                  </a:cubicBezTo>
                  <a:cubicBezTo>
                    <a:pt x="34983" y="49551"/>
                    <a:pt x="36787" y="47662"/>
                    <a:pt x="37236" y="45538"/>
                  </a:cubicBezTo>
                  <a:cubicBezTo>
                    <a:pt x="37296" y="45234"/>
                    <a:pt x="37357" y="44899"/>
                    <a:pt x="37296" y="44535"/>
                  </a:cubicBezTo>
                  <a:cubicBezTo>
                    <a:pt x="37205" y="44139"/>
                    <a:pt x="37023" y="43775"/>
                    <a:pt x="36841" y="43440"/>
                  </a:cubicBezTo>
                  <a:cubicBezTo>
                    <a:pt x="35534" y="41009"/>
                    <a:pt x="34895" y="38273"/>
                    <a:pt x="33983" y="35659"/>
                  </a:cubicBezTo>
                  <a:cubicBezTo>
                    <a:pt x="33071" y="33045"/>
                    <a:pt x="31825" y="30401"/>
                    <a:pt x="29698" y="28820"/>
                  </a:cubicBezTo>
                  <a:cubicBezTo>
                    <a:pt x="29090" y="28364"/>
                    <a:pt x="28634" y="28091"/>
                    <a:pt x="28391" y="27361"/>
                  </a:cubicBezTo>
                  <a:cubicBezTo>
                    <a:pt x="28178" y="26571"/>
                    <a:pt x="28330" y="25385"/>
                    <a:pt x="28330" y="24534"/>
                  </a:cubicBezTo>
                  <a:cubicBezTo>
                    <a:pt x="28360" y="22741"/>
                    <a:pt x="28512" y="20978"/>
                    <a:pt x="28391" y="19215"/>
                  </a:cubicBezTo>
                  <a:cubicBezTo>
                    <a:pt x="28269" y="17604"/>
                    <a:pt x="27935" y="15932"/>
                    <a:pt x="27205" y="14504"/>
                  </a:cubicBezTo>
                  <a:cubicBezTo>
                    <a:pt x="26810" y="13683"/>
                    <a:pt x="26202" y="12923"/>
                    <a:pt x="25625" y="12224"/>
                  </a:cubicBezTo>
                  <a:cubicBezTo>
                    <a:pt x="25321" y="11829"/>
                    <a:pt x="25017" y="11495"/>
                    <a:pt x="24713" y="11099"/>
                  </a:cubicBezTo>
                  <a:cubicBezTo>
                    <a:pt x="24439" y="10765"/>
                    <a:pt x="24257" y="10400"/>
                    <a:pt x="23983" y="10096"/>
                  </a:cubicBezTo>
                  <a:cubicBezTo>
                    <a:pt x="24074" y="9975"/>
                    <a:pt x="24166" y="9944"/>
                    <a:pt x="24287" y="9884"/>
                  </a:cubicBezTo>
                  <a:cubicBezTo>
                    <a:pt x="24530" y="9823"/>
                    <a:pt x="24713" y="9732"/>
                    <a:pt x="24925" y="9671"/>
                  </a:cubicBezTo>
                  <a:cubicBezTo>
                    <a:pt x="25017" y="9640"/>
                    <a:pt x="25138" y="9580"/>
                    <a:pt x="25169" y="9519"/>
                  </a:cubicBezTo>
                  <a:cubicBezTo>
                    <a:pt x="25229" y="9428"/>
                    <a:pt x="25229" y="9337"/>
                    <a:pt x="25169" y="9276"/>
                  </a:cubicBezTo>
                  <a:cubicBezTo>
                    <a:pt x="25138" y="9245"/>
                    <a:pt x="25047" y="9245"/>
                    <a:pt x="25047" y="9215"/>
                  </a:cubicBezTo>
                  <a:cubicBezTo>
                    <a:pt x="25017" y="9215"/>
                    <a:pt x="25047" y="9185"/>
                    <a:pt x="25047" y="9124"/>
                  </a:cubicBezTo>
                  <a:cubicBezTo>
                    <a:pt x="25077" y="9033"/>
                    <a:pt x="24925" y="8911"/>
                    <a:pt x="24834" y="8820"/>
                  </a:cubicBezTo>
                  <a:cubicBezTo>
                    <a:pt x="24834" y="8789"/>
                    <a:pt x="24773" y="8789"/>
                    <a:pt x="24773" y="8759"/>
                  </a:cubicBezTo>
                  <a:lnTo>
                    <a:pt x="24773" y="8668"/>
                  </a:lnTo>
                  <a:cubicBezTo>
                    <a:pt x="24865" y="8030"/>
                    <a:pt x="24378" y="7361"/>
                    <a:pt x="24287" y="6692"/>
                  </a:cubicBezTo>
                  <a:cubicBezTo>
                    <a:pt x="24166" y="5719"/>
                    <a:pt x="24257" y="4686"/>
                    <a:pt x="24226" y="3713"/>
                  </a:cubicBezTo>
                  <a:lnTo>
                    <a:pt x="24226" y="3713"/>
                  </a:lnTo>
                  <a:cubicBezTo>
                    <a:pt x="24001" y="3769"/>
                    <a:pt x="23799" y="3795"/>
                    <a:pt x="23615" y="3795"/>
                  </a:cubicBezTo>
                  <a:cubicBezTo>
                    <a:pt x="22190" y="3795"/>
                    <a:pt x="21938" y="2233"/>
                    <a:pt x="21400" y="887"/>
                  </a:cubicBezTo>
                  <a:cubicBezTo>
                    <a:pt x="21248" y="522"/>
                    <a:pt x="21065" y="96"/>
                    <a:pt x="20670" y="5"/>
                  </a:cubicBezTo>
                  <a:cubicBezTo>
                    <a:pt x="20644" y="2"/>
                    <a:pt x="20618" y="0"/>
                    <a:pt x="205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169"/>
            <p:cNvSpPr/>
            <p:nvPr/>
          </p:nvSpPr>
          <p:spPr>
            <a:xfrm>
              <a:off x="684175" y="1416825"/>
              <a:ext cx="538025" cy="625750"/>
            </a:xfrm>
            <a:custGeom>
              <a:rect b="b" l="l" r="r" t="t"/>
              <a:pathLst>
                <a:path extrusionOk="0" h="25030" w="21521">
                  <a:moveTo>
                    <a:pt x="17636" y="1"/>
                  </a:moveTo>
                  <a:cubicBezTo>
                    <a:pt x="16844" y="1"/>
                    <a:pt x="16036" y="591"/>
                    <a:pt x="15229" y="787"/>
                  </a:cubicBezTo>
                  <a:cubicBezTo>
                    <a:pt x="14854" y="888"/>
                    <a:pt x="14469" y="912"/>
                    <a:pt x="14082" y="912"/>
                  </a:cubicBezTo>
                  <a:cubicBezTo>
                    <a:pt x="13745" y="912"/>
                    <a:pt x="13406" y="894"/>
                    <a:pt x="13072" y="894"/>
                  </a:cubicBezTo>
                  <a:cubicBezTo>
                    <a:pt x="12643" y="894"/>
                    <a:pt x="12223" y="924"/>
                    <a:pt x="11824" y="1060"/>
                  </a:cubicBezTo>
                  <a:cubicBezTo>
                    <a:pt x="10213" y="1638"/>
                    <a:pt x="9514" y="3614"/>
                    <a:pt x="8754" y="5285"/>
                  </a:cubicBezTo>
                  <a:cubicBezTo>
                    <a:pt x="7174" y="8902"/>
                    <a:pt x="4499" y="11851"/>
                    <a:pt x="2949" y="15468"/>
                  </a:cubicBezTo>
                  <a:cubicBezTo>
                    <a:pt x="2584" y="16289"/>
                    <a:pt x="2280" y="17170"/>
                    <a:pt x="1915" y="18021"/>
                  </a:cubicBezTo>
                  <a:cubicBezTo>
                    <a:pt x="1642" y="18568"/>
                    <a:pt x="1368" y="19146"/>
                    <a:pt x="1125" y="19693"/>
                  </a:cubicBezTo>
                  <a:cubicBezTo>
                    <a:pt x="851" y="20149"/>
                    <a:pt x="517" y="20665"/>
                    <a:pt x="365" y="21152"/>
                  </a:cubicBezTo>
                  <a:cubicBezTo>
                    <a:pt x="243" y="21547"/>
                    <a:pt x="152" y="21912"/>
                    <a:pt x="61" y="22337"/>
                  </a:cubicBezTo>
                  <a:cubicBezTo>
                    <a:pt x="61" y="22459"/>
                    <a:pt x="0" y="22580"/>
                    <a:pt x="61" y="22641"/>
                  </a:cubicBezTo>
                  <a:cubicBezTo>
                    <a:pt x="91" y="22732"/>
                    <a:pt x="91" y="22763"/>
                    <a:pt x="122" y="22793"/>
                  </a:cubicBezTo>
                  <a:cubicBezTo>
                    <a:pt x="122" y="23067"/>
                    <a:pt x="578" y="23523"/>
                    <a:pt x="791" y="23705"/>
                  </a:cubicBezTo>
                  <a:cubicBezTo>
                    <a:pt x="1034" y="24009"/>
                    <a:pt x="1398" y="24283"/>
                    <a:pt x="1733" y="24495"/>
                  </a:cubicBezTo>
                  <a:cubicBezTo>
                    <a:pt x="2211" y="24834"/>
                    <a:pt x="2768" y="25029"/>
                    <a:pt x="3317" y="25029"/>
                  </a:cubicBezTo>
                  <a:cubicBezTo>
                    <a:pt x="3606" y="25029"/>
                    <a:pt x="3892" y="24975"/>
                    <a:pt x="4164" y="24860"/>
                  </a:cubicBezTo>
                  <a:cubicBezTo>
                    <a:pt x="4195" y="24495"/>
                    <a:pt x="3982" y="24161"/>
                    <a:pt x="3678" y="24131"/>
                  </a:cubicBezTo>
                  <a:cubicBezTo>
                    <a:pt x="4073" y="23280"/>
                    <a:pt x="4195" y="22276"/>
                    <a:pt x="3921" y="21365"/>
                  </a:cubicBezTo>
                  <a:cubicBezTo>
                    <a:pt x="3830" y="20969"/>
                    <a:pt x="3617" y="20605"/>
                    <a:pt x="3678" y="20179"/>
                  </a:cubicBezTo>
                  <a:cubicBezTo>
                    <a:pt x="3709" y="19845"/>
                    <a:pt x="3861" y="19541"/>
                    <a:pt x="4013" y="19267"/>
                  </a:cubicBezTo>
                  <a:cubicBezTo>
                    <a:pt x="4772" y="17899"/>
                    <a:pt x="5988" y="16896"/>
                    <a:pt x="6930" y="15741"/>
                  </a:cubicBezTo>
                  <a:cubicBezTo>
                    <a:pt x="7569" y="14982"/>
                    <a:pt x="8055" y="14070"/>
                    <a:pt x="8481" y="13158"/>
                  </a:cubicBezTo>
                  <a:cubicBezTo>
                    <a:pt x="8876" y="12337"/>
                    <a:pt x="9393" y="11486"/>
                    <a:pt x="9970" y="10817"/>
                  </a:cubicBezTo>
                  <a:cubicBezTo>
                    <a:pt x="10152" y="10909"/>
                    <a:pt x="10335" y="11060"/>
                    <a:pt x="10487" y="11243"/>
                  </a:cubicBezTo>
                  <a:cubicBezTo>
                    <a:pt x="10578" y="11364"/>
                    <a:pt x="10608" y="11425"/>
                    <a:pt x="10730" y="11486"/>
                  </a:cubicBezTo>
                  <a:cubicBezTo>
                    <a:pt x="10746" y="11490"/>
                    <a:pt x="10763" y="11492"/>
                    <a:pt x="10780" y="11492"/>
                  </a:cubicBezTo>
                  <a:cubicBezTo>
                    <a:pt x="10891" y="11492"/>
                    <a:pt x="11012" y="11413"/>
                    <a:pt x="11064" y="11334"/>
                  </a:cubicBezTo>
                  <a:cubicBezTo>
                    <a:pt x="11156" y="11212"/>
                    <a:pt x="11186" y="11091"/>
                    <a:pt x="11186" y="10939"/>
                  </a:cubicBezTo>
                  <a:cubicBezTo>
                    <a:pt x="11216" y="10787"/>
                    <a:pt x="11216" y="10605"/>
                    <a:pt x="11247" y="10453"/>
                  </a:cubicBezTo>
                  <a:cubicBezTo>
                    <a:pt x="11307" y="10361"/>
                    <a:pt x="11307" y="10331"/>
                    <a:pt x="11338" y="10301"/>
                  </a:cubicBezTo>
                  <a:cubicBezTo>
                    <a:pt x="11368" y="10301"/>
                    <a:pt x="11399" y="10301"/>
                    <a:pt x="11459" y="10270"/>
                  </a:cubicBezTo>
                  <a:cubicBezTo>
                    <a:pt x="11490" y="10209"/>
                    <a:pt x="11520" y="10149"/>
                    <a:pt x="11520" y="10118"/>
                  </a:cubicBezTo>
                  <a:cubicBezTo>
                    <a:pt x="11642" y="9845"/>
                    <a:pt x="11703" y="9571"/>
                    <a:pt x="11794" y="9298"/>
                  </a:cubicBezTo>
                  <a:cubicBezTo>
                    <a:pt x="12007" y="9510"/>
                    <a:pt x="11855" y="10027"/>
                    <a:pt x="11855" y="10301"/>
                  </a:cubicBezTo>
                  <a:lnTo>
                    <a:pt x="11976" y="11668"/>
                  </a:lnTo>
                  <a:cubicBezTo>
                    <a:pt x="12067" y="12550"/>
                    <a:pt x="12219" y="13401"/>
                    <a:pt x="12311" y="14282"/>
                  </a:cubicBezTo>
                  <a:cubicBezTo>
                    <a:pt x="12402" y="14678"/>
                    <a:pt x="12432" y="15042"/>
                    <a:pt x="12554" y="15377"/>
                  </a:cubicBezTo>
                  <a:cubicBezTo>
                    <a:pt x="12736" y="15954"/>
                    <a:pt x="13040" y="16441"/>
                    <a:pt x="13374" y="16896"/>
                  </a:cubicBezTo>
                  <a:cubicBezTo>
                    <a:pt x="14195" y="18021"/>
                    <a:pt x="15168" y="19115"/>
                    <a:pt x="16414" y="19267"/>
                  </a:cubicBezTo>
                  <a:cubicBezTo>
                    <a:pt x="16528" y="19282"/>
                    <a:pt x="16642" y="19290"/>
                    <a:pt x="16756" y="19290"/>
                  </a:cubicBezTo>
                  <a:cubicBezTo>
                    <a:pt x="17788" y="19290"/>
                    <a:pt x="18766" y="18685"/>
                    <a:pt x="19423" y="17808"/>
                  </a:cubicBezTo>
                  <a:cubicBezTo>
                    <a:pt x="20153" y="16866"/>
                    <a:pt x="20578" y="15681"/>
                    <a:pt x="20913" y="14526"/>
                  </a:cubicBezTo>
                  <a:cubicBezTo>
                    <a:pt x="21186" y="13675"/>
                    <a:pt x="21368" y="12793"/>
                    <a:pt x="21460" y="11881"/>
                  </a:cubicBezTo>
                  <a:cubicBezTo>
                    <a:pt x="21520" y="10817"/>
                    <a:pt x="21368" y="9814"/>
                    <a:pt x="21247" y="8781"/>
                  </a:cubicBezTo>
                  <a:lnTo>
                    <a:pt x="20913" y="5346"/>
                  </a:lnTo>
                  <a:cubicBezTo>
                    <a:pt x="20761" y="3674"/>
                    <a:pt x="20092" y="2063"/>
                    <a:pt x="19028" y="787"/>
                  </a:cubicBezTo>
                  <a:cubicBezTo>
                    <a:pt x="18785" y="483"/>
                    <a:pt x="18511" y="270"/>
                    <a:pt x="18207" y="118"/>
                  </a:cubicBezTo>
                  <a:cubicBezTo>
                    <a:pt x="18018" y="35"/>
                    <a:pt x="17828" y="1"/>
                    <a:pt x="176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169"/>
            <p:cNvSpPr/>
            <p:nvPr/>
          </p:nvSpPr>
          <p:spPr>
            <a:xfrm>
              <a:off x="975450" y="1192000"/>
              <a:ext cx="382775" cy="652825"/>
            </a:xfrm>
            <a:custGeom>
              <a:rect b="b" l="l" r="r" t="t"/>
              <a:pathLst>
                <a:path extrusionOk="0" h="26113" w="15311">
                  <a:moveTo>
                    <a:pt x="3004" y="0"/>
                  </a:moveTo>
                  <a:cubicBezTo>
                    <a:pt x="2970" y="0"/>
                    <a:pt x="2939" y="8"/>
                    <a:pt x="2909" y="23"/>
                  </a:cubicBezTo>
                  <a:cubicBezTo>
                    <a:pt x="2605" y="175"/>
                    <a:pt x="3030" y="479"/>
                    <a:pt x="3152" y="600"/>
                  </a:cubicBezTo>
                  <a:cubicBezTo>
                    <a:pt x="2970" y="631"/>
                    <a:pt x="2696" y="631"/>
                    <a:pt x="2514" y="631"/>
                  </a:cubicBezTo>
                  <a:cubicBezTo>
                    <a:pt x="1815" y="661"/>
                    <a:pt x="1115" y="904"/>
                    <a:pt x="447" y="1087"/>
                  </a:cubicBezTo>
                  <a:cubicBezTo>
                    <a:pt x="325" y="1117"/>
                    <a:pt x="234" y="1147"/>
                    <a:pt x="143" y="1239"/>
                  </a:cubicBezTo>
                  <a:cubicBezTo>
                    <a:pt x="1" y="1381"/>
                    <a:pt x="71" y="1576"/>
                    <a:pt x="255" y="1576"/>
                  </a:cubicBezTo>
                  <a:cubicBezTo>
                    <a:pt x="268" y="1576"/>
                    <a:pt x="281" y="1575"/>
                    <a:pt x="295" y="1573"/>
                  </a:cubicBezTo>
                  <a:cubicBezTo>
                    <a:pt x="690" y="1543"/>
                    <a:pt x="1024" y="1451"/>
                    <a:pt x="1389" y="1421"/>
                  </a:cubicBezTo>
                  <a:cubicBezTo>
                    <a:pt x="1406" y="1418"/>
                    <a:pt x="1420" y="1416"/>
                    <a:pt x="1432" y="1416"/>
                  </a:cubicBezTo>
                  <a:cubicBezTo>
                    <a:pt x="1528" y="1416"/>
                    <a:pt x="1477" y="1516"/>
                    <a:pt x="1450" y="1543"/>
                  </a:cubicBezTo>
                  <a:cubicBezTo>
                    <a:pt x="1359" y="1603"/>
                    <a:pt x="1298" y="1695"/>
                    <a:pt x="1328" y="1816"/>
                  </a:cubicBezTo>
                  <a:cubicBezTo>
                    <a:pt x="1355" y="1948"/>
                    <a:pt x="1473" y="2035"/>
                    <a:pt x="1584" y="2035"/>
                  </a:cubicBezTo>
                  <a:cubicBezTo>
                    <a:pt x="1600" y="2035"/>
                    <a:pt x="1616" y="2033"/>
                    <a:pt x="1632" y="2029"/>
                  </a:cubicBezTo>
                  <a:lnTo>
                    <a:pt x="1632" y="2029"/>
                  </a:lnTo>
                  <a:cubicBezTo>
                    <a:pt x="1541" y="2181"/>
                    <a:pt x="1602" y="2363"/>
                    <a:pt x="1663" y="2485"/>
                  </a:cubicBezTo>
                  <a:cubicBezTo>
                    <a:pt x="1754" y="2606"/>
                    <a:pt x="1906" y="2667"/>
                    <a:pt x="2058" y="2667"/>
                  </a:cubicBezTo>
                  <a:cubicBezTo>
                    <a:pt x="2058" y="2971"/>
                    <a:pt x="2210" y="3093"/>
                    <a:pt x="2453" y="3245"/>
                  </a:cubicBezTo>
                  <a:cubicBezTo>
                    <a:pt x="2696" y="3366"/>
                    <a:pt x="2970" y="3488"/>
                    <a:pt x="3213" y="3549"/>
                  </a:cubicBezTo>
                  <a:cubicBezTo>
                    <a:pt x="3608" y="3701"/>
                    <a:pt x="4246" y="3792"/>
                    <a:pt x="4520" y="4126"/>
                  </a:cubicBezTo>
                  <a:cubicBezTo>
                    <a:pt x="4854" y="4552"/>
                    <a:pt x="5037" y="5312"/>
                    <a:pt x="5188" y="5828"/>
                  </a:cubicBezTo>
                  <a:cubicBezTo>
                    <a:pt x="5432" y="6679"/>
                    <a:pt x="5584" y="7470"/>
                    <a:pt x="5888" y="8260"/>
                  </a:cubicBezTo>
                  <a:cubicBezTo>
                    <a:pt x="6192" y="9050"/>
                    <a:pt x="6374" y="9810"/>
                    <a:pt x="6647" y="10570"/>
                  </a:cubicBezTo>
                  <a:cubicBezTo>
                    <a:pt x="6830" y="11178"/>
                    <a:pt x="7347" y="11634"/>
                    <a:pt x="7620" y="12211"/>
                  </a:cubicBezTo>
                  <a:cubicBezTo>
                    <a:pt x="8319" y="13579"/>
                    <a:pt x="7316" y="15494"/>
                    <a:pt x="6678" y="16649"/>
                  </a:cubicBezTo>
                  <a:cubicBezTo>
                    <a:pt x="5827" y="18230"/>
                    <a:pt x="5037" y="19598"/>
                    <a:pt x="4854" y="21421"/>
                  </a:cubicBezTo>
                  <a:cubicBezTo>
                    <a:pt x="4656" y="23741"/>
                    <a:pt x="6932" y="26112"/>
                    <a:pt x="9111" y="26112"/>
                  </a:cubicBezTo>
                  <a:cubicBezTo>
                    <a:pt x="9273" y="26112"/>
                    <a:pt x="9435" y="26099"/>
                    <a:pt x="9596" y="26072"/>
                  </a:cubicBezTo>
                  <a:cubicBezTo>
                    <a:pt x="11511" y="25768"/>
                    <a:pt x="11602" y="22971"/>
                    <a:pt x="12149" y="21452"/>
                  </a:cubicBezTo>
                  <a:cubicBezTo>
                    <a:pt x="12423" y="20722"/>
                    <a:pt x="12787" y="20205"/>
                    <a:pt x="13213" y="19598"/>
                  </a:cubicBezTo>
                  <a:cubicBezTo>
                    <a:pt x="13760" y="18868"/>
                    <a:pt x="13942" y="17926"/>
                    <a:pt x="14125" y="17014"/>
                  </a:cubicBezTo>
                  <a:cubicBezTo>
                    <a:pt x="14368" y="16102"/>
                    <a:pt x="14976" y="15464"/>
                    <a:pt x="15189" y="14491"/>
                  </a:cubicBezTo>
                  <a:cubicBezTo>
                    <a:pt x="15310" y="13944"/>
                    <a:pt x="15189" y="13366"/>
                    <a:pt x="14885" y="12880"/>
                  </a:cubicBezTo>
                  <a:cubicBezTo>
                    <a:pt x="14611" y="12485"/>
                    <a:pt x="14459" y="12181"/>
                    <a:pt x="14125" y="11907"/>
                  </a:cubicBezTo>
                  <a:cubicBezTo>
                    <a:pt x="13365" y="11391"/>
                    <a:pt x="12605" y="11421"/>
                    <a:pt x="11815" y="11117"/>
                  </a:cubicBezTo>
                  <a:cubicBezTo>
                    <a:pt x="11055" y="10813"/>
                    <a:pt x="10356" y="10357"/>
                    <a:pt x="9961" y="9597"/>
                  </a:cubicBezTo>
                  <a:cubicBezTo>
                    <a:pt x="9535" y="8868"/>
                    <a:pt x="9231" y="8047"/>
                    <a:pt x="8775" y="7196"/>
                  </a:cubicBezTo>
                  <a:cubicBezTo>
                    <a:pt x="8046" y="5859"/>
                    <a:pt x="7134" y="4613"/>
                    <a:pt x="6708" y="3093"/>
                  </a:cubicBezTo>
                  <a:cubicBezTo>
                    <a:pt x="6526" y="2363"/>
                    <a:pt x="6404" y="1725"/>
                    <a:pt x="5796" y="1239"/>
                  </a:cubicBezTo>
                  <a:cubicBezTo>
                    <a:pt x="5462" y="935"/>
                    <a:pt x="5037" y="783"/>
                    <a:pt x="4641" y="631"/>
                  </a:cubicBezTo>
                  <a:cubicBezTo>
                    <a:pt x="4429" y="600"/>
                    <a:pt x="4246" y="479"/>
                    <a:pt x="4064" y="448"/>
                  </a:cubicBezTo>
                  <a:cubicBezTo>
                    <a:pt x="3790" y="357"/>
                    <a:pt x="3578" y="327"/>
                    <a:pt x="3334" y="205"/>
                  </a:cubicBezTo>
                  <a:cubicBezTo>
                    <a:pt x="3304" y="175"/>
                    <a:pt x="3213" y="144"/>
                    <a:pt x="3182" y="84"/>
                  </a:cubicBezTo>
                  <a:cubicBezTo>
                    <a:pt x="3182" y="53"/>
                    <a:pt x="3152" y="53"/>
                    <a:pt x="3122" y="23"/>
                  </a:cubicBezTo>
                  <a:cubicBezTo>
                    <a:pt x="3076" y="8"/>
                    <a:pt x="3038" y="0"/>
                    <a:pt x="300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3" name="Google Shape;1263;p169"/>
            <p:cNvSpPr/>
            <p:nvPr/>
          </p:nvSpPr>
          <p:spPr>
            <a:xfrm>
              <a:off x="1159850" y="1090725"/>
              <a:ext cx="238650" cy="399475"/>
            </a:xfrm>
            <a:custGeom>
              <a:rect b="b" l="l" r="r" t="t"/>
              <a:pathLst>
                <a:path extrusionOk="0" h="15979" w="9546">
                  <a:moveTo>
                    <a:pt x="3740" y="1"/>
                  </a:moveTo>
                  <a:cubicBezTo>
                    <a:pt x="3648" y="700"/>
                    <a:pt x="2980" y="1095"/>
                    <a:pt x="2463" y="1521"/>
                  </a:cubicBezTo>
                  <a:cubicBezTo>
                    <a:pt x="1886" y="1977"/>
                    <a:pt x="1308" y="2432"/>
                    <a:pt x="852" y="3010"/>
                  </a:cubicBezTo>
                  <a:cubicBezTo>
                    <a:pt x="366" y="3618"/>
                    <a:pt x="1" y="4378"/>
                    <a:pt x="214" y="5107"/>
                  </a:cubicBezTo>
                  <a:cubicBezTo>
                    <a:pt x="366" y="5624"/>
                    <a:pt x="822" y="6019"/>
                    <a:pt x="1369" y="6201"/>
                  </a:cubicBezTo>
                  <a:cubicBezTo>
                    <a:pt x="1558" y="6257"/>
                    <a:pt x="1756" y="6284"/>
                    <a:pt x="1954" y="6284"/>
                  </a:cubicBezTo>
                  <a:cubicBezTo>
                    <a:pt x="2297" y="6284"/>
                    <a:pt x="2641" y="6203"/>
                    <a:pt x="2949" y="6050"/>
                  </a:cubicBezTo>
                  <a:cubicBezTo>
                    <a:pt x="3193" y="5928"/>
                    <a:pt x="3375" y="5806"/>
                    <a:pt x="3588" y="5776"/>
                  </a:cubicBezTo>
                  <a:cubicBezTo>
                    <a:pt x="3612" y="5773"/>
                    <a:pt x="3635" y="5772"/>
                    <a:pt x="3657" y="5772"/>
                  </a:cubicBezTo>
                  <a:cubicBezTo>
                    <a:pt x="3883" y="5772"/>
                    <a:pt x="3994" y="5903"/>
                    <a:pt x="4104" y="5958"/>
                  </a:cubicBezTo>
                  <a:cubicBezTo>
                    <a:pt x="4104" y="6050"/>
                    <a:pt x="4135" y="6080"/>
                    <a:pt x="4135" y="6110"/>
                  </a:cubicBezTo>
                  <a:cubicBezTo>
                    <a:pt x="3648" y="6323"/>
                    <a:pt x="3193" y="6627"/>
                    <a:pt x="2706" y="6961"/>
                  </a:cubicBezTo>
                  <a:cubicBezTo>
                    <a:pt x="2341" y="7235"/>
                    <a:pt x="1946" y="7508"/>
                    <a:pt x="1764" y="7873"/>
                  </a:cubicBezTo>
                  <a:cubicBezTo>
                    <a:pt x="1490" y="8329"/>
                    <a:pt x="1551" y="8816"/>
                    <a:pt x="1430" y="9332"/>
                  </a:cubicBezTo>
                  <a:cubicBezTo>
                    <a:pt x="1338" y="9788"/>
                    <a:pt x="1095" y="10153"/>
                    <a:pt x="1034" y="10639"/>
                  </a:cubicBezTo>
                  <a:cubicBezTo>
                    <a:pt x="1034" y="11247"/>
                    <a:pt x="974" y="11855"/>
                    <a:pt x="1126" y="12433"/>
                  </a:cubicBezTo>
                  <a:cubicBezTo>
                    <a:pt x="1247" y="12858"/>
                    <a:pt x="1490" y="13162"/>
                    <a:pt x="1734" y="13496"/>
                  </a:cubicBezTo>
                  <a:cubicBezTo>
                    <a:pt x="1946" y="13892"/>
                    <a:pt x="2098" y="14287"/>
                    <a:pt x="2220" y="14712"/>
                  </a:cubicBezTo>
                  <a:cubicBezTo>
                    <a:pt x="2250" y="14895"/>
                    <a:pt x="2311" y="15107"/>
                    <a:pt x="2402" y="15290"/>
                  </a:cubicBezTo>
                  <a:cubicBezTo>
                    <a:pt x="2524" y="15503"/>
                    <a:pt x="2706" y="15715"/>
                    <a:pt x="2949" y="15867"/>
                  </a:cubicBezTo>
                  <a:cubicBezTo>
                    <a:pt x="3043" y="15914"/>
                    <a:pt x="3100" y="15979"/>
                    <a:pt x="3177" y="15979"/>
                  </a:cubicBezTo>
                  <a:cubicBezTo>
                    <a:pt x="3200" y="15979"/>
                    <a:pt x="3225" y="15973"/>
                    <a:pt x="3253" y="15958"/>
                  </a:cubicBezTo>
                  <a:cubicBezTo>
                    <a:pt x="3466" y="15928"/>
                    <a:pt x="3588" y="15715"/>
                    <a:pt x="3740" y="15563"/>
                  </a:cubicBezTo>
                  <a:cubicBezTo>
                    <a:pt x="3821" y="15482"/>
                    <a:pt x="3938" y="15453"/>
                    <a:pt x="4061" y="15453"/>
                  </a:cubicBezTo>
                  <a:cubicBezTo>
                    <a:pt x="4168" y="15453"/>
                    <a:pt x="4279" y="15474"/>
                    <a:pt x="4378" y="15503"/>
                  </a:cubicBezTo>
                  <a:cubicBezTo>
                    <a:pt x="4621" y="15594"/>
                    <a:pt x="4804" y="15715"/>
                    <a:pt x="5047" y="15746"/>
                  </a:cubicBezTo>
                  <a:cubicBezTo>
                    <a:pt x="5122" y="15769"/>
                    <a:pt x="5193" y="15780"/>
                    <a:pt x="5258" y="15780"/>
                  </a:cubicBezTo>
                  <a:cubicBezTo>
                    <a:pt x="5531" y="15780"/>
                    <a:pt x="5708" y="15585"/>
                    <a:pt x="5807" y="15290"/>
                  </a:cubicBezTo>
                  <a:cubicBezTo>
                    <a:pt x="5867" y="15107"/>
                    <a:pt x="5898" y="14895"/>
                    <a:pt x="6111" y="14834"/>
                  </a:cubicBezTo>
                  <a:cubicBezTo>
                    <a:pt x="6169" y="14795"/>
                    <a:pt x="6221" y="14781"/>
                    <a:pt x="6270" y="14781"/>
                  </a:cubicBezTo>
                  <a:cubicBezTo>
                    <a:pt x="6374" y="14781"/>
                    <a:pt x="6463" y="14844"/>
                    <a:pt x="6566" y="14864"/>
                  </a:cubicBezTo>
                  <a:cubicBezTo>
                    <a:pt x="6583" y="14867"/>
                    <a:pt x="6598" y="14869"/>
                    <a:pt x="6613" y="14869"/>
                  </a:cubicBezTo>
                  <a:cubicBezTo>
                    <a:pt x="6738" y="14869"/>
                    <a:pt x="6816" y="14763"/>
                    <a:pt x="6870" y="14682"/>
                  </a:cubicBezTo>
                  <a:cubicBezTo>
                    <a:pt x="6901" y="14591"/>
                    <a:pt x="6901" y="14530"/>
                    <a:pt x="6931" y="14499"/>
                  </a:cubicBezTo>
                  <a:cubicBezTo>
                    <a:pt x="6962" y="14408"/>
                    <a:pt x="7083" y="14408"/>
                    <a:pt x="7174" y="14378"/>
                  </a:cubicBezTo>
                  <a:cubicBezTo>
                    <a:pt x="7478" y="14256"/>
                    <a:pt x="7174" y="14013"/>
                    <a:pt x="7357" y="13831"/>
                  </a:cubicBezTo>
                  <a:cubicBezTo>
                    <a:pt x="7418" y="13770"/>
                    <a:pt x="7509" y="13770"/>
                    <a:pt x="7630" y="13770"/>
                  </a:cubicBezTo>
                  <a:lnTo>
                    <a:pt x="7934" y="13770"/>
                  </a:lnTo>
                  <a:cubicBezTo>
                    <a:pt x="7995" y="13770"/>
                    <a:pt x="8117" y="13770"/>
                    <a:pt x="8147" y="13679"/>
                  </a:cubicBezTo>
                  <a:cubicBezTo>
                    <a:pt x="8177" y="13618"/>
                    <a:pt x="8177" y="13496"/>
                    <a:pt x="8147" y="13405"/>
                  </a:cubicBezTo>
                  <a:cubicBezTo>
                    <a:pt x="8086" y="13071"/>
                    <a:pt x="8117" y="12706"/>
                    <a:pt x="8177" y="12311"/>
                  </a:cubicBezTo>
                  <a:cubicBezTo>
                    <a:pt x="8177" y="12250"/>
                    <a:pt x="8238" y="12129"/>
                    <a:pt x="8269" y="12037"/>
                  </a:cubicBezTo>
                  <a:cubicBezTo>
                    <a:pt x="8299" y="11977"/>
                    <a:pt x="8421" y="11885"/>
                    <a:pt x="8451" y="11825"/>
                  </a:cubicBezTo>
                  <a:cubicBezTo>
                    <a:pt x="8755" y="11521"/>
                    <a:pt x="8633" y="11095"/>
                    <a:pt x="8846" y="10761"/>
                  </a:cubicBezTo>
                  <a:cubicBezTo>
                    <a:pt x="8881" y="10690"/>
                    <a:pt x="8937" y="10640"/>
                    <a:pt x="8989" y="10640"/>
                  </a:cubicBezTo>
                  <a:cubicBezTo>
                    <a:pt x="9027" y="10640"/>
                    <a:pt x="9064" y="10667"/>
                    <a:pt x="9089" y="10730"/>
                  </a:cubicBezTo>
                  <a:cubicBezTo>
                    <a:pt x="9150" y="10822"/>
                    <a:pt x="9029" y="10943"/>
                    <a:pt x="9059" y="11065"/>
                  </a:cubicBezTo>
                  <a:cubicBezTo>
                    <a:pt x="9393" y="10791"/>
                    <a:pt x="9545" y="10396"/>
                    <a:pt x="9545" y="10001"/>
                  </a:cubicBezTo>
                  <a:cubicBezTo>
                    <a:pt x="9545" y="9515"/>
                    <a:pt x="9363" y="9059"/>
                    <a:pt x="9211" y="8603"/>
                  </a:cubicBezTo>
                  <a:cubicBezTo>
                    <a:pt x="8998" y="7904"/>
                    <a:pt x="8451" y="7357"/>
                    <a:pt x="7873" y="6931"/>
                  </a:cubicBezTo>
                  <a:cubicBezTo>
                    <a:pt x="7357" y="6597"/>
                    <a:pt x="6901" y="6323"/>
                    <a:pt x="6445" y="6171"/>
                  </a:cubicBezTo>
                  <a:cubicBezTo>
                    <a:pt x="6293" y="6141"/>
                    <a:pt x="5168" y="6019"/>
                    <a:pt x="5168" y="5928"/>
                  </a:cubicBezTo>
                  <a:cubicBezTo>
                    <a:pt x="5107" y="5837"/>
                    <a:pt x="6080" y="5320"/>
                    <a:pt x="6171" y="5229"/>
                  </a:cubicBezTo>
                  <a:cubicBezTo>
                    <a:pt x="6536" y="4955"/>
                    <a:pt x="6779" y="4560"/>
                    <a:pt x="6870" y="4165"/>
                  </a:cubicBezTo>
                  <a:lnTo>
                    <a:pt x="6870" y="3800"/>
                  </a:lnTo>
                  <a:cubicBezTo>
                    <a:pt x="6749" y="3496"/>
                    <a:pt x="6414" y="3344"/>
                    <a:pt x="6111" y="3284"/>
                  </a:cubicBezTo>
                  <a:cubicBezTo>
                    <a:pt x="5837" y="3192"/>
                    <a:pt x="5624" y="3132"/>
                    <a:pt x="5351" y="3040"/>
                  </a:cubicBezTo>
                  <a:cubicBezTo>
                    <a:pt x="5259" y="3010"/>
                    <a:pt x="5168" y="3010"/>
                    <a:pt x="5107" y="2980"/>
                  </a:cubicBezTo>
                  <a:cubicBezTo>
                    <a:pt x="5047" y="2888"/>
                    <a:pt x="5077" y="2767"/>
                    <a:pt x="5168" y="2706"/>
                  </a:cubicBezTo>
                  <a:cubicBezTo>
                    <a:pt x="5199" y="2676"/>
                    <a:pt x="5259" y="2615"/>
                    <a:pt x="5320" y="2615"/>
                  </a:cubicBezTo>
                  <a:cubicBezTo>
                    <a:pt x="5472" y="2524"/>
                    <a:pt x="5563" y="2311"/>
                    <a:pt x="5624" y="2128"/>
                  </a:cubicBezTo>
                  <a:cubicBezTo>
                    <a:pt x="5655" y="1946"/>
                    <a:pt x="5655" y="1764"/>
                    <a:pt x="5624" y="1551"/>
                  </a:cubicBezTo>
                  <a:cubicBezTo>
                    <a:pt x="5563" y="1551"/>
                    <a:pt x="5563" y="1612"/>
                    <a:pt x="5533" y="1612"/>
                  </a:cubicBezTo>
                  <a:cubicBezTo>
                    <a:pt x="5563" y="1551"/>
                    <a:pt x="5472" y="1338"/>
                    <a:pt x="5472" y="1338"/>
                  </a:cubicBezTo>
                  <a:cubicBezTo>
                    <a:pt x="5381" y="1369"/>
                    <a:pt x="5351" y="1460"/>
                    <a:pt x="5259" y="1490"/>
                  </a:cubicBezTo>
                  <a:lnTo>
                    <a:pt x="5047" y="1703"/>
                  </a:lnTo>
                  <a:cubicBezTo>
                    <a:pt x="4955" y="1794"/>
                    <a:pt x="4925" y="1916"/>
                    <a:pt x="4804" y="1946"/>
                  </a:cubicBezTo>
                  <a:cubicBezTo>
                    <a:pt x="4774" y="1956"/>
                    <a:pt x="4748" y="1961"/>
                    <a:pt x="4726" y="1961"/>
                  </a:cubicBezTo>
                  <a:cubicBezTo>
                    <a:pt x="4401" y="1961"/>
                    <a:pt x="4775" y="990"/>
                    <a:pt x="4804" y="791"/>
                  </a:cubicBezTo>
                  <a:cubicBezTo>
                    <a:pt x="4864" y="609"/>
                    <a:pt x="4864" y="335"/>
                    <a:pt x="4621" y="305"/>
                  </a:cubicBezTo>
                  <a:cubicBezTo>
                    <a:pt x="4560" y="305"/>
                    <a:pt x="4439" y="335"/>
                    <a:pt x="4408" y="426"/>
                  </a:cubicBezTo>
                  <a:cubicBezTo>
                    <a:pt x="4256" y="609"/>
                    <a:pt x="4196" y="882"/>
                    <a:pt x="4135" y="1095"/>
                  </a:cubicBezTo>
                  <a:cubicBezTo>
                    <a:pt x="4044" y="1338"/>
                    <a:pt x="3892" y="1612"/>
                    <a:pt x="3679" y="1612"/>
                  </a:cubicBezTo>
                  <a:cubicBezTo>
                    <a:pt x="3831" y="1338"/>
                    <a:pt x="3983" y="1095"/>
                    <a:pt x="4013" y="791"/>
                  </a:cubicBezTo>
                  <a:cubicBezTo>
                    <a:pt x="4044" y="487"/>
                    <a:pt x="3983" y="183"/>
                    <a:pt x="37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64" name="Google Shape;1264;p169"/>
          <p:cNvSpPr/>
          <p:nvPr/>
        </p:nvSpPr>
        <p:spPr>
          <a:xfrm>
            <a:off x="7247250" y="1510925"/>
            <a:ext cx="1280305" cy="4982579"/>
          </a:xfrm>
          <a:custGeom>
            <a:rect b="b" l="l" r="r" t="t"/>
            <a:pathLst>
              <a:path extrusionOk="0" h="66128" w="16992">
                <a:moveTo>
                  <a:pt x="12371" y="29028"/>
                </a:moveTo>
                <a:cubicBezTo>
                  <a:pt x="12371" y="29028"/>
                  <a:pt x="13344" y="30670"/>
                  <a:pt x="13678" y="31308"/>
                </a:cubicBezTo>
                <a:cubicBezTo>
                  <a:pt x="14043" y="31946"/>
                  <a:pt x="14651" y="33496"/>
                  <a:pt x="14651" y="33496"/>
                </a:cubicBezTo>
                <a:cubicBezTo>
                  <a:pt x="14651" y="33496"/>
                  <a:pt x="12888" y="34378"/>
                  <a:pt x="12280" y="34773"/>
                </a:cubicBezTo>
                <a:cubicBezTo>
                  <a:pt x="11672" y="35138"/>
                  <a:pt x="10517" y="35320"/>
                  <a:pt x="10304" y="35320"/>
                </a:cubicBezTo>
                <a:cubicBezTo>
                  <a:pt x="10092" y="35320"/>
                  <a:pt x="9423" y="34682"/>
                  <a:pt x="9362" y="34560"/>
                </a:cubicBezTo>
                <a:cubicBezTo>
                  <a:pt x="9271" y="34469"/>
                  <a:pt x="8511" y="33952"/>
                  <a:pt x="8511" y="33952"/>
                </a:cubicBezTo>
                <a:cubicBezTo>
                  <a:pt x="8359" y="33466"/>
                  <a:pt x="8572" y="33010"/>
                  <a:pt x="8724" y="32888"/>
                </a:cubicBezTo>
                <a:cubicBezTo>
                  <a:pt x="8906" y="32767"/>
                  <a:pt x="8937" y="31946"/>
                  <a:pt x="8937" y="31946"/>
                </a:cubicBezTo>
                <a:cubicBezTo>
                  <a:pt x="8937" y="31946"/>
                  <a:pt x="9332" y="31186"/>
                  <a:pt x="9545" y="31065"/>
                </a:cubicBezTo>
                <a:cubicBezTo>
                  <a:pt x="9788" y="30943"/>
                  <a:pt x="10912" y="29484"/>
                  <a:pt x="10912" y="29484"/>
                </a:cubicBezTo>
                <a:cubicBezTo>
                  <a:pt x="10936" y="29485"/>
                  <a:pt x="10960" y="29485"/>
                  <a:pt x="10984" y="29485"/>
                </a:cubicBezTo>
                <a:cubicBezTo>
                  <a:pt x="11743" y="29485"/>
                  <a:pt x="12371" y="29028"/>
                  <a:pt x="12371" y="29028"/>
                </a:cubicBezTo>
                <a:close/>
                <a:moveTo>
                  <a:pt x="3465" y="0"/>
                </a:moveTo>
                <a:cubicBezTo>
                  <a:pt x="3131" y="61"/>
                  <a:pt x="3161" y="365"/>
                  <a:pt x="3161" y="365"/>
                </a:cubicBezTo>
                <a:lnTo>
                  <a:pt x="3161" y="578"/>
                </a:lnTo>
                <a:cubicBezTo>
                  <a:pt x="3161" y="760"/>
                  <a:pt x="3344" y="1642"/>
                  <a:pt x="3344" y="1642"/>
                </a:cubicBezTo>
                <a:lnTo>
                  <a:pt x="3344" y="1733"/>
                </a:lnTo>
                <a:cubicBezTo>
                  <a:pt x="3344" y="1739"/>
                  <a:pt x="3340" y="1743"/>
                  <a:pt x="3333" y="1743"/>
                </a:cubicBezTo>
                <a:cubicBezTo>
                  <a:pt x="3241" y="1743"/>
                  <a:pt x="2593" y="1225"/>
                  <a:pt x="2310" y="943"/>
                </a:cubicBezTo>
                <a:cubicBezTo>
                  <a:pt x="2107" y="688"/>
                  <a:pt x="1690" y="285"/>
                  <a:pt x="1489" y="285"/>
                </a:cubicBezTo>
                <a:cubicBezTo>
                  <a:pt x="1449" y="285"/>
                  <a:pt x="1418" y="300"/>
                  <a:pt x="1399" y="335"/>
                </a:cubicBezTo>
                <a:cubicBezTo>
                  <a:pt x="1307" y="578"/>
                  <a:pt x="1399" y="1216"/>
                  <a:pt x="1672" y="1520"/>
                </a:cubicBezTo>
                <a:cubicBezTo>
                  <a:pt x="1946" y="1824"/>
                  <a:pt x="2584" y="2797"/>
                  <a:pt x="2584" y="2858"/>
                </a:cubicBezTo>
                <a:cubicBezTo>
                  <a:pt x="2584" y="2858"/>
                  <a:pt x="2584" y="2858"/>
                  <a:pt x="2583" y="2858"/>
                </a:cubicBezTo>
                <a:cubicBezTo>
                  <a:pt x="2550" y="2858"/>
                  <a:pt x="1551" y="1976"/>
                  <a:pt x="1551" y="1976"/>
                </a:cubicBezTo>
                <a:lnTo>
                  <a:pt x="1551" y="2280"/>
                </a:lnTo>
                <a:cubicBezTo>
                  <a:pt x="1551" y="2341"/>
                  <a:pt x="2584" y="3648"/>
                  <a:pt x="2584" y="3648"/>
                </a:cubicBezTo>
                <a:cubicBezTo>
                  <a:pt x="2584" y="3648"/>
                  <a:pt x="2675" y="4165"/>
                  <a:pt x="2675" y="4681"/>
                </a:cubicBezTo>
                <a:cubicBezTo>
                  <a:pt x="2614" y="5198"/>
                  <a:pt x="2979" y="5654"/>
                  <a:pt x="3040" y="5745"/>
                </a:cubicBezTo>
                <a:cubicBezTo>
                  <a:pt x="3131" y="5806"/>
                  <a:pt x="3283" y="7113"/>
                  <a:pt x="3313" y="8845"/>
                </a:cubicBezTo>
                <a:cubicBezTo>
                  <a:pt x="3344" y="10548"/>
                  <a:pt x="3952" y="13101"/>
                  <a:pt x="3952" y="13587"/>
                </a:cubicBezTo>
                <a:cubicBezTo>
                  <a:pt x="3952" y="14104"/>
                  <a:pt x="3617" y="17478"/>
                  <a:pt x="3648" y="18906"/>
                </a:cubicBezTo>
                <a:cubicBezTo>
                  <a:pt x="3678" y="20365"/>
                  <a:pt x="4043" y="22675"/>
                  <a:pt x="3982" y="22858"/>
                </a:cubicBezTo>
                <a:cubicBezTo>
                  <a:pt x="3952" y="23071"/>
                  <a:pt x="3344" y="25350"/>
                  <a:pt x="3344" y="25350"/>
                </a:cubicBezTo>
                <a:cubicBezTo>
                  <a:pt x="2736" y="25989"/>
                  <a:pt x="1459" y="28907"/>
                  <a:pt x="1368" y="29362"/>
                </a:cubicBezTo>
                <a:cubicBezTo>
                  <a:pt x="1307" y="29849"/>
                  <a:pt x="1064" y="33709"/>
                  <a:pt x="1064" y="33709"/>
                </a:cubicBezTo>
                <a:cubicBezTo>
                  <a:pt x="1064" y="33709"/>
                  <a:pt x="912" y="34499"/>
                  <a:pt x="639" y="35229"/>
                </a:cubicBezTo>
                <a:cubicBezTo>
                  <a:pt x="335" y="35928"/>
                  <a:pt x="547" y="36840"/>
                  <a:pt x="699" y="37660"/>
                </a:cubicBezTo>
                <a:cubicBezTo>
                  <a:pt x="791" y="38481"/>
                  <a:pt x="791" y="39849"/>
                  <a:pt x="1095" y="40609"/>
                </a:cubicBezTo>
                <a:cubicBezTo>
                  <a:pt x="1399" y="41338"/>
                  <a:pt x="3617" y="44682"/>
                  <a:pt x="3617" y="44682"/>
                </a:cubicBezTo>
                <a:lnTo>
                  <a:pt x="2918" y="46658"/>
                </a:lnTo>
                <a:lnTo>
                  <a:pt x="2827" y="47235"/>
                </a:lnTo>
                <a:cubicBezTo>
                  <a:pt x="2706" y="47782"/>
                  <a:pt x="2462" y="48907"/>
                  <a:pt x="2098" y="49849"/>
                </a:cubicBezTo>
                <a:cubicBezTo>
                  <a:pt x="1763" y="50791"/>
                  <a:pt x="1976" y="51521"/>
                  <a:pt x="2067" y="52250"/>
                </a:cubicBezTo>
                <a:cubicBezTo>
                  <a:pt x="2128" y="52949"/>
                  <a:pt x="1794" y="53831"/>
                  <a:pt x="1611" y="54591"/>
                </a:cubicBezTo>
                <a:cubicBezTo>
                  <a:pt x="1399" y="55320"/>
                  <a:pt x="1034" y="60062"/>
                  <a:pt x="1034" y="60062"/>
                </a:cubicBezTo>
                <a:lnTo>
                  <a:pt x="1034" y="60123"/>
                </a:lnTo>
                <a:cubicBezTo>
                  <a:pt x="1034" y="60214"/>
                  <a:pt x="304" y="61278"/>
                  <a:pt x="304" y="61278"/>
                </a:cubicBezTo>
                <a:lnTo>
                  <a:pt x="304" y="61339"/>
                </a:lnTo>
                <a:cubicBezTo>
                  <a:pt x="304" y="61430"/>
                  <a:pt x="244" y="62737"/>
                  <a:pt x="122" y="63679"/>
                </a:cubicBezTo>
                <a:cubicBezTo>
                  <a:pt x="0" y="64621"/>
                  <a:pt x="274" y="65776"/>
                  <a:pt x="639" y="65989"/>
                </a:cubicBezTo>
                <a:cubicBezTo>
                  <a:pt x="801" y="66089"/>
                  <a:pt x="1076" y="66127"/>
                  <a:pt x="1396" y="66127"/>
                </a:cubicBezTo>
                <a:cubicBezTo>
                  <a:pt x="1856" y="66127"/>
                  <a:pt x="2410" y="66048"/>
                  <a:pt x="2858" y="65959"/>
                </a:cubicBezTo>
                <a:cubicBezTo>
                  <a:pt x="3617" y="65807"/>
                  <a:pt x="3496" y="64895"/>
                  <a:pt x="3435" y="64317"/>
                </a:cubicBezTo>
                <a:cubicBezTo>
                  <a:pt x="3313" y="63740"/>
                  <a:pt x="2858" y="62281"/>
                  <a:pt x="2858" y="62281"/>
                </a:cubicBezTo>
                <a:lnTo>
                  <a:pt x="2675" y="60700"/>
                </a:lnTo>
                <a:cubicBezTo>
                  <a:pt x="2675" y="60700"/>
                  <a:pt x="3010" y="59576"/>
                  <a:pt x="3374" y="58816"/>
                </a:cubicBezTo>
                <a:cubicBezTo>
                  <a:pt x="3769" y="58086"/>
                  <a:pt x="4742" y="56111"/>
                  <a:pt x="4985" y="55199"/>
                </a:cubicBezTo>
                <a:cubicBezTo>
                  <a:pt x="5198" y="54287"/>
                  <a:pt x="5168" y="51460"/>
                  <a:pt x="5350" y="50822"/>
                </a:cubicBezTo>
                <a:cubicBezTo>
                  <a:pt x="5563" y="50183"/>
                  <a:pt x="6383" y="48177"/>
                  <a:pt x="6383" y="48177"/>
                </a:cubicBezTo>
                <a:cubicBezTo>
                  <a:pt x="6383" y="48177"/>
                  <a:pt x="6991" y="48846"/>
                  <a:pt x="7174" y="49089"/>
                </a:cubicBezTo>
                <a:cubicBezTo>
                  <a:pt x="7387" y="49272"/>
                  <a:pt x="7934" y="49940"/>
                  <a:pt x="8359" y="50791"/>
                </a:cubicBezTo>
                <a:cubicBezTo>
                  <a:pt x="8785" y="51612"/>
                  <a:pt x="10426" y="54013"/>
                  <a:pt x="11368" y="55320"/>
                </a:cubicBezTo>
                <a:cubicBezTo>
                  <a:pt x="12280" y="56597"/>
                  <a:pt x="12554" y="57174"/>
                  <a:pt x="12554" y="57174"/>
                </a:cubicBezTo>
                <a:cubicBezTo>
                  <a:pt x="12554" y="57174"/>
                  <a:pt x="12432" y="57691"/>
                  <a:pt x="12554" y="58238"/>
                </a:cubicBezTo>
                <a:cubicBezTo>
                  <a:pt x="12645" y="58755"/>
                  <a:pt x="12280" y="60214"/>
                  <a:pt x="12341" y="61004"/>
                </a:cubicBezTo>
                <a:cubicBezTo>
                  <a:pt x="12426" y="61799"/>
                  <a:pt x="12855" y="62381"/>
                  <a:pt x="13629" y="62381"/>
                </a:cubicBezTo>
                <a:cubicBezTo>
                  <a:pt x="13684" y="62381"/>
                  <a:pt x="13741" y="62378"/>
                  <a:pt x="13800" y="62372"/>
                </a:cubicBezTo>
                <a:cubicBezTo>
                  <a:pt x="14712" y="62311"/>
                  <a:pt x="15077" y="61247"/>
                  <a:pt x="15016" y="60427"/>
                </a:cubicBezTo>
                <a:cubicBezTo>
                  <a:pt x="14925" y="59636"/>
                  <a:pt x="14681" y="58573"/>
                  <a:pt x="15137" y="57813"/>
                </a:cubicBezTo>
                <a:cubicBezTo>
                  <a:pt x="15593" y="57053"/>
                  <a:pt x="15381" y="56232"/>
                  <a:pt x="15198" y="56111"/>
                </a:cubicBezTo>
                <a:cubicBezTo>
                  <a:pt x="14985" y="55959"/>
                  <a:pt x="14165" y="55472"/>
                  <a:pt x="13982" y="55229"/>
                </a:cubicBezTo>
                <a:cubicBezTo>
                  <a:pt x="13841" y="55064"/>
                  <a:pt x="13625" y="55045"/>
                  <a:pt x="13536" y="55045"/>
                </a:cubicBezTo>
                <a:cubicBezTo>
                  <a:pt x="13511" y="55045"/>
                  <a:pt x="13496" y="55047"/>
                  <a:pt x="13496" y="55047"/>
                </a:cubicBezTo>
                <a:lnTo>
                  <a:pt x="13283" y="54895"/>
                </a:lnTo>
                <a:cubicBezTo>
                  <a:pt x="13283" y="54895"/>
                  <a:pt x="13222" y="54712"/>
                  <a:pt x="13192" y="54560"/>
                </a:cubicBezTo>
                <a:cubicBezTo>
                  <a:pt x="13131" y="54439"/>
                  <a:pt x="12432" y="53010"/>
                  <a:pt x="12219" y="52250"/>
                </a:cubicBezTo>
                <a:cubicBezTo>
                  <a:pt x="11976" y="51430"/>
                  <a:pt x="11703" y="50670"/>
                  <a:pt x="10912" y="49606"/>
                </a:cubicBezTo>
                <a:cubicBezTo>
                  <a:pt x="10122" y="48542"/>
                  <a:pt x="10092" y="48147"/>
                  <a:pt x="9970" y="47630"/>
                </a:cubicBezTo>
                <a:cubicBezTo>
                  <a:pt x="9849" y="47174"/>
                  <a:pt x="8207" y="44378"/>
                  <a:pt x="8207" y="44378"/>
                </a:cubicBezTo>
                <a:cubicBezTo>
                  <a:pt x="8207" y="44378"/>
                  <a:pt x="10001" y="40943"/>
                  <a:pt x="10153" y="39393"/>
                </a:cubicBezTo>
                <a:cubicBezTo>
                  <a:pt x="10304" y="37843"/>
                  <a:pt x="9666" y="36809"/>
                  <a:pt x="9666" y="36809"/>
                </a:cubicBezTo>
                <a:lnTo>
                  <a:pt x="9666" y="36809"/>
                </a:lnTo>
                <a:cubicBezTo>
                  <a:pt x="9666" y="36809"/>
                  <a:pt x="9789" y="36829"/>
                  <a:pt x="9961" y="36829"/>
                </a:cubicBezTo>
                <a:cubicBezTo>
                  <a:pt x="10160" y="36829"/>
                  <a:pt x="10426" y="36802"/>
                  <a:pt x="10639" y="36688"/>
                </a:cubicBezTo>
                <a:cubicBezTo>
                  <a:pt x="11095" y="36505"/>
                  <a:pt x="11915" y="36505"/>
                  <a:pt x="13222" y="36171"/>
                </a:cubicBezTo>
                <a:cubicBezTo>
                  <a:pt x="14560" y="35837"/>
                  <a:pt x="16505" y="34864"/>
                  <a:pt x="16718" y="34469"/>
                </a:cubicBezTo>
                <a:cubicBezTo>
                  <a:pt x="16992" y="34104"/>
                  <a:pt x="16718" y="33405"/>
                  <a:pt x="16566" y="32797"/>
                </a:cubicBezTo>
                <a:cubicBezTo>
                  <a:pt x="16414" y="32128"/>
                  <a:pt x="15776" y="30366"/>
                  <a:pt x="15320" y="29666"/>
                </a:cubicBezTo>
                <a:cubicBezTo>
                  <a:pt x="14894" y="28998"/>
                  <a:pt x="15046" y="28633"/>
                  <a:pt x="14955" y="28116"/>
                </a:cubicBezTo>
                <a:cubicBezTo>
                  <a:pt x="14833" y="27569"/>
                  <a:pt x="14134" y="26141"/>
                  <a:pt x="14134" y="26141"/>
                </a:cubicBezTo>
                <a:cubicBezTo>
                  <a:pt x="15988" y="25077"/>
                  <a:pt x="15320" y="22342"/>
                  <a:pt x="15320" y="22341"/>
                </a:cubicBezTo>
                <a:lnTo>
                  <a:pt x="15320" y="22341"/>
                </a:lnTo>
                <a:cubicBezTo>
                  <a:pt x="15806" y="23071"/>
                  <a:pt x="15897" y="24925"/>
                  <a:pt x="15897" y="24925"/>
                </a:cubicBezTo>
                <a:cubicBezTo>
                  <a:pt x="16201" y="21855"/>
                  <a:pt x="14287" y="19181"/>
                  <a:pt x="14286" y="19180"/>
                </a:cubicBezTo>
                <a:lnTo>
                  <a:pt x="14286" y="19180"/>
                </a:lnTo>
                <a:cubicBezTo>
                  <a:pt x="14712" y="19636"/>
                  <a:pt x="15320" y="20578"/>
                  <a:pt x="15320" y="20578"/>
                </a:cubicBezTo>
                <a:cubicBezTo>
                  <a:pt x="14712" y="18876"/>
                  <a:pt x="13070" y="16384"/>
                  <a:pt x="11277" y="15563"/>
                </a:cubicBezTo>
                <a:cubicBezTo>
                  <a:pt x="10718" y="15312"/>
                  <a:pt x="10190" y="15227"/>
                  <a:pt x="9729" y="15227"/>
                </a:cubicBezTo>
                <a:cubicBezTo>
                  <a:pt x="8736" y="15227"/>
                  <a:pt x="8055" y="15624"/>
                  <a:pt x="8055" y="15624"/>
                </a:cubicBezTo>
                <a:cubicBezTo>
                  <a:pt x="7769" y="15519"/>
                  <a:pt x="7487" y="15482"/>
                  <a:pt x="7231" y="15482"/>
                </a:cubicBezTo>
                <a:cubicBezTo>
                  <a:pt x="6591" y="15482"/>
                  <a:pt x="6110" y="15715"/>
                  <a:pt x="6110" y="15715"/>
                </a:cubicBezTo>
                <a:cubicBezTo>
                  <a:pt x="6049" y="14438"/>
                  <a:pt x="5806" y="13739"/>
                  <a:pt x="5806" y="13739"/>
                </a:cubicBezTo>
                <a:cubicBezTo>
                  <a:pt x="5806" y="13739"/>
                  <a:pt x="5928" y="13253"/>
                  <a:pt x="5806" y="12280"/>
                </a:cubicBezTo>
                <a:cubicBezTo>
                  <a:pt x="5715" y="11247"/>
                  <a:pt x="5016" y="9484"/>
                  <a:pt x="4803" y="7873"/>
                </a:cubicBezTo>
                <a:cubicBezTo>
                  <a:pt x="4529" y="6231"/>
                  <a:pt x="4256" y="5228"/>
                  <a:pt x="4256" y="5228"/>
                </a:cubicBezTo>
                <a:lnTo>
                  <a:pt x="4256" y="2736"/>
                </a:lnTo>
                <a:cubicBezTo>
                  <a:pt x="4256" y="2554"/>
                  <a:pt x="3465" y="0"/>
                  <a:pt x="346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65" name="Google Shape;1265;p169"/>
          <p:cNvGrpSpPr/>
          <p:nvPr/>
        </p:nvGrpSpPr>
        <p:grpSpPr>
          <a:xfrm>
            <a:off x="4691572" y="2985332"/>
            <a:ext cx="2174672" cy="3088825"/>
            <a:chOff x="3067950" y="1043725"/>
            <a:chExt cx="1273600" cy="1808975"/>
          </a:xfrm>
        </p:grpSpPr>
        <p:sp>
          <p:nvSpPr>
            <p:cNvPr id="1266" name="Google Shape;1266;p169"/>
            <p:cNvSpPr/>
            <p:nvPr/>
          </p:nvSpPr>
          <p:spPr>
            <a:xfrm>
              <a:off x="3067950" y="1512125"/>
              <a:ext cx="896700" cy="1340575"/>
            </a:xfrm>
            <a:custGeom>
              <a:rect b="b" l="l" r="r" t="t"/>
              <a:pathLst>
                <a:path extrusionOk="0" h="53623" w="35868">
                  <a:moveTo>
                    <a:pt x="14591" y="23115"/>
                  </a:moveTo>
                  <a:cubicBezTo>
                    <a:pt x="14591" y="24483"/>
                    <a:pt x="14439" y="25851"/>
                    <a:pt x="14378" y="27218"/>
                  </a:cubicBezTo>
                  <a:cubicBezTo>
                    <a:pt x="13952" y="27188"/>
                    <a:pt x="13527" y="27158"/>
                    <a:pt x="13101" y="27036"/>
                  </a:cubicBezTo>
                  <a:cubicBezTo>
                    <a:pt x="12493" y="26854"/>
                    <a:pt x="11916" y="26580"/>
                    <a:pt x="11338" y="26367"/>
                  </a:cubicBezTo>
                  <a:cubicBezTo>
                    <a:pt x="10543" y="26058"/>
                    <a:pt x="9684" y="25909"/>
                    <a:pt x="8843" y="25909"/>
                  </a:cubicBezTo>
                  <a:cubicBezTo>
                    <a:pt x="8526" y="25909"/>
                    <a:pt x="8211" y="25931"/>
                    <a:pt x="7903" y="25972"/>
                  </a:cubicBezTo>
                  <a:cubicBezTo>
                    <a:pt x="10274" y="25455"/>
                    <a:pt x="12372" y="24179"/>
                    <a:pt x="14591" y="23115"/>
                  </a:cubicBezTo>
                  <a:close/>
                  <a:moveTo>
                    <a:pt x="30347" y="1"/>
                  </a:moveTo>
                  <a:cubicBezTo>
                    <a:pt x="29785" y="1"/>
                    <a:pt x="29223" y="69"/>
                    <a:pt x="28725" y="166"/>
                  </a:cubicBezTo>
                  <a:cubicBezTo>
                    <a:pt x="27782" y="379"/>
                    <a:pt x="26810" y="774"/>
                    <a:pt x="26202" y="1534"/>
                  </a:cubicBezTo>
                  <a:cubicBezTo>
                    <a:pt x="25746" y="2081"/>
                    <a:pt x="25503" y="2750"/>
                    <a:pt x="24955" y="3175"/>
                  </a:cubicBezTo>
                  <a:cubicBezTo>
                    <a:pt x="24682" y="3419"/>
                    <a:pt x="24348" y="3601"/>
                    <a:pt x="24013" y="3753"/>
                  </a:cubicBezTo>
                  <a:cubicBezTo>
                    <a:pt x="21946" y="4726"/>
                    <a:pt x="19819" y="5729"/>
                    <a:pt x="18086" y="7218"/>
                  </a:cubicBezTo>
                  <a:cubicBezTo>
                    <a:pt x="16566" y="8525"/>
                    <a:pt x="15411" y="10166"/>
                    <a:pt x="14347" y="11869"/>
                  </a:cubicBezTo>
                  <a:cubicBezTo>
                    <a:pt x="13405" y="13449"/>
                    <a:pt x="11642" y="14361"/>
                    <a:pt x="10183" y="15455"/>
                  </a:cubicBezTo>
                  <a:cubicBezTo>
                    <a:pt x="6931" y="17887"/>
                    <a:pt x="3800" y="20531"/>
                    <a:pt x="1277" y="23723"/>
                  </a:cubicBezTo>
                  <a:cubicBezTo>
                    <a:pt x="548" y="24635"/>
                    <a:pt x="1" y="25759"/>
                    <a:pt x="1" y="26914"/>
                  </a:cubicBezTo>
                  <a:cubicBezTo>
                    <a:pt x="1" y="27583"/>
                    <a:pt x="244" y="28282"/>
                    <a:pt x="821" y="28647"/>
                  </a:cubicBezTo>
                  <a:cubicBezTo>
                    <a:pt x="1064" y="28799"/>
                    <a:pt x="1308" y="28860"/>
                    <a:pt x="1581" y="28951"/>
                  </a:cubicBezTo>
                  <a:cubicBezTo>
                    <a:pt x="4469" y="29772"/>
                    <a:pt x="7387" y="30562"/>
                    <a:pt x="10396" y="30683"/>
                  </a:cubicBezTo>
                  <a:cubicBezTo>
                    <a:pt x="11460" y="30714"/>
                    <a:pt x="12554" y="30683"/>
                    <a:pt x="13587" y="30866"/>
                  </a:cubicBezTo>
                  <a:cubicBezTo>
                    <a:pt x="13922" y="30957"/>
                    <a:pt x="14226" y="31018"/>
                    <a:pt x="14591" y="31079"/>
                  </a:cubicBezTo>
                  <a:cubicBezTo>
                    <a:pt x="14803" y="32294"/>
                    <a:pt x="15229" y="33510"/>
                    <a:pt x="15958" y="34635"/>
                  </a:cubicBezTo>
                  <a:cubicBezTo>
                    <a:pt x="16384" y="35273"/>
                    <a:pt x="16931" y="35790"/>
                    <a:pt x="17478" y="36307"/>
                  </a:cubicBezTo>
                  <a:cubicBezTo>
                    <a:pt x="20092" y="38738"/>
                    <a:pt x="22737" y="40836"/>
                    <a:pt x="25107" y="43541"/>
                  </a:cubicBezTo>
                  <a:cubicBezTo>
                    <a:pt x="25503" y="43936"/>
                    <a:pt x="25837" y="44392"/>
                    <a:pt x="26202" y="44817"/>
                  </a:cubicBezTo>
                  <a:cubicBezTo>
                    <a:pt x="26445" y="45091"/>
                    <a:pt x="26901" y="45365"/>
                    <a:pt x="26901" y="45760"/>
                  </a:cubicBezTo>
                  <a:cubicBezTo>
                    <a:pt x="26901" y="46033"/>
                    <a:pt x="26749" y="46276"/>
                    <a:pt x="26627" y="46489"/>
                  </a:cubicBezTo>
                  <a:cubicBezTo>
                    <a:pt x="26506" y="46732"/>
                    <a:pt x="26445" y="46975"/>
                    <a:pt x="26506" y="47249"/>
                  </a:cubicBezTo>
                  <a:cubicBezTo>
                    <a:pt x="26627" y="47583"/>
                    <a:pt x="27053" y="47735"/>
                    <a:pt x="27266" y="48009"/>
                  </a:cubicBezTo>
                  <a:cubicBezTo>
                    <a:pt x="27478" y="48283"/>
                    <a:pt x="27509" y="48586"/>
                    <a:pt x="27509" y="48921"/>
                  </a:cubicBezTo>
                  <a:cubicBezTo>
                    <a:pt x="27539" y="49377"/>
                    <a:pt x="27539" y="49833"/>
                    <a:pt x="27570" y="50289"/>
                  </a:cubicBezTo>
                  <a:cubicBezTo>
                    <a:pt x="27630" y="50684"/>
                    <a:pt x="27630" y="51079"/>
                    <a:pt x="27357" y="51383"/>
                  </a:cubicBezTo>
                  <a:cubicBezTo>
                    <a:pt x="27174" y="51626"/>
                    <a:pt x="26901" y="51687"/>
                    <a:pt x="26627" y="51778"/>
                  </a:cubicBezTo>
                  <a:cubicBezTo>
                    <a:pt x="26354" y="51839"/>
                    <a:pt x="26111" y="51960"/>
                    <a:pt x="25959" y="52204"/>
                  </a:cubicBezTo>
                  <a:cubicBezTo>
                    <a:pt x="25715" y="52538"/>
                    <a:pt x="26050" y="52994"/>
                    <a:pt x="26323" y="53207"/>
                  </a:cubicBezTo>
                  <a:cubicBezTo>
                    <a:pt x="26445" y="53328"/>
                    <a:pt x="26627" y="53328"/>
                    <a:pt x="26779" y="53359"/>
                  </a:cubicBezTo>
                  <a:cubicBezTo>
                    <a:pt x="27357" y="53450"/>
                    <a:pt x="27934" y="53511"/>
                    <a:pt x="28451" y="53571"/>
                  </a:cubicBezTo>
                  <a:cubicBezTo>
                    <a:pt x="28741" y="53595"/>
                    <a:pt x="29048" y="53622"/>
                    <a:pt x="29351" y="53622"/>
                  </a:cubicBezTo>
                  <a:cubicBezTo>
                    <a:pt x="29843" y="53622"/>
                    <a:pt x="30324" y="53549"/>
                    <a:pt x="30700" y="53267"/>
                  </a:cubicBezTo>
                  <a:cubicBezTo>
                    <a:pt x="31156" y="52872"/>
                    <a:pt x="31339" y="52295"/>
                    <a:pt x="31399" y="51748"/>
                  </a:cubicBezTo>
                  <a:cubicBezTo>
                    <a:pt x="31491" y="51170"/>
                    <a:pt x="31491" y="50562"/>
                    <a:pt x="31643" y="50015"/>
                  </a:cubicBezTo>
                  <a:cubicBezTo>
                    <a:pt x="31916" y="49073"/>
                    <a:pt x="32554" y="48283"/>
                    <a:pt x="32828" y="47340"/>
                  </a:cubicBezTo>
                  <a:cubicBezTo>
                    <a:pt x="33162" y="46185"/>
                    <a:pt x="32737" y="45820"/>
                    <a:pt x="31764" y="45365"/>
                  </a:cubicBezTo>
                  <a:cubicBezTo>
                    <a:pt x="31673" y="45304"/>
                    <a:pt x="31551" y="45273"/>
                    <a:pt x="31491" y="45243"/>
                  </a:cubicBezTo>
                  <a:cubicBezTo>
                    <a:pt x="31339" y="45213"/>
                    <a:pt x="31156" y="45152"/>
                    <a:pt x="31004" y="45091"/>
                  </a:cubicBezTo>
                  <a:cubicBezTo>
                    <a:pt x="30457" y="44817"/>
                    <a:pt x="30184" y="43875"/>
                    <a:pt x="29971" y="43389"/>
                  </a:cubicBezTo>
                  <a:cubicBezTo>
                    <a:pt x="29940" y="43298"/>
                    <a:pt x="29910" y="43176"/>
                    <a:pt x="29788" y="43176"/>
                  </a:cubicBezTo>
                  <a:cubicBezTo>
                    <a:pt x="29758" y="43166"/>
                    <a:pt x="29724" y="43163"/>
                    <a:pt x="29690" y="43163"/>
                  </a:cubicBezTo>
                  <a:cubicBezTo>
                    <a:pt x="29623" y="43163"/>
                    <a:pt x="29555" y="43176"/>
                    <a:pt x="29515" y="43176"/>
                  </a:cubicBezTo>
                  <a:cubicBezTo>
                    <a:pt x="29272" y="43176"/>
                    <a:pt x="29150" y="42963"/>
                    <a:pt x="29029" y="42781"/>
                  </a:cubicBezTo>
                  <a:cubicBezTo>
                    <a:pt x="27965" y="40957"/>
                    <a:pt x="26810" y="39073"/>
                    <a:pt x="25563" y="37370"/>
                  </a:cubicBezTo>
                  <a:cubicBezTo>
                    <a:pt x="25411" y="37158"/>
                    <a:pt x="23162" y="34665"/>
                    <a:pt x="23193" y="34635"/>
                  </a:cubicBezTo>
                  <a:cubicBezTo>
                    <a:pt x="23709" y="34027"/>
                    <a:pt x="23740" y="33146"/>
                    <a:pt x="23345" y="32507"/>
                  </a:cubicBezTo>
                  <a:cubicBezTo>
                    <a:pt x="23193" y="32234"/>
                    <a:pt x="22980" y="32021"/>
                    <a:pt x="22797" y="31778"/>
                  </a:cubicBezTo>
                  <a:cubicBezTo>
                    <a:pt x="22402" y="31261"/>
                    <a:pt x="22220" y="30562"/>
                    <a:pt x="22068" y="29924"/>
                  </a:cubicBezTo>
                  <a:cubicBezTo>
                    <a:pt x="21886" y="29255"/>
                    <a:pt x="21825" y="28100"/>
                    <a:pt x="21278" y="27614"/>
                  </a:cubicBezTo>
                  <a:cubicBezTo>
                    <a:pt x="21186" y="27522"/>
                    <a:pt x="21126" y="27492"/>
                    <a:pt x="21034" y="27462"/>
                  </a:cubicBezTo>
                  <a:cubicBezTo>
                    <a:pt x="21034" y="26610"/>
                    <a:pt x="21065" y="25820"/>
                    <a:pt x="21186" y="24999"/>
                  </a:cubicBezTo>
                  <a:cubicBezTo>
                    <a:pt x="21642" y="22203"/>
                    <a:pt x="23770" y="20623"/>
                    <a:pt x="24530" y="18039"/>
                  </a:cubicBezTo>
                  <a:cubicBezTo>
                    <a:pt x="24803" y="17188"/>
                    <a:pt x="24803" y="16337"/>
                    <a:pt x="24621" y="15486"/>
                  </a:cubicBezTo>
                  <a:cubicBezTo>
                    <a:pt x="24508" y="15060"/>
                    <a:pt x="23707" y="13577"/>
                    <a:pt x="24488" y="13577"/>
                  </a:cubicBezTo>
                  <a:cubicBezTo>
                    <a:pt x="24544" y="13577"/>
                    <a:pt x="24608" y="13585"/>
                    <a:pt x="24682" y="13601"/>
                  </a:cubicBezTo>
                  <a:cubicBezTo>
                    <a:pt x="24925" y="13632"/>
                    <a:pt x="25077" y="13784"/>
                    <a:pt x="25259" y="13905"/>
                  </a:cubicBezTo>
                  <a:cubicBezTo>
                    <a:pt x="25928" y="14300"/>
                    <a:pt x="26658" y="14543"/>
                    <a:pt x="27418" y="14817"/>
                  </a:cubicBezTo>
                  <a:cubicBezTo>
                    <a:pt x="27790" y="14941"/>
                    <a:pt x="28191" y="15051"/>
                    <a:pt x="28572" y="15051"/>
                  </a:cubicBezTo>
                  <a:cubicBezTo>
                    <a:pt x="28750" y="15051"/>
                    <a:pt x="28924" y="15027"/>
                    <a:pt x="29089" y="14969"/>
                  </a:cubicBezTo>
                  <a:cubicBezTo>
                    <a:pt x="29576" y="14756"/>
                    <a:pt x="29940" y="14300"/>
                    <a:pt x="30305" y="13936"/>
                  </a:cubicBezTo>
                  <a:cubicBezTo>
                    <a:pt x="31065" y="13145"/>
                    <a:pt x="32220" y="12477"/>
                    <a:pt x="33223" y="12142"/>
                  </a:cubicBezTo>
                  <a:cubicBezTo>
                    <a:pt x="33922" y="11929"/>
                    <a:pt x="34561" y="12173"/>
                    <a:pt x="35138" y="11565"/>
                  </a:cubicBezTo>
                  <a:cubicBezTo>
                    <a:pt x="35594" y="11109"/>
                    <a:pt x="35776" y="10440"/>
                    <a:pt x="35868" y="9832"/>
                  </a:cubicBezTo>
                  <a:cubicBezTo>
                    <a:pt x="35868" y="8829"/>
                    <a:pt x="35624" y="7887"/>
                    <a:pt x="35381" y="6945"/>
                  </a:cubicBezTo>
                  <a:cubicBezTo>
                    <a:pt x="35016" y="5607"/>
                    <a:pt x="34652" y="4239"/>
                    <a:pt x="34317" y="2902"/>
                  </a:cubicBezTo>
                  <a:cubicBezTo>
                    <a:pt x="34013" y="1808"/>
                    <a:pt x="33649" y="1291"/>
                    <a:pt x="32676" y="592"/>
                  </a:cubicBezTo>
                  <a:cubicBezTo>
                    <a:pt x="32038" y="154"/>
                    <a:pt x="31191" y="1"/>
                    <a:pt x="3034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7" name="Google Shape;1267;p169"/>
            <p:cNvSpPr/>
            <p:nvPr/>
          </p:nvSpPr>
          <p:spPr>
            <a:xfrm>
              <a:off x="3751850" y="1043725"/>
              <a:ext cx="360975" cy="965825"/>
            </a:xfrm>
            <a:custGeom>
              <a:rect b="b" l="l" r="r" t="t"/>
              <a:pathLst>
                <a:path extrusionOk="0" h="38633" w="14439">
                  <a:moveTo>
                    <a:pt x="10024" y="0"/>
                  </a:moveTo>
                  <a:cubicBezTo>
                    <a:pt x="9782" y="0"/>
                    <a:pt x="9529" y="37"/>
                    <a:pt x="9241" y="118"/>
                  </a:cubicBezTo>
                  <a:cubicBezTo>
                    <a:pt x="8572" y="300"/>
                    <a:pt x="8025" y="604"/>
                    <a:pt x="7448" y="969"/>
                  </a:cubicBezTo>
                  <a:cubicBezTo>
                    <a:pt x="5958" y="1881"/>
                    <a:pt x="4864" y="3249"/>
                    <a:pt x="3800" y="4677"/>
                  </a:cubicBezTo>
                  <a:cubicBezTo>
                    <a:pt x="2554" y="6349"/>
                    <a:pt x="1338" y="8081"/>
                    <a:pt x="335" y="9996"/>
                  </a:cubicBezTo>
                  <a:cubicBezTo>
                    <a:pt x="183" y="10240"/>
                    <a:pt x="62" y="10513"/>
                    <a:pt x="31" y="10817"/>
                  </a:cubicBezTo>
                  <a:cubicBezTo>
                    <a:pt x="1" y="11060"/>
                    <a:pt x="31" y="11273"/>
                    <a:pt x="62" y="11455"/>
                  </a:cubicBezTo>
                  <a:cubicBezTo>
                    <a:pt x="457" y="13401"/>
                    <a:pt x="1217" y="15224"/>
                    <a:pt x="2007" y="17018"/>
                  </a:cubicBezTo>
                  <a:cubicBezTo>
                    <a:pt x="2402" y="17899"/>
                    <a:pt x="2858" y="18598"/>
                    <a:pt x="2736" y="19601"/>
                  </a:cubicBezTo>
                  <a:cubicBezTo>
                    <a:pt x="2615" y="20513"/>
                    <a:pt x="2280" y="21395"/>
                    <a:pt x="2311" y="22337"/>
                  </a:cubicBezTo>
                  <a:cubicBezTo>
                    <a:pt x="2341" y="23553"/>
                    <a:pt x="2736" y="24738"/>
                    <a:pt x="3253" y="25833"/>
                  </a:cubicBezTo>
                  <a:cubicBezTo>
                    <a:pt x="3527" y="26410"/>
                    <a:pt x="3922" y="26805"/>
                    <a:pt x="4104" y="27413"/>
                  </a:cubicBezTo>
                  <a:cubicBezTo>
                    <a:pt x="4469" y="28629"/>
                    <a:pt x="5746" y="29510"/>
                    <a:pt x="5989" y="30757"/>
                  </a:cubicBezTo>
                  <a:cubicBezTo>
                    <a:pt x="6141" y="31213"/>
                    <a:pt x="6110" y="31668"/>
                    <a:pt x="6080" y="32094"/>
                  </a:cubicBezTo>
                  <a:cubicBezTo>
                    <a:pt x="5928" y="33310"/>
                    <a:pt x="5746" y="34526"/>
                    <a:pt x="5806" y="35741"/>
                  </a:cubicBezTo>
                  <a:cubicBezTo>
                    <a:pt x="5837" y="36380"/>
                    <a:pt x="5958" y="37048"/>
                    <a:pt x="6262" y="37565"/>
                  </a:cubicBezTo>
                  <a:cubicBezTo>
                    <a:pt x="6566" y="38143"/>
                    <a:pt x="7144" y="38599"/>
                    <a:pt x="7752" y="38629"/>
                  </a:cubicBezTo>
                  <a:cubicBezTo>
                    <a:pt x="7778" y="38631"/>
                    <a:pt x="7805" y="38632"/>
                    <a:pt x="7831" y="38632"/>
                  </a:cubicBezTo>
                  <a:cubicBezTo>
                    <a:pt x="8173" y="38632"/>
                    <a:pt x="8527" y="38455"/>
                    <a:pt x="8724" y="38173"/>
                  </a:cubicBezTo>
                  <a:cubicBezTo>
                    <a:pt x="9028" y="37808"/>
                    <a:pt x="9241" y="37352"/>
                    <a:pt x="9393" y="36896"/>
                  </a:cubicBezTo>
                  <a:cubicBezTo>
                    <a:pt x="9879" y="35134"/>
                    <a:pt x="9758" y="33310"/>
                    <a:pt x="10214" y="31516"/>
                  </a:cubicBezTo>
                  <a:cubicBezTo>
                    <a:pt x="10335" y="31030"/>
                    <a:pt x="10548" y="30574"/>
                    <a:pt x="10639" y="30088"/>
                  </a:cubicBezTo>
                  <a:cubicBezTo>
                    <a:pt x="10852" y="29024"/>
                    <a:pt x="10578" y="27991"/>
                    <a:pt x="10487" y="26927"/>
                  </a:cubicBezTo>
                  <a:cubicBezTo>
                    <a:pt x="10396" y="26349"/>
                    <a:pt x="10335" y="25802"/>
                    <a:pt x="10153" y="25255"/>
                  </a:cubicBezTo>
                  <a:cubicBezTo>
                    <a:pt x="9910" y="24677"/>
                    <a:pt x="9545" y="24191"/>
                    <a:pt x="9332" y="23614"/>
                  </a:cubicBezTo>
                  <a:cubicBezTo>
                    <a:pt x="8876" y="22398"/>
                    <a:pt x="9119" y="21000"/>
                    <a:pt x="8481" y="19875"/>
                  </a:cubicBezTo>
                  <a:cubicBezTo>
                    <a:pt x="8329" y="19632"/>
                    <a:pt x="8177" y="19419"/>
                    <a:pt x="8056" y="19176"/>
                  </a:cubicBezTo>
                  <a:cubicBezTo>
                    <a:pt x="7904" y="18872"/>
                    <a:pt x="7782" y="18538"/>
                    <a:pt x="7660" y="18203"/>
                  </a:cubicBezTo>
                  <a:cubicBezTo>
                    <a:pt x="7174" y="16987"/>
                    <a:pt x="5989" y="16531"/>
                    <a:pt x="5259" y="15498"/>
                  </a:cubicBezTo>
                  <a:cubicBezTo>
                    <a:pt x="4894" y="14951"/>
                    <a:pt x="4621" y="14343"/>
                    <a:pt x="4378" y="13735"/>
                  </a:cubicBezTo>
                  <a:cubicBezTo>
                    <a:pt x="4104" y="13188"/>
                    <a:pt x="3861" y="12610"/>
                    <a:pt x="3618" y="12003"/>
                  </a:cubicBezTo>
                  <a:cubicBezTo>
                    <a:pt x="3496" y="11699"/>
                    <a:pt x="3344" y="11395"/>
                    <a:pt x="3375" y="11091"/>
                  </a:cubicBezTo>
                  <a:cubicBezTo>
                    <a:pt x="3375" y="10847"/>
                    <a:pt x="3496" y="10635"/>
                    <a:pt x="3618" y="10392"/>
                  </a:cubicBezTo>
                  <a:cubicBezTo>
                    <a:pt x="4712" y="8173"/>
                    <a:pt x="5928" y="5984"/>
                    <a:pt x="7326" y="3948"/>
                  </a:cubicBezTo>
                  <a:cubicBezTo>
                    <a:pt x="7448" y="3765"/>
                    <a:pt x="7600" y="3613"/>
                    <a:pt x="7752" y="3461"/>
                  </a:cubicBezTo>
                  <a:cubicBezTo>
                    <a:pt x="7964" y="3325"/>
                    <a:pt x="8200" y="3294"/>
                    <a:pt x="8443" y="3294"/>
                  </a:cubicBezTo>
                  <a:cubicBezTo>
                    <a:pt x="8638" y="3294"/>
                    <a:pt x="8837" y="3314"/>
                    <a:pt x="9034" y="3314"/>
                  </a:cubicBezTo>
                  <a:cubicBezTo>
                    <a:pt x="9083" y="3314"/>
                    <a:pt x="9132" y="3312"/>
                    <a:pt x="9180" y="3309"/>
                  </a:cubicBezTo>
                  <a:cubicBezTo>
                    <a:pt x="9938" y="3234"/>
                    <a:pt x="10633" y="2969"/>
                    <a:pt x="11387" y="2969"/>
                  </a:cubicBezTo>
                  <a:cubicBezTo>
                    <a:pt x="11540" y="2969"/>
                    <a:pt x="11696" y="2980"/>
                    <a:pt x="11855" y="3005"/>
                  </a:cubicBezTo>
                  <a:cubicBezTo>
                    <a:pt x="11904" y="3005"/>
                    <a:pt x="11996" y="3010"/>
                    <a:pt x="12097" y="3010"/>
                  </a:cubicBezTo>
                  <a:cubicBezTo>
                    <a:pt x="12249" y="3010"/>
                    <a:pt x="12420" y="2999"/>
                    <a:pt x="12493" y="2945"/>
                  </a:cubicBezTo>
                  <a:cubicBezTo>
                    <a:pt x="12524" y="2914"/>
                    <a:pt x="12524" y="2793"/>
                    <a:pt x="12524" y="2762"/>
                  </a:cubicBezTo>
                  <a:cubicBezTo>
                    <a:pt x="12646" y="2780"/>
                    <a:pt x="12768" y="2817"/>
                    <a:pt x="12879" y="2817"/>
                  </a:cubicBezTo>
                  <a:cubicBezTo>
                    <a:pt x="12961" y="2817"/>
                    <a:pt x="13037" y="2797"/>
                    <a:pt x="13101" y="2732"/>
                  </a:cubicBezTo>
                  <a:cubicBezTo>
                    <a:pt x="13223" y="2610"/>
                    <a:pt x="13192" y="2398"/>
                    <a:pt x="13101" y="2246"/>
                  </a:cubicBezTo>
                  <a:cubicBezTo>
                    <a:pt x="12980" y="2033"/>
                    <a:pt x="12797" y="2002"/>
                    <a:pt x="12615" y="1881"/>
                  </a:cubicBezTo>
                  <a:cubicBezTo>
                    <a:pt x="12341" y="1729"/>
                    <a:pt x="12159" y="1486"/>
                    <a:pt x="11855" y="1364"/>
                  </a:cubicBezTo>
                  <a:lnTo>
                    <a:pt x="11855" y="1364"/>
                  </a:lnTo>
                  <a:cubicBezTo>
                    <a:pt x="12083" y="1379"/>
                    <a:pt x="12311" y="1387"/>
                    <a:pt x="12539" y="1387"/>
                  </a:cubicBezTo>
                  <a:cubicBezTo>
                    <a:pt x="12767" y="1387"/>
                    <a:pt x="12995" y="1379"/>
                    <a:pt x="13223" y="1364"/>
                  </a:cubicBezTo>
                  <a:cubicBezTo>
                    <a:pt x="13405" y="1364"/>
                    <a:pt x="14439" y="1242"/>
                    <a:pt x="13861" y="939"/>
                  </a:cubicBezTo>
                  <a:cubicBezTo>
                    <a:pt x="13740" y="878"/>
                    <a:pt x="13588" y="878"/>
                    <a:pt x="13496" y="817"/>
                  </a:cubicBezTo>
                  <a:cubicBezTo>
                    <a:pt x="12737" y="726"/>
                    <a:pt x="11977" y="513"/>
                    <a:pt x="11247" y="270"/>
                  </a:cubicBezTo>
                  <a:cubicBezTo>
                    <a:pt x="10794" y="100"/>
                    <a:pt x="10423" y="0"/>
                    <a:pt x="100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169"/>
            <p:cNvSpPr/>
            <p:nvPr/>
          </p:nvSpPr>
          <p:spPr>
            <a:xfrm>
              <a:off x="3909150" y="1781075"/>
              <a:ext cx="432400" cy="233850"/>
            </a:xfrm>
            <a:custGeom>
              <a:rect b="b" l="l" r="r" t="t"/>
              <a:pathLst>
                <a:path extrusionOk="0" h="9354" w="17296">
                  <a:moveTo>
                    <a:pt x="15338" y="1322"/>
                  </a:moveTo>
                  <a:cubicBezTo>
                    <a:pt x="15365" y="1322"/>
                    <a:pt x="15398" y="1332"/>
                    <a:pt x="15442" y="1354"/>
                  </a:cubicBezTo>
                  <a:cubicBezTo>
                    <a:pt x="15563" y="1384"/>
                    <a:pt x="15654" y="1658"/>
                    <a:pt x="15715" y="1719"/>
                  </a:cubicBezTo>
                  <a:cubicBezTo>
                    <a:pt x="15746" y="1810"/>
                    <a:pt x="15746" y="1840"/>
                    <a:pt x="15746" y="1901"/>
                  </a:cubicBezTo>
                  <a:cubicBezTo>
                    <a:pt x="15746" y="2022"/>
                    <a:pt x="15654" y="2144"/>
                    <a:pt x="15594" y="2235"/>
                  </a:cubicBezTo>
                  <a:cubicBezTo>
                    <a:pt x="15350" y="2478"/>
                    <a:pt x="15138" y="2752"/>
                    <a:pt x="14895" y="2995"/>
                  </a:cubicBezTo>
                  <a:cubicBezTo>
                    <a:pt x="14864" y="3026"/>
                    <a:pt x="14834" y="3056"/>
                    <a:pt x="14743" y="3056"/>
                  </a:cubicBezTo>
                  <a:cubicBezTo>
                    <a:pt x="14682" y="3056"/>
                    <a:pt x="14651" y="2995"/>
                    <a:pt x="14560" y="2934"/>
                  </a:cubicBezTo>
                  <a:cubicBezTo>
                    <a:pt x="14499" y="2904"/>
                    <a:pt x="14378" y="2904"/>
                    <a:pt x="14287" y="2813"/>
                  </a:cubicBezTo>
                  <a:cubicBezTo>
                    <a:pt x="14226" y="2752"/>
                    <a:pt x="14287" y="2600"/>
                    <a:pt x="14378" y="2509"/>
                  </a:cubicBezTo>
                  <a:cubicBezTo>
                    <a:pt x="14651" y="2205"/>
                    <a:pt x="14895" y="1871"/>
                    <a:pt x="15138" y="1536"/>
                  </a:cubicBezTo>
                  <a:cubicBezTo>
                    <a:pt x="15230" y="1420"/>
                    <a:pt x="15252" y="1322"/>
                    <a:pt x="15338" y="1322"/>
                  </a:cubicBezTo>
                  <a:close/>
                  <a:moveTo>
                    <a:pt x="16924" y="0"/>
                  </a:moveTo>
                  <a:cubicBezTo>
                    <a:pt x="16896" y="0"/>
                    <a:pt x="16868" y="7"/>
                    <a:pt x="16840" y="16"/>
                  </a:cubicBezTo>
                  <a:cubicBezTo>
                    <a:pt x="16718" y="47"/>
                    <a:pt x="16657" y="168"/>
                    <a:pt x="16627" y="290"/>
                  </a:cubicBezTo>
                  <a:cubicBezTo>
                    <a:pt x="16566" y="442"/>
                    <a:pt x="16627" y="624"/>
                    <a:pt x="16627" y="807"/>
                  </a:cubicBezTo>
                  <a:cubicBezTo>
                    <a:pt x="16627" y="959"/>
                    <a:pt x="16566" y="1111"/>
                    <a:pt x="16536" y="1263"/>
                  </a:cubicBezTo>
                  <a:cubicBezTo>
                    <a:pt x="16536" y="1293"/>
                    <a:pt x="16506" y="1293"/>
                    <a:pt x="16506" y="1293"/>
                  </a:cubicBezTo>
                  <a:cubicBezTo>
                    <a:pt x="16323" y="1111"/>
                    <a:pt x="16202" y="837"/>
                    <a:pt x="15928" y="685"/>
                  </a:cubicBezTo>
                  <a:cubicBezTo>
                    <a:pt x="15715" y="533"/>
                    <a:pt x="15472" y="442"/>
                    <a:pt x="15198" y="351"/>
                  </a:cubicBezTo>
                  <a:cubicBezTo>
                    <a:pt x="15173" y="346"/>
                    <a:pt x="15146" y="343"/>
                    <a:pt x="15119" y="343"/>
                  </a:cubicBezTo>
                  <a:cubicBezTo>
                    <a:pt x="14982" y="343"/>
                    <a:pt x="14839" y="406"/>
                    <a:pt x="14864" y="533"/>
                  </a:cubicBezTo>
                  <a:cubicBezTo>
                    <a:pt x="14844" y="513"/>
                    <a:pt x="14813" y="503"/>
                    <a:pt x="14779" y="503"/>
                  </a:cubicBezTo>
                  <a:cubicBezTo>
                    <a:pt x="14709" y="503"/>
                    <a:pt x="14621" y="543"/>
                    <a:pt x="14560" y="624"/>
                  </a:cubicBezTo>
                  <a:cubicBezTo>
                    <a:pt x="14499" y="685"/>
                    <a:pt x="14439" y="837"/>
                    <a:pt x="14439" y="928"/>
                  </a:cubicBezTo>
                  <a:cubicBezTo>
                    <a:pt x="14256" y="1658"/>
                    <a:pt x="13618" y="2174"/>
                    <a:pt x="13040" y="2661"/>
                  </a:cubicBezTo>
                  <a:cubicBezTo>
                    <a:pt x="12463" y="3178"/>
                    <a:pt x="11855" y="3725"/>
                    <a:pt x="11764" y="4485"/>
                  </a:cubicBezTo>
                  <a:cubicBezTo>
                    <a:pt x="11764" y="4576"/>
                    <a:pt x="11764" y="4606"/>
                    <a:pt x="11673" y="4697"/>
                  </a:cubicBezTo>
                  <a:cubicBezTo>
                    <a:pt x="11642" y="4728"/>
                    <a:pt x="11551" y="4758"/>
                    <a:pt x="11521" y="4758"/>
                  </a:cubicBezTo>
                  <a:cubicBezTo>
                    <a:pt x="9970" y="5092"/>
                    <a:pt x="8420" y="5396"/>
                    <a:pt x="6840" y="5640"/>
                  </a:cubicBezTo>
                  <a:cubicBezTo>
                    <a:pt x="6141" y="5761"/>
                    <a:pt x="5381" y="5822"/>
                    <a:pt x="4651" y="5913"/>
                  </a:cubicBezTo>
                  <a:cubicBezTo>
                    <a:pt x="4543" y="5917"/>
                    <a:pt x="4435" y="5919"/>
                    <a:pt x="4329" y="5919"/>
                  </a:cubicBezTo>
                  <a:cubicBezTo>
                    <a:pt x="3692" y="5919"/>
                    <a:pt x="3092" y="5852"/>
                    <a:pt x="2493" y="5852"/>
                  </a:cubicBezTo>
                  <a:cubicBezTo>
                    <a:pt x="2037" y="5852"/>
                    <a:pt x="1612" y="5974"/>
                    <a:pt x="1186" y="6156"/>
                  </a:cubicBezTo>
                  <a:cubicBezTo>
                    <a:pt x="852" y="6308"/>
                    <a:pt x="517" y="6551"/>
                    <a:pt x="305" y="6886"/>
                  </a:cubicBezTo>
                  <a:cubicBezTo>
                    <a:pt x="1" y="7342"/>
                    <a:pt x="1" y="7980"/>
                    <a:pt x="305" y="8436"/>
                  </a:cubicBezTo>
                  <a:cubicBezTo>
                    <a:pt x="737" y="9151"/>
                    <a:pt x="1566" y="9354"/>
                    <a:pt x="2402" y="9354"/>
                  </a:cubicBezTo>
                  <a:cubicBezTo>
                    <a:pt x="2916" y="9354"/>
                    <a:pt x="3433" y="9277"/>
                    <a:pt x="3861" y="9196"/>
                  </a:cubicBezTo>
                  <a:cubicBezTo>
                    <a:pt x="5168" y="8983"/>
                    <a:pt x="6475" y="8679"/>
                    <a:pt x="7752" y="8345"/>
                  </a:cubicBezTo>
                  <a:cubicBezTo>
                    <a:pt x="9241" y="7919"/>
                    <a:pt x="10730" y="7433"/>
                    <a:pt x="12098" y="6703"/>
                  </a:cubicBezTo>
                  <a:cubicBezTo>
                    <a:pt x="12554" y="6460"/>
                    <a:pt x="12980" y="6247"/>
                    <a:pt x="13466" y="6095"/>
                  </a:cubicBezTo>
                  <a:cubicBezTo>
                    <a:pt x="13952" y="5944"/>
                    <a:pt x="14499" y="5913"/>
                    <a:pt x="14986" y="5700"/>
                  </a:cubicBezTo>
                  <a:cubicBezTo>
                    <a:pt x="15563" y="5488"/>
                    <a:pt x="16019" y="5032"/>
                    <a:pt x="16384" y="4576"/>
                  </a:cubicBezTo>
                  <a:cubicBezTo>
                    <a:pt x="16809" y="4029"/>
                    <a:pt x="17265" y="3542"/>
                    <a:pt x="17083" y="2874"/>
                  </a:cubicBezTo>
                  <a:cubicBezTo>
                    <a:pt x="17022" y="2782"/>
                    <a:pt x="17022" y="2722"/>
                    <a:pt x="17022" y="2630"/>
                  </a:cubicBezTo>
                  <a:cubicBezTo>
                    <a:pt x="17022" y="2570"/>
                    <a:pt x="17083" y="2478"/>
                    <a:pt x="17083" y="2418"/>
                  </a:cubicBezTo>
                  <a:cubicBezTo>
                    <a:pt x="17022" y="2022"/>
                    <a:pt x="17113" y="1840"/>
                    <a:pt x="17144" y="1597"/>
                  </a:cubicBezTo>
                  <a:cubicBezTo>
                    <a:pt x="17235" y="1384"/>
                    <a:pt x="17296" y="1111"/>
                    <a:pt x="17265" y="898"/>
                  </a:cubicBezTo>
                  <a:cubicBezTo>
                    <a:pt x="17265" y="655"/>
                    <a:pt x="17174" y="351"/>
                    <a:pt x="17113" y="138"/>
                  </a:cubicBezTo>
                  <a:cubicBezTo>
                    <a:pt x="17050" y="33"/>
                    <a:pt x="16987" y="0"/>
                    <a:pt x="169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169"/>
            <p:cNvSpPr/>
            <p:nvPr/>
          </p:nvSpPr>
          <p:spPr>
            <a:xfrm>
              <a:off x="3908400" y="1472900"/>
              <a:ext cx="372375" cy="391425"/>
            </a:xfrm>
            <a:custGeom>
              <a:rect b="b" l="l" r="r" t="t"/>
              <a:pathLst>
                <a:path extrusionOk="0" h="15657" w="14895">
                  <a:moveTo>
                    <a:pt x="8335" y="0"/>
                  </a:moveTo>
                  <a:cubicBezTo>
                    <a:pt x="8055" y="0"/>
                    <a:pt x="8048" y="231"/>
                    <a:pt x="7934" y="489"/>
                  </a:cubicBezTo>
                  <a:cubicBezTo>
                    <a:pt x="7784" y="489"/>
                    <a:pt x="7676" y="306"/>
                    <a:pt x="7525" y="306"/>
                  </a:cubicBezTo>
                  <a:cubicBezTo>
                    <a:pt x="7491" y="306"/>
                    <a:pt x="7455" y="315"/>
                    <a:pt x="7417" y="337"/>
                  </a:cubicBezTo>
                  <a:cubicBezTo>
                    <a:pt x="7326" y="368"/>
                    <a:pt x="7295" y="489"/>
                    <a:pt x="7234" y="489"/>
                  </a:cubicBezTo>
                  <a:cubicBezTo>
                    <a:pt x="7143" y="489"/>
                    <a:pt x="7113" y="368"/>
                    <a:pt x="7022" y="337"/>
                  </a:cubicBezTo>
                  <a:cubicBezTo>
                    <a:pt x="6961" y="337"/>
                    <a:pt x="6930" y="368"/>
                    <a:pt x="6839" y="428"/>
                  </a:cubicBezTo>
                  <a:cubicBezTo>
                    <a:pt x="6718" y="580"/>
                    <a:pt x="6596" y="671"/>
                    <a:pt x="6414" y="671"/>
                  </a:cubicBezTo>
                  <a:cubicBezTo>
                    <a:pt x="6262" y="671"/>
                    <a:pt x="6110" y="641"/>
                    <a:pt x="5988" y="641"/>
                  </a:cubicBezTo>
                  <a:cubicBezTo>
                    <a:pt x="5836" y="641"/>
                    <a:pt x="5684" y="641"/>
                    <a:pt x="5593" y="732"/>
                  </a:cubicBezTo>
                  <a:cubicBezTo>
                    <a:pt x="5471" y="793"/>
                    <a:pt x="5441" y="915"/>
                    <a:pt x="5380" y="1036"/>
                  </a:cubicBezTo>
                  <a:cubicBezTo>
                    <a:pt x="5198" y="1675"/>
                    <a:pt x="5623" y="2313"/>
                    <a:pt x="5198" y="2951"/>
                  </a:cubicBezTo>
                  <a:cubicBezTo>
                    <a:pt x="5137" y="3073"/>
                    <a:pt x="5016" y="3164"/>
                    <a:pt x="4924" y="3194"/>
                  </a:cubicBezTo>
                  <a:cubicBezTo>
                    <a:pt x="4505" y="3434"/>
                    <a:pt x="4012" y="3555"/>
                    <a:pt x="3522" y="3555"/>
                  </a:cubicBezTo>
                  <a:cubicBezTo>
                    <a:pt x="3017" y="3555"/>
                    <a:pt x="2514" y="3426"/>
                    <a:pt x="2098" y="3164"/>
                  </a:cubicBezTo>
                  <a:cubicBezTo>
                    <a:pt x="1733" y="2951"/>
                    <a:pt x="1429" y="2647"/>
                    <a:pt x="1094" y="2556"/>
                  </a:cubicBezTo>
                  <a:cubicBezTo>
                    <a:pt x="984" y="2519"/>
                    <a:pt x="860" y="2499"/>
                    <a:pt x="736" y="2499"/>
                  </a:cubicBezTo>
                  <a:cubicBezTo>
                    <a:pt x="450" y="2499"/>
                    <a:pt x="167" y="2606"/>
                    <a:pt x="61" y="2860"/>
                  </a:cubicBezTo>
                  <a:cubicBezTo>
                    <a:pt x="0" y="3012"/>
                    <a:pt x="0" y="3164"/>
                    <a:pt x="0" y="3346"/>
                  </a:cubicBezTo>
                  <a:cubicBezTo>
                    <a:pt x="0" y="4076"/>
                    <a:pt x="61" y="4775"/>
                    <a:pt x="274" y="5474"/>
                  </a:cubicBezTo>
                  <a:cubicBezTo>
                    <a:pt x="791" y="7055"/>
                    <a:pt x="1733" y="8422"/>
                    <a:pt x="2462" y="9942"/>
                  </a:cubicBezTo>
                  <a:cubicBezTo>
                    <a:pt x="2553" y="10094"/>
                    <a:pt x="2614" y="10307"/>
                    <a:pt x="2736" y="10398"/>
                  </a:cubicBezTo>
                  <a:cubicBezTo>
                    <a:pt x="2830" y="10492"/>
                    <a:pt x="2931" y="10533"/>
                    <a:pt x="3026" y="10533"/>
                  </a:cubicBezTo>
                  <a:cubicBezTo>
                    <a:pt x="3146" y="10533"/>
                    <a:pt x="3259" y="10469"/>
                    <a:pt x="3344" y="10368"/>
                  </a:cubicBezTo>
                  <a:cubicBezTo>
                    <a:pt x="3526" y="10094"/>
                    <a:pt x="3769" y="9881"/>
                    <a:pt x="4012" y="9699"/>
                  </a:cubicBezTo>
                  <a:cubicBezTo>
                    <a:pt x="4286" y="9456"/>
                    <a:pt x="4651" y="9304"/>
                    <a:pt x="4985" y="9304"/>
                  </a:cubicBezTo>
                  <a:cubicBezTo>
                    <a:pt x="5011" y="9302"/>
                    <a:pt x="5037" y="9301"/>
                    <a:pt x="5062" y="9301"/>
                  </a:cubicBezTo>
                  <a:cubicBezTo>
                    <a:pt x="5392" y="9301"/>
                    <a:pt x="5663" y="9484"/>
                    <a:pt x="5775" y="9851"/>
                  </a:cubicBezTo>
                  <a:cubicBezTo>
                    <a:pt x="5897" y="10155"/>
                    <a:pt x="5836" y="10489"/>
                    <a:pt x="5927" y="10793"/>
                  </a:cubicBezTo>
                  <a:cubicBezTo>
                    <a:pt x="5988" y="11128"/>
                    <a:pt x="6262" y="11401"/>
                    <a:pt x="6383" y="11735"/>
                  </a:cubicBezTo>
                  <a:cubicBezTo>
                    <a:pt x="6414" y="11827"/>
                    <a:pt x="6414" y="11918"/>
                    <a:pt x="6444" y="12009"/>
                  </a:cubicBezTo>
                  <a:lnTo>
                    <a:pt x="6444" y="12039"/>
                  </a:lnTo>
                  <a:cubicBezTo>
                    <a:pt x="6505" y="12222"/>
                    <a:pt x="6535" y="12374"/>
                    <a:pt x="6657" y="12526"/>
                  </a:cubicBezTo>
                  <a:cubicBezTo>
                    <a:pt x="6671" y="12553"/>
                    <a:pt x="6690" y="12568"/>
                    <a:pt x="6708" y="12568"/>
                  </a:cubicBezTo>
                  <a:cubicBezTo>
                    <a:pt x="6730" y="12568"/>
                    <a:pt x="6748" y="12546"/>
                    <a:pt x="6748" y="12495"/>
                  </a:cubicBezTo>
                  <a:cubicBezTo>
                    <a:pt x="6748" y="12435"/>
                    <a:pt x="6657" y="12283"/>
                    <a:pt x="6687" y="12191"/>
                  </a:cubicBezTo>
                  <a:lnTo>
                    <a:pt x="6687" y="12191"/>
                  </a:lnTo>
                  <a:cubicBezTo>
                    <a:pt x="6748" y="12252"/>
                    <a:pt x="6809" y="12374"/>
                    <a:pt x="6809" y="12495"/>
                  </a:cubicBezTo>
                  <a:cubicBezTo>
                    <a:pt x="6870" y="12890"/>
                    <a:pt x="7022" y="13225"/>
                    <a:pt x="7265" y="13529"/>
                  </a:cubicBezTo>
                  <a:cubicBezTo>
                    <a:pt x="7295" y="13590"/>
                    <a:pt x="7356" y="13650"/>
                    <a:pt x="7417" y="13650"/>
                  </a:cubicBezTo>
                  <a:cubicBezTo>
                    <a:pt x="7358" y="13533"/>
                    <a:pt x="7356" y="13387"/>
                    <a:pt x="7411" y="13268"/>
                  </a:cubicBezTo>
                  <a:lnTo>
                    <a:pt x="7411" y="13268"/>
                  </a:lnTo>
                  <a:cubicBezTo>
                    <a:pt x="7350" y="13430"/>
                    <a:pt x="7815" y="13865"/>
                    <a:pt x="7934" y="13954"/>
                  </a:cubicBezTo>
                  <a:cubicBezTo>
                    <a:pt x="8177" y="14137"/>
                    <a:pt x="8481" y="14289"/>
                    <a:pt x="8785" y="14349"/>
                  </a:cubicBezTo>
                  <a:cubicBezTo>
                    <a:pt x="8997" y="14410"/>
                    <a:pt x="9301" y="14441"/>
                    <a:pt x="9484" y="14562"/>
                  </a:cubicBezTo>
                  <a:cubicBezTo>
                    <a:pt x="9727" y="14714"/>
                    <a:pt x="9879" y="15018"/>
                    <a:pt x="10061" y="15201"/>
                  </a:cubicBezTo>
                  <a:cubicBezTo>
                    <a:pt x="10183" y="15322"/>
                    <a:pt x="10304" y="15383"/>
                    <a:pt x="10396" y="15444"/>
                  </a:cubicBezTo>
                  <a:cubicBezTo>
                    <a:pt x="10608" y="15565"/>
                    <a:pt x="10791" y="15626"/>
                    <a:pt x="11003" y="15656"/>
                  </a:cubicBezTo>
                  <a:cubicBezTo>
                    <a:pt x="10973" y="15505"/>
                    <a:pt x="10973" y="15353"/>
                    <a:pt x="10973" y="15231"/>
                  </a:cubicBezTo>
                  <a:cubicBezTo>
                    <a:pt x="10973" y="15170"/>
                    <a:pt x="11003" y="15049"/>
                    <a:pt x="11095" y="15049"/>
                  </a:cubicBezTo>
                  <a:cubicBezTo>
                    <a:pt x="11125" y="15109"/>
                    <a:pt x="11095" y="15231"/>
                    <a:pt x="11155" y="15231"/>
                  </a:cubicBezTo>
                  <a:cubicBezTo>
                    <a:pt x="11216" y="15231"/>
                    <a:pt x="11247" y="15201"/>
                    <a:pt x="11277" y="15170"/>
                  </a:cubicBezTo>
                  <a:cubicBezTo>
                    <a:pt x="11307" y="15109"/>
                    <a:pt x="11611" y="14805"/>
                    <a:pt x="11611" y="14775"/>
                  </a:cubicBezTo>
                  <a:cubicBezTo>
                    <a:pt x="11885" y="14501"/>
                    <a:pt x="12128" y="14167"/>
                    <a:pt x="12371" y="13863"/>
                  </a:cubicBezTo>
                  <a:lnTo>
                    <a:pt x="12371" y="13863"/>
                  </a:lnTo>
                  <a:cubicBezTo>
                    <a:pt x="12371" y="13924"/>
                    <a:pt x="12371" y="14015"/>
                    <a:pt x="12341" y="14106"/>
                  </a:cubicBezTo>
                  <a:cubicBezTo>
                    <a:pt x="12319" y="14171"/>
                    <a:pt x="12389" y="14235"/>
                    <a:pt x="12453" y="14235"/>
                  </a:cubicBezTo>
                  <a:cubicBezTo>
                    <a:pt x="12480" y="14235"/>
                    <a:pt x="12505" y="14224"/>
                    <a:pt x="12523" y="14198"/>
                  </a:cubicBezTo>
                  <a:cubicBezTo>
                    <a:pt x="12614" y="14106"/>
                    <a:pt x="12675" y="13985"/>
                    <a:pt x="12766" y="13833"/>
                  </a:cubicBezTo>
                  <a:cubicBezTo>
                    <a:pt x="12797" y="13802"/>
                    <a:pt x="12797" y="13742"/>
                    <a:pt x="12797" y="13711"/>
                  </a:cubicBezTo>
                  <a:lnTo>
                    <a:pt x="13253" y="12678"/>
                  </a:lnTo>
                  <a:cubicBezTo>
                    <a:pt x="13374" y="12435"/>
                    <a:pt x="13496" y="12191"/>
                    <a:pt x="13557" y="11918"/>
                  </a:cubicBezTo>
                  <a:cubicBezTo>
                    <a:pt x="13587" y="11827"/>
                    <a:pt x="13587" y="11705"/>
                    <a:pt x="13648" y="11583"/>
                  </a:cubicBezTo>
                  <a:lnTo>
                    <a:pt x="13648" y="11766"/>
                  </a:lnTo>
                  <a:lnTo>
                    <a:pt x="13648" y="11827"/>
                  </a:lnTo>
                  <a:lnTo>
                    <a:pt x="13648" y="11979"/>
                  </a:lnTo>
                  <a:cubicBezTo>
                    <a:pt x="13648" y="12012"/>
                    <a:pt x="13694" y="12036"/>
                    <a:pt x="13735" y="12036"/>
                  </a:cubicBezTo>
                  <a:cubicBezTo>
                    <a:pt x="13769" y="12036"/>
                    <a:pt x="13800" y="12020"/>
                    <a:pt x="13800" y="11979"/>
                  </a:cubicBezTo>
                  <a:cubicBezTo>
                    <a:pt x="13830" y="11614"/>
                    <a:pt x="13891" y="11280"/>
                    <a:pt x="13982" y="10945"/>
                  </a:cubicBezTo>
                  <a:cubicBezTo>
                    <a:pt x="13982" y="10915"/>
                    <a:pt x="13982" y="10915"/>
                    <a:pt x="14013" y="10854"/>
                  </a:cubicBezTo>
                  <a:cubicBezTo>
                    <a:pt x="14043" y="10702"/>
                    <a:pt x="14134" y="10550"/>
                    <a:pt x="14195" y="10398"/>
                  </a:cubicBezTo>
                  <a:cubicBezTo>
                    <a:pt x="14317" y="10185"/>
                    <a:pt x="14438" y="10033"/>
                    <a:pt x="14499" y="9760"/>
                  </a:cubicBezTo>
                  <a:cubicBezTo>
                    <a:pt x="14712" y="9182"/>
                    <a:pt x="14803" y="8574"/>
                    <a:pt x="14864" y="7966"/>
                  </a:cubicBezTo>
                  <a:cubicBezTo>
                    <a:pt x="14894" y="7602"/>
                    <a:pt x="14894" y="7267"/>
                    <a:pt x="14864" y="6903"/>
                  </a:cubicBezTo>
                  <a:cubicBezTo>
                    <a:pt x="14833" y="6203"/>
                    <a:pt x="14833" y="5444"/>
                    <a:pt x="14773" y="4714"/>
                  </a:cubicBezTo>
                  <a:cubicBezTo>
                    <a:pt x="14773" y="4410"/>
                    <a:pt x="14742" y="4076"/>
                    <a:pt x="14681" y="3772"/>
                  </a:cubicBezTo>
                  <a:cubicBezTo>
                    <a:pt x="14560" y="3346"/>
                    <a:pt x="14256" y="3012"/>
                    <a:pt x="14165" y="2556"/>
                  </a:cubicBezTo>
                  <a:cubicBezTo>
                    <a:pt x="14134" y="2404"/>
                    <a:pt x="14134" y="2282"/>
                    <a:pt x="14073" y="2130"/>
                  </a:cubicBezTo>
                  <a:cubicBezTo>
                    <a:pt x="13982" y="1978"/>
                    <a:pt x="13861" y="1826"/>
                    <a:pt x="13709" y="1705"/>
                  </a:cubicBezTo>
                  <a:cubicBezTo>
                    <a:pt x="13374" y="1371"/>
                    <a:pt x="12918" y="1067"/>
                    <a:pt x="12493" y="823"/>
                  </a:cubicBezTo>
                  <a:cubicBezTo>
                    <a:pt x="12170" y="651"/>
                    <a:pt x="11801" y="570"/>
                    <a:pt x="11419" y="570"/>
                  </a:cubicBezTo>
                  <a:cubicBezTo>
                    <a:pt x="11262" y="570"/>
                    <a:pt x="11102" y="584"/>
                    <a:pt x="10943" y="611"/>
                  </a:cubicBezTo>
                  <a:cubicBezTo>
                    <a:pt x="10943" y="611"/>
                    <a:pt x="10912" y="611"/>
                    <a:pt x="10912" y="641"/>
                  </a:cubicBezTo>
                  <a:cubicBezTo>
                    <a:pt x="10730" y="671"/>
                    <a:pt x="10487" y="732"/>
                    <a:pt x="10335" y="793"/>
                  </a:cubicBezTo>
                  <a:cubicBezTo>
                    <a:pt x="10325" y="783"/>
                    <a:pt x="10318" y="780"/>
                    <a:pt x="10312" y="780"/>
                  </a:cubicBezTo>
                  <a:cubicBezTo>
                    <a:pt x="10301" y="780"/>
                    <a:pt x="10294" y="793"/>
                    <a:pt x="10274" y="793"/>
                  </a:cubicBezTo>
                  <a:lnTo>
                    <a:pt x="10183" y="793"/>
                  </a:lnTo>
                  <a:cubicBezTo>
                    <a:pt x="9757" y="732"/>
                    <a:pt x="9362" y="519"/>
                    <a:pt x="8997" y="307"/>
                  </a:cubicBezTo>
                  <a:cubicBezTo>
                    <a:pt x="8815" y="185"/>
                    <a:pt x="8633" y="3"/>
                    <a:pt x="8389" y="3"/>
                  </a:cubicBezTo>
                  <a:cubicBezTo>
                    <a:pt x="8370" y="1"/>
                    <a:pt x="8352" y="0"/>
                    <a:pt x="833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70" name="Google Shape;1270;p169"/>
          <p:cNvSpPr/>
          <p:nvPr/>
        </p:nvSpPr>
        <p:spPr>
          <a:xfrm>
            <a:off x="8430786" y="1663327"/>
            <a:ext cx="530626" cy="371398"/>
          </a:xfrm>
          <a:custGeom>
            <a:rect b="b" l="l" r="r" t="t"/>
            <a:pathLst>
              <a:path extrusionOk="0" fill="none" h="8362" w="11947">
                <a:moveTo>
                  <a:pt x="1" y="0"/>
                </a:moveTo>
                <a:cubicBezTo>
                  <a:pt x="1297" y="636"/>
                  <a:pt x="306" y="2643"/>
                  <a:pt x="1577" y="3279"/>
                </a:cubicBezTo>
                <a:cubicBezTo>
                  <a:pt x="2898" y="3914"/>
                  <a:pt x="3839" y="1906"/>
                  <a:pt x="5135" y="2542"/>
                </a:cubicBezTo>
                <a:cubicBezTo>
                  <a:pt x="6456" y="3177"/>
                  <a:pt x="5465" y="5185"/>
                  <a:pt x="6761" y="5820"/>
                </a:cubicBezTo>
                <a:cubicBezTo>
                  <a:pt x="8058" y="6456"/>
                  <a:pt x="9023" y="4448"/>
                  <a:pt x="10320" y="5083"/>
                </a:cubicBezTo>
                <a:cubicBezTo>
                  <a:pt x="11616" y="5719"/>
                  <a:pt x="10650" y="7727"/>
                  <a:pt x="11946" y="8362"/>
                </a:cubicBezTo>
              </a:path>
            </a:pathLst>
          </a:custGeom>
          <a:noFill/>
          <a:ln cap="rnd" cmpd="sng" w="184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1" name="Google Shape;1271;p169"/>
          <p:cNvSpPr/>
          <p:nvPr/>
        </p:nvSpPr>
        <p:spPr>
          <a:xfrm>
            <a:off x="7399650" y="1663325"/>
            <a:ext cx="1280305" cy="4982579"/>
          </a:xfrm>
          <a:custGeom>
            <a:rect b="b" l="l" r="r" t="t"/>
            <a:pathLst>
              <a:path extrusionOk="0" h="66128" w="16992">
                <a:moveTo>
                  <a:pt x="12371" y="29028"/>
                </a:moveTo>
                <a:cubicBezTo>
                  <a:pt x="12371" y="29028"/>
                  <a:pt x="13344" y="30670"/>
                  <a:pt x="13678" y="31308"/>
                </a:cubicBezTo>
                <a:cubicBezTo>
                  <a:pt x="14043" y="31946"/>
                  <a:pt x="14651" y="33496"/>
                  <a:pt x="14651" y="33496"/>
                </a:cubicBezTo>
                <a:cubicBezTo>
                  <a:pt x="14651" y="33496"/>
                  <a:pt x="12888" y="34378"/>
                  <a:pt x="12280" y="34773"/>
                </a:cubicBezTo>
                <a:cubicBezTo>
                  <a:pt x="11672" y="35138"/>
                  <a:pt x="10517" y="35320"/>
                  <a:pt x="10304" y="35320"/>
                </a:cubicBezTo>
                <a:cubicBezTo>
                  <a:pt x="10092" y="35320"/>
                  <a:pt x="9423" y="34682"/>
                  <a:pt x="9362" y="34560"/>
                </a:cubicBezTo>
                <a:cubicBezTo>
                  <a:pt x="9271" y="34469"/>
                  <a:pt x="8511" y="33952"/>
                  <a:pt x="8511" y="33952"/>
                </a:cubicBezTo>
                <a:cubicBezTo>
                  <a:pt x="8359" y="33466"/>
                  <a:pt x="8572" y="33010"/>
                  <a:pt x="8724" y="32888"/>
                </a:cubicBezTo>
                <a:cubicBezTo>
                  <a:pt x="8906" y="32767"/>
                  <a:pt x="8937" y="31946"/>
                  <a:pt x="8937" y="31946"/>
                </a:cubicBezTo>
                <a:cubicBezTo>
                  <a:pt x="8937" y="31946"/>
                  <a:pt x="9332" y="31186"/>
                  <a:pt x="9545" y="31065"/>
                </a:cubicBezTo>
                <a:cubicBezTo>
                  <a:pt x="9788" y="30943"/>
                  <a:pt x="10912" y="29484"/>
                  <a:pt x="10912" y="29484"/>
                </a:cubicBezTo>
                <a:cubicBezTo>
                  <a:pt x="10936" y="29485"/>
                  <a:pt x="10960" y="29485"/>
                  <a:pt x="10984" y="29485"/>
                </a:cubicBezTo>
                <a:cubicBezTo>
                  <a:pt x="11743" y="29485"/>
                  <a:pt x="12371" y="29028"/>
                  <a:pt x="12371" y="29028"/>
                </a:cubicBezTo>
                <a:close/>
                <a:moveTo>
                  <a:pt x="3465" y="0"/>
                </a:moveTo>
                <a:cubicBezTo>
                  <a:pt x="3131" y="61"/>
                  <a:pt x="3161" y="365"/>
                  <a:pt x="3161" y="365"/>
                </a:cubicBezTo>
                <a:lnTo>
                  <a:pt x="3161" y="578"/>
                </a:lnTo>
                <a:cubicBezTo>
                  <a:pt x="3161" y="760"/>
                  <a:pt x="3344" y="1642"/>
                  <a:pt x="3344" y="1642"/>
                </a:cubicBezTo>
                <a:lnTo>
                  <a:pt x="3344" y="1733"/>
                </a:lnTo>
                <a:cubicBezTo>
                  <a:pt x="3344" y="1739"/>
                  <a:pt x="3340" y="1743"/>
                  <a:pt x="3333" y="1743"/>
                </a:cubicBezTo>
                <a:cubicBezTo>
                  <a:pt x="3241" y="1743"/>
                  <a:pt x="2593" y="1225"/>
                  <a:pt x="2310" y="943"/>
                </a:cubicBezTo>
                <a:cubicBezTo>
                  <a:pt x="2107" y="688"/>
                  <a:pt x="1690" y="285"/>
                  <a:pt x="1489" y="285"/>
                </a:cubicBezTo>
                <a:cubicBezTo>
                  <a:pt x="1449" y="285"/>
                  <a:pt x="1418" y="300"/>
                  <a:pt x="1399" y="335"/>
                </a:cubicBezTo>
                <a:cubicBezTo>
                  <a:pt x="1307" y="578"/>
                  <a:pt x="1399" y="1216"/>
                  <a:pt x="1672" y="1520"/>
                </a:cubicBezTo>
                <a:cubicBezTo>
                  <a:pt x="1946" y="1824"/>
                  <a:pt x="2584" y="2797"/>
                  <a:pt x="2584" y="2858"/>
                </a:cubicBezTo>
                <a:cubicBezTo>
                  <a:pt x="2584" y="2858"/>
                  <a:pt x="2584" y="2858"/>
                  <a:pt x="2583" y="2858"/>
                </a:cubicBezTo>
                <a:cubicBezTo>
                  <a:pt x="2550" y="2858"/>
                  <a:pt x="1551" y="1976"/>
                  <a:pt x="1551" y="1976"/>
                </a:cubicBezTo>
                <a:lnTo>
                  <a:pt x="1551" y="2280"/>
                </a:lnTo>
                <a:cubicBezTo>
                  <a:pt x="1551" y="2341"/>
                  <a:pt x="2584" y="3648"/>
                  <a:pt x="2584" y="3648"/>
                </a:cubicBezTo>
                <a:cubicBezTo>
                  <a:pt x="2584" y="3648"/>
                  <a:pt x="2675" y="4165"/>
                  <a:pt x="2675" y="4681"/>
                </a:cubicBezTo>
                <a:cubicBezTo>
                  <a:pt x="2614" y="5198"/>
                  <a:pt x="2979" y="5654"/>
                  <a:pt x="3040" y="5745"/>
                </a:cubicBezTo>
                <a:cubicBezTo>
                  <a:pt x="3131" y="5806"/>
                  <a:pt x="3283" y="7113"/>
                  <a:pt x="3313" y="8845"/>
                </a:cubicBezTo>
                <a:cubicBezTo>
                  <a:pt x="3344" y="10548"/>
                  <a:pt x="3952" y="13101"/>
                  <a:pt x="3952" y="13587"/>
                </a:cubicBezTo>
                <a:cubicBezTo>
                  <a:pt x="3952" y="14104"/>
                  <a:pt x="3617" y="17478"/>
                  <a:pt x="3648" y="18906"/>
                </a:cubicBezTo>
                <a:cubicBezTo>
                  <a:pt x="3678" y="20365"/>
                  <a:pt x="4043" y="22675"/>
                  <a:pt x="3982" y="22858"/>
                </a:cubicBezTo>
                <a:cubicBezTo>
                  <a:pt x="3952" y="23071"/>
                  <a:pt x="3344" y="25350"/>
                  <a:pt x="3344" y="25350"/>
                </a:cubicBezTo>
                <a:cubicBezTo>
                  <a:pt x="2736" y="25989"/>
                  <a:pt x="1459" y="28907"/>
                  <a:pt x="1368" y="29362"/>
                </a:cubicBezTo>
                <a:cubicBezTo>
                  <a:pt x="1307" y="29849"/>
                  <a:pt x="1064" y="33709"/>
                  <a:pt x="1064" y="33709"/>
                </a:cubicBezTo>
                <a:cubicBezTo>
                  <a:pt x="1064" y="33709"/>
                  <a:pt x="912" y="34499"/>
                  <a:pt x="639" y="35229"/>
                </a:cubicBezTo>
                <a:cubicBezTo>
                  <a:pt x="335" y="35928"/>
                  <a:pt x="547" y="36840"/>
                  <a:pt x="699" y="37660"/>
                </a:cubicBezTo>
                <a:cubicBezTo>
                  <a:pt x="791" y="38481"/>
                  <a:pt x="791" y="39849"/>
                  <a:pt x="1095" y="40609"/>
                </a:cubicBezTo>
                <a:cubicBezTo>
                  <a:pt x="1399" y="41338"/>
                  <a:pt x="3617" y="44682"/>
                  <a:pt x="3617" y="44682"/>
                </a:cubicBezTo>
                <a:lnTo>
                  <a:pt x="2918" y="46658"/>
                </a:lnTo>
                <a:lnTo>
                  <a:pt x="2827" y="47235"/>
                </a:lnTo>
                <a:cubicBezTo>
                  <a:pt x="2706" y="47782"/>
                  <a:pt x="2462" y="48907"/>
                  <a:pt x="2098" y="49849"/>
                </a:cubicBezTo>
                <a:cubicBezTo>
                  <a:pt x="1763" y="50791"/>
                  <a:pt x="1976" y="51521"/>
                  <a:pt x="2067" y="52250"/>
                </a:cubicBezTo>
                <a:cubicBezTo>
                  <a:pt x="2128" y="52949"/>
                  <a:pt x="1794" y="53831"/>
                  <a:pt x="1611" y="54591"/>
                </a:cubicBezTo>
                <a:cubicBezTo>
                  <a:pt x="1399" y="55320"/>
                  <a:pt x="1034" y="60062"/>
                  <a:pt x="1034" y="60062"/>
                </a:cubicBezTo>
                <a:lnTo>
                  <a:pt x="1034" y="60123"/>
                </a:lnTo>
                <a:cubicBezTo>
                  <a:pt x="1034" y="60214"/>
                  <a:pt x="304" y="61278"/>
                  <a:pt x="304" y="61278"/>
                </a:cubicBezTo>
                <a:lnTo>
                  <a:pt x="304" y="61339"/>
                </a:lnTo>
                <a:cubicBezTo>
                  <a:pt x="304" y="61430"/>
                  <a:pt x="244" y="62737"/>
                  <a:pt x="122" y="63679"/>
                </a:cubicBezTo>
                <a:cubicBezTo>
                  <a:pt x="0" y="64621"/>
                  <a:pt x="274" y="65776"/>
                  <a:pt x="639" y="65989"/>
                </a:cubicBezTo>
                <a:cubicBezTo>
                  <a:pt x="801" y="66089"/>
                  <a:pt x="1076" y="66127"/>
                  <a:pt x="1396" y="66127"/>
                </a:cubicBezTo>
                <a:cubicBezTo>
                  <a:pt x="1856" y="66127"/>
                  <a:pt x="2410" y="66048"/>
                  <a:pt x="2858" y="65959"/>
                </a:cubicBezTo>
                <a:cubicBezTo>
                  <a:pt x="3617" y="65807"/>
                  <a:pt x="3496" y="64895"/>
                  <a:pt x="3435" y="64317"/>
                </a:cubicBezTo>
                <a:cubicBezTo>
                  <a:pt x="3313" y="63740"/>
                  <a:pt x="2858" y="62281"/>
                  <a:pt x="2858" y="62281"/>
                </a:cubicBezTo>
                <a:lnTo>
                  <a:pt x="2675" y="60700"/>
                </a:lnTo>
                <a:cubicBezTo>
                  <a:pt x="2675" y="60700"/>
                  <a:pt x="3010" y="59576"/>
                  <a:pt x="3374" y="58816"/>
                </a:cubicBezTo>
                <a:cubicBezTo>
                  <a:pt x="3769" y="58086"/>
                  <a:pt x="4742" y="56111"/>
                  <a:pt x="4985" y="55199"/>
                </a:cubicBezTo>
                <a:cubicBezTo>
                  <a:pt x="5198" y="54287"/>
                  <a:pt x="5168" y="51460"/>
                  <a:pt x="5350" y="50822"/>
                </a:cubicBezTo>
                <a:cubicBezTo>
                  <a:pt x="5563" y="50183"/>
                  <a:pt x="6383" y="48177"/>
                  <a:pt x="6383" y="48177"/>
                </a:cubicBezTo>
                <a:cubicBezTo>
                  <a:pt x="6383" y="48177"/>
                  <a:pt x="6991" y="48846"/>
                  <a:pt x="7174" y="49089"/>
                </a:cubicBezTo>
                <a:cubicBezTo>
                  <a:pt x="7387" y="49272"/>
                  <a:pt x="7934" y="49940"/>
                  <a:pt x="8359" y="50791"/>
                </a:cubicBezTo>
                <a:cubicBezTo>
                  <a:pt x="8785" y="51612"/>
                  <a:pt x="10426" y="54013"/>
                  <a:pt x="11368" y="55320"/>
                </a:cubicBezTo>
                <a:cubicBezTo>
                  <a:pt x="12280" y="56597"/>
                  <a:pt x="12554" y="57174"/>
                  <a:pt x="12554" y="57174"/>
                </a:cubicBezTo>
                <a:cubicBezTo>
                  <a:pt x="12554" y="57174"/>
                  <a:pt x="12432" y="57691"/>
                  <a:pt x="12554" y="58238"/>
                </a:cubicBezTo>
                <a:cubicBezTo>
                  <a:pt x="12645" y="58755"/>
                  <a:pt x="12280" y="60214"/>
                  <a:pt x="12341" y="61004"/>
                </a:cubicBezTo>
                <a:cubicBezTo>
                  <a:pt x="12426" y="61799"/>
                  <a:pt x="12855" y="62381"/>
                  <a:pt x="13629" y="62381"/>
                </a:cubicBezTo>
                <a:cubicBezTo>
                  <a:pt x="13684" y="62381"/>
                  <a:pt x="13741" y="62378"/>
                  <a:pt x="13800" y="62372"/>
                </a:cubicBezTo>
                <a:cubicBezTo>
                  <a:pt x="14712" y="62311"/>
                  <a:pt x="15077" y="61247"/>
                  <a:pt x="15016" y="60427"/>
                </a:cubicBezTo>
                <a:cubicBezTo>
                  <a:pt x="14925" y="59636"/>
                  <a:pt x="14681" y="58573"/>
                  <a:pt x="15137" y="57813"/>
                </a:cubicBezTo>
                <a:cubicBezTo>
                  <a:pt x="15593" y="57053"/>
                  <a:pt x="15381" y="56232"/>
                  <a:pt x="15198" y="56111"/>
                </a:cubicBezTo>
                <a:cubicBezTo>
                  <a:pt x="14985" y="55959"/>
                  <a:pt x="14165" y="55472"/>
                  <a:pt x="13982" y="55229"/>
                </a:cubicBezTo>
                <a:cubicBezTo>
                  <a:pt x="13841" y="55064"/>
                  <a:pt x="13625" y="55045"/>
                  <a:pt x="13536" y="55045"/>
                </a:cubicBezTo>
                <a:cubicBezTo>
                  <a:pt x="13511" y="55045"/>
                  <a:pt x="13496" y="55047"/>
                  <a:pt x="13496" y="55047"/>
                </a:cubicBezTo>
                <a:lnTo>
                  <a:pt x="13283" y="54895"/>
                </a:lnTo>
                <a:cubicBezTo>
                  <a:pt x="13283" y="54895"/>
                  <a:pt x="13222" y="54712"/>
                  <a:pt x="13192" y="54560"/>
                </a:cubicBezTo>
                <a:cubicBezTo>
                  <a:pt x="13131" y="54439"/>
                  <a:pt x="12432" y="53010"/>
                  <a:pt x="12219" y="52250"/>
                </a:cubicBezTo>
                <a:cubicBezTo>
                  <a:pt x="11976" y="51430"/>
                  <a:pt x="11703" y="50670"/>
                  <a:pt x="10912" y="49606"/>
                </a:cubicBezTo>
                <a:cubicBezTo>
                  <a:pt x="10122" y="48542"/>
                  <a:pt x="10092" y="48147"/>
                  <a:pt x="9970" y="47630"/>
                </a:cubicBezTo>
                <a:cubicBezTo>
                  <a:pt x="9849" y="47174"/>
                  <a:pt x="8207" y="44378"/>
                  <a:pt x="8207" y="44378"/>
                </a:cubicBezTo>
                <a:cubicBezTo>
                  <a:pt x="8207" y="44378"/>
                  <a:pt x="10001" y="40943"/>
                  <a:pt x="10153" y="39393"/>
                </a:cubicBezTo>
                <a:cubicBezTo>
                  <a:pt x="10304" y="37843"/>
                  <a:pt x="9666" y="36809"/>
                  <a:pt x="9666" y="36809"/>
                </a:cubicBezTo>
                <a:lnTo>
                  <a:pt x="9666" y="36809"/>
                </a:lnTo>
                <a:cubicBezTo>
                  <a:pt x="9666" y="36809"/>
                  <a:pt x="9789" y="36829"/>
                  <a:pt x="9961" y="36829"/>
                </a:cubicBezTo>
                <a:cubicBezTo>
                  <a:pt x="10160" y="36829"/>
                  <a:pt x="10426" y="36802"/>
                  <a:pt x="10639" y="36688"/>
                </a:cubicBezTo>
                <a:cubicBezTo>
                  <a:pt x="11095" y="36505"/>
                  <a:pt x="11915" y="36505"/>
                  <a:pt x="13222" y="36171"/>
                </a:cubicBezTo>
                <a:cubicBezTo>
                  <a:pt x="14560" y="35837"/>
                  <a:pt x="16505" y="34864"/>
                  <a:pt x="16718" y="34469"/>
                </a:cubicBezTo>
                <a:cubicBezTo>
                  <a:pt x="16992" y="34104"/>
                  <a:pt x="16718" y="33405"/>
                  <a:pt x="16566" y="32797"/>
                </a:cubicBezTo>
                <a:cubicBezTo>
                  <a:pt x="16414" y="32128"/>
                  <a:pt x="15776" y="30366"/>
                  <a:pt x="15320" y="29666"/>
                </a:cubicBezTo>
                <a:cubicBezTo>
                  <a:pt x="14894" y="28998"/>
                  <a:pt x="15046" y="28633"/>
                  <a:pt x="14955" y="28116"/>
                </a:cubicBezTo>
                <a:cubicBezTo>
                  <a:pt x="14833" y="27569"/>
                  <a:pt x="14134" y="26141"/>
                  <a:pt x="14134" y="26141"/>
                </a:cubicBezTo>
                <a:cubicBezTo>
                  <a:pt x="15988" y="25077"/>
                  <a:pt x="15320" y="22342"/>
                  <a:pt x="15320" y="22341"/>
                </a:cubicBezTo>
                <a:lnTo>
                  <a:pt x="15320" y="22341"/>
                </a:lnTo>
                <a:cubicBezTo>
                  <a:pt x="15806" y="23071"/>
                  <a:pt x="15897" y="24925"/>
                  <a:pt x="15897" y="24925"/>
                </a:cubicBezTo>
                <a:cubicBezTo>
                  <a:pt x="16201" y="21855"/>
                  <a:pt x="14287" y="19181"/>
                  <a:pt x="14286" y="19180"/>
                </a:cubicBezTo>
                <a:lnTo>
                  <a:pt x="14286" y="19180"/>
                </a:lnTo>
                <a:cubicBezTo>
                  <a:pt x="14712" y="19636"/>
                  <a:pt x="15320" y="20578"/>
                  <a:pt x="15320" y="20578"/>
                </a:cubicBezTo>
                <a:cubicBezTo>
                  <a:pt x="14712" y="18876"/>
                  <a:pt x="13070" y="16384"/>
                  <a:pt x="11277" y="15563"/>
                </a:cubicBezTo>
                <a:cubicBezTo>
                  <a:pt x="10718" y="15312"/>
                  <a:pt x="10190" y="15227"/>
                  <a:pt x="9729" y="15227"/>
                </a:cubicBezTo>
                <a:cubicBezTo>
                  <a:pt x="8736" y="15227"/>
                  <a:pt x="8055" y="15624"/>
                  <a:pt x="8055" y="15624"/>
                </a:cubicBezTo>
                <a:cubicBezTo>
                  <a:pt x="7769" y="15519"/>
                  <a:pt x="7487" y="15482"/>
                  <a:pt x="7231" y="15482"/>
                </a:cubicBezTo>
                <a:cubicBezTo>
                  <a:pt x="6591" y="15482"/>
                  <a:pt x="6110" y="15715"/>
                  <a:pt x="6110" y="15715"/>
                </a:cubicBezTo>
                <a:cubicBezTo>
                  <a:pt x="6049" y="14438"/>
                  <a:pt x="5806" y="13739"/>
                  <a:pt x="5806" y="13739"/>
                </a:cubicBezTo>
                <a:cubicBezTo>
                  <a:pt x="5806" y="13739"/>
                  <a:pt x="5928" y="13253"/>
                  <a:pt x="5806" y="12280"/>
                </a:cubicBezTo>
                <a:cubicBezTo>
                  <a:pt x="5715" y="11247"/>
                  <a:pt x="5016" y="9484"/>
                  <a:pt x="4803" y="7873"/>
                </a:cubicBezTo>
                <a:cubicBezTo>
                  <a:pt x="4529" y="6231"/>
                  <a:pt x="4256" y="5228"/>
                  <a:pt x="4256" y="5228"/>
                </a:cubicBezTo>
                <a:lnTo>
                  <a:pt x="4256" y="2736"/>
                </a:lnTo>
                <a:cubicBezTo>
                  <a:pt x="4256" y="2554"/>
                  <a:pt x="3465" y="0"/>
                  <a:pt x="3465" y="0"/>
                </a:cubicBezTo>
                <a:close/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2" name="Google Shape;1272;p169"/>
          <p:cNvSpPr/>
          <p:nvPr/>
        </p:nvSpPr>
        <p:spPr>
          <a:xfrm>
            <a:off x="2893350" y="2592435"/>
            <a:ext cx="2174677" cy="3429169"/>
          </a:xfrm>
          <a:custGeom>
            <a:rect b="b" l="l" r="r" t="t"/>
            <a:pathLst>
              <a:path extrusionOk="0" h="52724" w="33436">
                <a:moveTo>
                  <a:pt x="20274" y="22620"/>
                </a:moveTo>
                <a:lnTo>
                  <a:pt x="20274" y="22620"/>
                </a:lnTo>
                <a:cubicBezTo>
                  <a:pt x="20092" y="23198"/>
                  <a:pt x="18238" y="24596"/>
                  <a:pt x="17934" y="25112"/>
                </a:cubicBezTo>
                <a:cubicBezTo>
                  <a:pt x="17600" y="25599"/>
                  <a:pt x="16566" y="27179"/>
                  <a:pt x="15198" y="28030"/>
                </a:cubicBezTo>
                <a:cubicBezTo>
                  <a:pt x="13831" y="28851"/>
                  <a:pt x="13010" y="30979"/>
                  <a:pt x="13010" y="30979"/>
                </a:cubicBezTo>
                <a:cubicBezTo>
                  <a:pt x="13010" y="30979"/>
                  <a:pt x="12858" y="31100"/>
                  <a:pt x="12767" y="31100"/>
                </a:cubicBezTo>
                <a:cubicBezTo>
                  <a:pt x="12645" y="31070"/>
                  <a:pt x="12159" y="29307"/>
                  <a:pt x="12159" y="29307"/>
                </a:cubicBezTo>
                <a:lnTo>
                  <a:pt x="13071" y="26723"/>
                </a:lnTo>
                <a:cubicBezTo>
                  <a:pt x="13071" y="26723"/>
                  <a:pt x="13618" y="25508"/>
                  <a:pt x="14043" y="25143"/>
                </a:cubicBezTo>
                <a:cubicBezTo>
                  <a:pt x="14469" y="24748"/>
                  <a:pt x="16049" y="24413"/>
                  <a:pt x="16749" y="24353"/>
                </a:cubicBezTo>
                <a:cubicBezTo>
                  <a:pt x="17417" y="24261"/>
                  <a:pt x="19332" y="23076"/>
                  <a:pt x="20274" y="22620"/>
                </a:cubicBezTo>
                <a:close/>
                <a:moveTo>
                  <a:pt x="2248" y="0"/>
                </a:moveTo>
                <a:cubicBezTo>
                  <a:pt x="2098" y="0"/>
                  <a:pt x="1966" y="76"/>
                  <a:pt x="1946" y="97"/>
                </a:cubicBezTo>
                <a:cubicBezTo>
                  <a:pt x="1946" y="127"/>
                  <a:pt x="2554" y="1677"/>
                  <a:pt x="2554" y="1738"/>
                </a:cubicBezTo>
                <a:cubicBezTo>
                  <a:pt x="2554" y="1739"/>
                  <a:pt x="2553" y="1739"/>
                  <a:pt x="2552" y="1739"/>
                </a:cubicBezTo>
                <a:cubicBezTo>
                  <a:pt x="2499" y="1739"/>
                  <a:pt x="1420" y="1159"/>
                  <a:pt x="1064" y="1070"/>
                </a:cubicBezTo>
                <a:cubicBezTo>
                  <a:pt x="720" y="979"/>
                  <a:pt x="408" y="921"/>
                  <a:pt x="212" y="921"/>
                </a:cubicBezTo>
                <a:cubicBezTo>
                  <a:pt x="80" y="921"/>
                  <a:pt x="0" y="947"/>
                  <a:pt x="0" y="1009"/>
                </a:cubicBezTo>
                <a:cubicBezTo>
                  <a:pt x="0" y="1161"/>
                  <a:pt x="1277" y="1951"/>
                  <a:pt x="1277" y="1951"/>
                </a:cubicBezTo>
                <a:cubicBezTo>
                  <a:pt x="1277" y="1951"/>
                  <a:pt x="1399" y="2954"/>
                  <a:pt x="1642" y="3592"/>
                </a:cubicBezTo>
                <a:cubicBezTo>
                  <a:pt x="1855" y="4231"/>
                  <a:pt x="3222" y="4687"/>
                  <a:pt x="3374" y="4839"/>
                </a:cubicBezTo>
                <a:cubicBezTo>
                  <a:pt x="3526" y="4991"/>
                  <a:pt x="3496" y="11374"/>
                  <a:pt x="3496" y="11769"/>
                </a:cubicBezTo>
                <a:cubicBezTo>
                  <a:pt x="3496" y="12134"/>
                  <a:pt x="2766" y="16146"/>
                  <a:pt x="2766" y="16966"/>
                </a:cubicBezTo>
                <a:cubicBezTo>
                  <a:pt x="2766" y="17818"/>
                  <a:pt x="2858" y="18121"/>
                  <a:pt x="2766" y="19641"/>
                </a:cubicBezTo>
                <a:cubicBezTo>
                  <a:pt x="2675" y="21100"/>
                  <a:pt x="3405" y="22134"/>
                  <a:pt x="3405" y="22134"/>
                </a:cubicBezTo>
                <a:cubicBezTo>
                  <a:pt x="3405" y="22134"/>
                  <a:pt x="3192" y="23319"/>
                  <a:pt x="3314" y="24383"/>
                </a:cubicBezTo>
                <a:cubicBezTo>
                  <a:pt x="3374" y="25447"/>
                  <a:pt x="4165" y="27848"/>
                  <a:pt x="4165" y="27848"/>
                </a:cubicBezTo>
                <a:lnTo>
                  <a:pt x="4165" y="28486"/>
                </a:lnTo>
                <a:cubicBezTo>
                  <a:pt x="4165" y="28486"/>
                  <a:pt x="4377" y="30948"/>
                  <a:pt x="4833" y="31860"/>
                </a:cubicBezTo>
                <a:cubicBezTo>
                  <a:pt x="5289" y="32772"/>
                  <a:pt x="5745" y="34596"/>
                  <a:pt x="5836" y="34839"/>
                </a:cubicBezTo>
                <a:cubicBezTo>
                  <a:pt x="5958" y="35052"/>
                  <a:pt x="6201" y="35933"/>
                  <a:pt x="6292" y="37149"/>
                </a:cubicBezTo>
                <a:cubicBezTo>
                  <a:pt x="6414" y="38395"/>
                  <a:pt x="7599" y="39429"/>
                  <a:pt x="7599" y="39429"/>
                </a:cubicBezTo>
                <a:lnTo>
                  <a:pt x="6900" y="45022"/>
                </a:lnTo>
                <a:lnTo>
                  <a:pt x="6414" y="47180"/>
                </a:lnTo>
                <a:cubicBezTo>
                  <a:pt x="6414" y="47180"/>
                  <a:pt x="6414" y="47240"/>
                  <a:pt x="6353" y="48243"/>
                </a:cubicBezTo>
                <a:cubicBezTo>
                  <a:pt x="6262" y="49216"/>
                  <a:pt x="7143" y="51861"/>
                  <a:pt x="7660" y="52316"/>
                </a:cubicBezTo>
                <a:cubicBezTo>
                  <a:pt x="7937" y="52563"/>
                  <a:pt x="8440" y="52723"/>
                  <a:pt x="8948" y="52723"/>
                </a:cubicBezTo>
                <a:cubicBezTo>
                  <a:pt x="9443" y="52723"/>
                  <a:pt x="9944" y="52570"/>
                  <a:pt x="10244" y="52195"/>
                </a:cubicBezTo>
                <a:cubicBezTo>
                  <a:pt x="10821" y="51435"/>
                  <a:pt x="11764" y="49064"/>
                  <a:pt x="11824" y="48274"/>
                </a:cubicBezTo>
                <a:cubicBezTo>
                  <a:pt x="11855" y="47484"/>
                  <a:pt x="12524" y="44596"/>
                  <a:pt x="12979" y="42195"/>
                </a:cubicBezTo>
                <a:cubicBezTo>
                  <a:pt x="13435" y="39763"/>
                  <a:pt x="14165" y="38699"/>
                  <a:pt x="14347" y="38578"/>
                </a:cubicBezTo>
                <a:cubicBezTo>
                  <a:pt x="14560" y="38486"/>
                  <a:pt x="15928" y="37635"/>
                  <a:pt x="17326" y="35234"/>
                </a:cubicBezTo>
                <a:cubicBezTo>
                  <a:pt x="18724" y="32833"/>
                  <a:pt x="19758" y="30371"/>
                  <a:pt x="20548" y="28608"/>
                </a:cubicBezTo>
                <a:cubicBezTo>
                  <a:pt x="21338" y="26815"/>
                  <a:pt x="22645" y="25234"/>
                  <a:pt x="23831" y="24261"/>
                </a:cubicBezTo>
                <a:cubicBezTo>
                  <a:pt x="24955" y="23289"/>
                  <a:pt x="25654" y="20918"/>
                  <a:pt x="25654" y="20918"/>
                </a:cubicBezTo>
                <a:cubicBezTo>
                  <a:pt x="25654" y="20918"/>
                  <a:pt x="26597" y="20401"/>
                  <a:pt x="26779" y="20310"/>
                </a:cubicBezTo>
                <a:cubicBezTo>
                  <a:pt x="26889" y="20255"/>
                  <a:pt x="27085" y="20244"/>
                  <a:pt x="27226" y="20244"/>
                </a:cubicBezTo>
                <a:cubicBezTo>
                  <a:pt x="27319" y="20244"/>
                  <a:pt x="27387" y="20249"/>
                  <a:pt x="27387" y="20249"/>
                </a:cubicBezTo>
                <a:cubicBezTo>
                  <a:pt x="27661" y="20735"/>
                  <a:pt x="28694" y="21100"/>
                  <a:pt x="29150" y="21252"/>
                </a:cubicBezTo>
                <a:cubicBezTo>
                  <a:pt x="29514" y="21374"/>
                  <a:pt x="29897" y="21998"/>
                  <a:pt x="30176" y="21998"/>
                </a:cubicBezTo>
                <a:cubicBezTo>
                  <a:pt x="30247" y="21998"/>
                  <a:pt x="30311" y="21958"/>
                  <a:pt x="30366" y="21860"/>
                </a:cubicBezTo>
                <a:cubicBezTo>
                  <a:pt x="30609" y="21374"/>
                  <a:pt x="29940" y="20766"/>
                  <a:pt x="29697" y="20614"/>
                </a:cubicBezTo>
                <a:cubicBezTo>
                  <a:pt x="29484" y="20462"/>
                  <a:pt x="29454" y="19884"/>
                  <a:pt x="29484" y="19854"/>
                </a:cubicBezTo>
                <a:cubicBezTo>
                  <a:pt x="29515" y="19824"/>
                  <a:pt x="30731" y="19216"/>
                  <a:pt x="30731" y="19216"/>
                </a:cubicBezTo>
                <a:cubicBezTo>
                  <a:pt x="30731" y="19216"/>
                  <a:pt x="32737" y="19155"/>
                  <a:pt x="32980" y="19125"/>
                </a:cubicBezTo>
                <a:cubicBezTo>
                  <a:pt x="33162" y="19064"/>
                  <a:pt x="33436" y="18669"/>
                  <a:pt x="33436" y="18669"/>
                </a:cubicBezTo>
                <a:lnTo>
                  <a:pt x="31551" y="18608"/>
                </a:lnTo>
                <a:cubicBezTo>
                  <a:pt x="31551" y="18608"/>
                  <a:pt x="32311" y="18121"/>
                  <a:pt x="32585" y="17969"/>
                </a:cubicBezTo>
                <a:cubicBezTo>
                  <a:pt x="32828" y="17757"/>
                  <a:pt x="32737" y="17362"/>
                  <a:pt x="32737" y="17362"/>
                </a:cubicBezTo>
                <a:lnTo>
                  <a:pt x="32737" y="17362"/>
                </a:lnTo>
                <a:lnTo>
                  <a:pt x="31034" y="18273"/>
                </a:lnTo>
                <a:cubicBezTo>
                  <a:pt x="31034" y="18273"/>
                  <a:pt x="31703" y="17422"/>
                  <a:pt x="31794" y="17270"/>
                </a:cubicBezTo>
                <a:cubicBezTo>
                  <a:pt x="31886" y="17149"/>
                  <a:pt x="31642" y="16693"/>
                  <a:pt x="31642" y="16693"/>
                </a:cubicBezTo>
                <a:cubicBezTo>
                  <a:pt x="31642" y="16693"/>
                  <a:pt x="29971" y="18273"/>
                  <a:pt x="29910" y="18304"/>
                </a:cubicBezTo>
                <a:cubicBezTo>
                  <a:pt x="29788" y="18365"/>
                  <a:pt x="28724" y="18486"/>
                  <a:pt x="28481" y="18486"/>
                </a:cubicBezTo>
                <a:cubicBezTo>
                  <a:pt x="28268" y="18517"/>
                  <a:pt x="26627" y="18669"/>
                  <a:pt x="26627" y="18669"/>
                </a:cubicBezTo>
                <a:lnTo>
                  <a:pt x="27843" y="16450"/>
                </a:lnTo>
                <a:lnTo>
                  <a:pt x="28755" y="15568"/>
                </a:lnTo>
                <a:cubicBezTo>
                  <a:pt x="28755" y="15568"/>
                  <a:pt x="29150" y="15447"/>
                  <a:pt x="29545" y="15143"/>
                </a:cubicBezTo>
                <a:cubicBezTo>
                  <a:pt x="29971" y="14839"/>
                  <a:pt x="29819" y="13927"/>
                  <a:pt x="29788" y="13896"/>
                </a:cubicBezTo>
                <a:cubicBezTo>
                  <a:pt x="29758" y="13805"/>
                  <a:pt x="29059" y="12529"/>
                  <a:pt x="28998" y="12164"/>
                </a:cubicBezTo>
                <a:cubicBezTo>
                  <a:pt x="28937" y="11830"/>
                  <a:pt x="29940" y="9064"/>
                  <a:pt x="29940" y="8820"/>
                </a:cubicBezTo>
                <a:cubicBezTo>
                  <a:pt x="29940" y="8608"/>
                  <a:pt x="29484" y="7969"/>
                  <a:pt x="29484" y="7969"/>
                </a:cubicBezTo>
                <a:cubicBezTo>
                  <a:pt x="29444" y="7958"/>
                  <a:pt x="29407" y="7953"/>
                  <a:pt x="29373" y="7953"/>
                </a:cubicBezTo>
                <a:cubicBezTo>
                  <a:pt x="29128" y="7953"/>
                  <a:pt x="29051" y="8230"/>
                  <a:pt x="28998" y="8577"/>
                </a:cubicBezTo>
                <a:cubicBezTo>
                  <a:pt x="28907" y="8972"/>
                  <a:pt x="28117" y="9520"/>
                  <a:pt x="27509" y="10462"/>
                </a:cubicBezTo>
                <a:cubicBezTo>
                  <a:pt x="26901" y="11404"/>
                  <a:pt x="26597" y="12255"/>
                  <a:pt x="26506" y="12741"/>
                </a:cubicBezTo>
                <a:cubicBezTo>
                  <a:pt x="26445" y="13228"/>
                  <a:pt x="25898" y="14109"/>
                  <a:pt x="25654" y="14808"/>
                </a:cubicBezTo>
                <a:cubicBezTo>
                  <a:pt x="25381" y="15477"/>
                  <a:pt x="22828" y="19368"/>
                  <a:pt x="22828" y="19368"/>
                </a:cubicBezTo>
                <a:cubicBezTo>
                  <a:pt x="22098" y="19459"/>
                  <a:pt x="20062" y="19976"/>
                  <a:pt x="18663" y="20644"/>
                </a:cubicBezTo>
                <a:cubicBezTo>
                  <a:pt x="17442" y="21269"/>
                  <a:pt x="17069" y="21505"/>
                  <a:pt x="15941" y="21505"/>
                </a:cubicBezTo>
                <a:cubicBezTo>
                  <a:pt x="15807" y="21505"/>
                  <a:pt x="15661" y="21502"/>
                  <a:pt x="15502" y="21495"/>
                </a:cubicBezTo>
                <a:cubicBezTo>
                  <a:pt x="15375" y="21488"/>
                  <a:pt x="15243" y="21484"/>
                  <a:pt x="15108" y="21484"/>
                </a:cubicBezTo>
                <a:cubicBezTo>
                  <a:pt x="13669" y="21484"/>
                  <a:pt x="11916" y="21891"/>
                  <a:pt x="11916" y="21891"/>
                </a:cubicBezTo>
                <a:cubicBezTo>
                  <a:pt x="11916" y="21891"/>
                  <a:pt x="11095" y="21343"/>
                  <a:pt x="11004" y="21283"/>
                </a:cubicBezTo>
                <a:cubicBezTo>
                  <a:pt x="10973" y="21252"/>
                  <a:pt x="10821" y="19915"/>
                  <a:pt x="10821" y="19915"/>
                </a:cubicBezTo>
                <a:lnTo>
                  <a:pt x="11247" y="19611"/>
                </a:lnTo>
                <a:cubicBezTo>
                  <a:pt x="11247" y="19611"/>
                  <a:pt x="11612" y="19597"/>
                  <a:pt x="11981" y="19597"/>
                </a:cubicBezTo>
                <a:cubicBezTo>
                  <a:pt x="12166" y="19597"/>
                  <a:pt x="12351" y="19601"/>
                  <a:pt x="12493" y="19611"/>
                </a:cubicBezTo>
                <a:cubicBezTo>
                  <a:pt x="12544" y="19618"/>
                  <a:pt x="12593" y="19621"/>
                  <a:pt x="12641" y="19621"/>
                </a:cubicBezTo>
                <a:cubicBezTo>
                  <a:pt x="12995" y="19621"/>
                  <a:pt x="13264" y="19437"/>
                  <a:pt x="13344" y="19276"/>
                </a:cubicBezTo>
                <a:cubicBezTo>
                  <a:pt x="13435" y="19064"/>
                  <a:pt x="13283" y="18547"/>
                  <a:pt x="13283" y="18547"/>
                </a:cubicBezTo>
                <a:cubicBezTo>
                  <a:pt x="13283" y="18547"/>
                  <a:pt x="13344" y="18456"/>
                  <a:pt x="13375" y="18395"/>
                </a:cubicBezTo>
                <a:cubicBezTo>
                  <a:pt x="13405" y="18365"/>
                  <a:pt x="13344" y="18061"/>
                  <a:pt x="13344" y="18061"/>
                </a:cubicBezTo>
                <a:cubicBezTo>
                  <a:pt x="13344" y="18061"/>
                  <a:pt x="13375" y="17909"/>
                  <a:pt x="13405" y="17878"/>
                </a:cubicBezTo>
                <a:cubicBezTo>
                  <a:pt x="13435" y="17848"/>
                  <a:pt x="13283" y="17483"/>
                  <a:pt x="13283" y="17483"/>
                </a:cubicBezTo>
                <a:lnTo>
                  <a:pt x="13739" y="17392"/>
                </a:lnTo>
                <a:cubicBezTo>
                  <a:pt x="13739" y="17392"/>
                  <a:pt x="13861" y="17240"/>
                  <a:pt x="13891" y="17149"/>
                </a:cubicBezTo>
                <a:cubicBezTo>
                  <a:pt x="13952" y="17088"/>
                  <a:pt x="13253" y="16237"/>
                  <a:pt x="13223" y="16207"/>
                </a:cubicBezTo>
                <a:cubicBezTo>
                  <a:pt x="13192" y="16115"/>
                  <a:pt x="13071" y="15507"/>
                  <a:pt x="13040" y="15416"/>
                </a:cubicBezTo>
                <a:cubicBezTo>
                  <a:pt x="12979" y="15295"/>
                  <a:pt x="12220" y="14140"/>
                  <a:pt x="12220" y="14140"/>
                </a:cubicBezTo>
                <a:cubicBezTo>
                  <a:pt x="12220" y="14140"/>
                  <a:pt x="11277" y="13228"/>
                  <a:pt x="9940" y="13137"/>
                </a:cubicBezTo>
                <a:cubicBezTo>
                  <a:pt x="9858" y="13129"/>
                  <a:pt x="9776" y="13125"/>
                  <a:pt x="9694" y="13125"/>
                </a:cubicBezTo>
                <a:cubicBezTo>
                  <a:pt x="8469" y="13125"/>
                  <a:pt x="7276" y="13946"/>
                  <a:pt x="6991" y="14687"/>
                </a:cubicBezTo>
                <a:cubicBezTo>
                  <a:pt x="6505" y="15963"/>
                  <a:pt x="6840" y="19520"/>
                  <a:pt x="6840" y="19520"/>
                </a:cubicBezTo>
                <a:lnTo>
                  <a:pt x="5624" y="17909"/>
                </a:lnTo>
                <a:cubicBezTo>
                  <a:pt x="5624" y="17909"/>
                  <a:pt x="5958" y="13197"/>
                  <a:pt x="5958" y="12468"/>
                </a:cubicBezTo>
                <a:cubicBezTo>
                  <a:pt x="5958" y="11769"/>
                  <a:pt x="5745" y="10705"/>
                  <a:pt x="5745" y="10705"/>
                </a:cubicBezTo>
                <a:cubicBezTo>
                  <a:pt x="5745" y="10705"/>
                  <a:pt x="5745" y="8182"/>
                  <a:pt x="5624" y="7757"/>
                </a:cubicBezTo>
                <a:cubicBezTo>
                  <a:pt x="5502" y="7361"/>
                  <a:pt x="5381" y="4322"/>
                  <a:pt x="5350" y="4079"/>
                </a:cubicBezTo>
                <a:cubicBezTo>
                  <a:pt x="5320" y="3866"/>
                  <a:pt x="3526" y="1799"/>
                  <a:pt x="3496" y="1769"/>
                </a:cubicBezTo>
                <a:cubicBezTo>
                  <a:pt x="3466" y="1738"/>
                  <a:pt x="2706" y="249"/>
                  <a:pt x="2463" y="66"/>
                </a:cubicBezTo>
                <a:cubicBezTo>
                  <a:pt x="2394" y="17"/>
                  <a:pt x="2319" y="0"/>
                  <a:pt x="2248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3" name="Google Shape;1273;p169"/>
          <p:cNvSpPr/>
          <p:nvPr/>
        </p:nvSpPr>
        <p:spPr>
          <a:xfrm>
            <a:off x="3045750" y="2668635"/>
            <a:ext cx="2174677" cy="3429169"/>
          </a:xfrm>
          <a:custGeom>
            <a:rect b="b" l="l" r="r" t="t"/>
            <a:pathLst>
              <a:path extrusionOk="0" h="52724" w="33436">
                <a:moveTo>
                  <a:pt x="20274" y="22620"/>
                </a:moveTo>
                <a:lnTo>
                  <a:pt x="20274" y="22620"/>
                </a:lnTo>
                <a:cubicBezTo>
                  <a:pt x="20092" y="23198"/>
                  <a:pt x="18238" y="24596"/>
                  <a:pt x="17934" y="25112"/>
                </a:cubicBezTo>
                <a:cubicBezTo>
                  <a:pt x="17600" y="25599"/>
                  <a:pt x="16566" y="27179"/>
                  <a:pt x="15198" y="28030"/>
                </a:cubicBezTo>
                <a:cubicBezTo>
                  <a:pt x="13831" y="28851"/>
                  <a:pt x="13010" y="30979"/>
                  <a:pt x="13010" y="30979"/>
                </a:cubicBezTo>
                <a:cubicBezTo>
                  <a:pt x="13010" y="30979"/>
                  <a:pt x="12858" y="31100"/>
                  <a:pt x="12767" y="31100"/>
                </a:cubicBezTo>
                <a:cubicBezTo>
                  <a:pt x="12645" y="31070"/>
                  <a:pt x="12159" y="29307"/>
                  <a:pt x="12159" y="29307"/>
                </a:cubicBezTo>
                <a:lnTo>
                  <a:pt x="13071" y="26723"/>
                </a:lnTo>
                <a:cubicBezTo>
                  <a:pt x="13071" y="26723"/>
                  <a:pt x="13618" y="25508"/>
                  <a:pt x="14043" y="25143"/>
                </a:cubicBezTo>
                <a:cubicBezTo>
                  <a:pt x="14469" y="24748"/>
                  <a:pt x="16049" y="24413"/>
                  <a:pt x="16749" y="24353"/>
                </a:cubicBezTo>
                <a:cubicBezTo>
                  <a:pt x="17417" y="24261"/>
                  <a:pt x="19332" y="23076"/>
                  <a:pt x="20274" y="22620"/>
                </a:cubicBezTo>
                <a:close/>
                <a:moveTo>
                  <a:pt x="2248" y="0"/>
                </a:moveTo>
                <a:cubicBezTo>
                  <a:pt x="2098" y="0"/>
                  <a:pt x="1966" y="76"/>
                  <a:pt x="1946" y="97"/>
                </a:cubicBezTo>
                <a:cubicBezTo>
                  <a:pt x="1946" y="127"/>
                  <a:pt x="2554" y="1677"/>
                  <a:pt x="2554" y="1738"/>
                </a:cubicBezTo>
                <a:cubicBezTo>
                  <a:pt x="2554" y="1739"/>
                  <a:pt x="2553" y="1739"/>
                  <a:pt x="2552" y="1739"/>
                </a:cubicBezTo>
                <a:cubicBezTo>
                  <a:pt x="2499" y="1739"/>
                  <a:pt x="1420" y="1159"/>
                  <a:pt x="1064" y="1070"/>
                </a:cubicBezTo>
                <a:cubicBezTo>
                  <a:pt x="720" y="979"/>
                  <a:pt x="408" y="921"/>
                  <a:pt x="212" y="921"/>
                </a:cubicBezTo>
                <a:cubicBezTo>
                  <a:pt x="80" y="921"/>
                  <a:pt x="0" y="947"/>
                  <a:pt x="0" y="1009"/>
                </a:cubicBezTo>
                <a:cubicBezTo>
                  <a:pt x="0" y="1161"/>
                  <a:pt x="1277" y="1951"/>
                  <a:pt x="1277" y="1951"/>
                </a:cubicBezTo>
                <a:cubicBezTo>
                  <a:pt x="1277" y="1951"/>
                  <a:pt x="1399" y="2954"/>
                  <a:pt x="1642" y="3592"/>
                </a:cubicBezTo>
                <a:cubicBezTo>
                  <a:pt x="1855" y="4231"/>
                  <a:pt x="3222" y="4687"/>
                  <a:pt x="3374" y="4839"/>
                </a:cubicBezTo>
                <a:cubicBezTo>
                  <a:pt x="3526" y="4991"/>
                  <a:pt x="3496" y="11374"/>
                  <a:pt x="3496" y="11769"/>
                </a:cubicBezTo>
                <a:cubicBezTo>
                  <a:pt x="3496" y="12134"/>
                  <a:pt x="2766" y="16146"/>
                  <a:pt x="2766" y="16966"/>
                </a:cubicBezTo>
                <a:cubicBezTo>
                  <a:pt x="2766" y="17818"/>
                  <a:pt x="2858" y="18121"/>
                  <a:pt x="2766" y="19641"/>
                </a:cubicBezTo>
                <a:cubicBezTo>
                  <a:pt x="2675" y="21100"/>
                  <a:pt x="3405" y="22134"/>
                  <a:pt x="3405" y="22134"/>
                </a:cubicBezTo>
                <a:cubicBezTo>
                  <a:pt x="3405" y="22134"/>
                  <a:pt x="3192" y="23319"/>
                  <a:pt x="3314" y="24383"/>
                </a:cubicBezTo>
                <a:cubicBezTo>
                  <a:pt x="3374" y="25447"/>
                  <a:pt x="4165" y="27848"/>
                  <a:pt x="4165" y="27848"/>
                </a:cubicBezTo>
                <a:lnTo>
                  <a:pt x="4165" y="28486"/>
                </a:lnTo>
                <a:cubicBezTo>
                  <a:pt x="4165" y="28486"/>
                  <a:pt x="4377" y="30948"/>
                  <a:pt x="4833" y="31860"/>
                </a:cubicBezTo>
                <a:cubicBezTo>
                  <a:pt x="5289" y="32772"/>
                  <a:pt x="5745" y="34596"/>
                  <a:pt x="5836" y="34839"/>
                </a:cubicBezTo>
                <a:cubicBezTo>
                  <a:pt x="5958" y="35052"/>
                  <a:pt x="6201" y="35933"/>
                  <a:pt x="6292" y="37149"/>
                </a:cubicBezTo>
                <a:cubicBezTo>
                  <a:pt x="6414" y="38395"/>
                  <a:pt x="7599" y="39429"/>
                  <a:pt x="7599" y="39429"/>
                </a:cubicBezTo>
                <a:lnTo>
                  <a:pt x="6900" y="45022"/>
                </a:lnTo>
                <a:lnTo>
                  <a:pt x="6414" y="47180"/>
                </a:lnTo>
                <a:cubicBezTo>
                  <a:pt x="6414" y="47180"/>
                  <a:pt x="6414" y="47240"/>
                  <a:pt x="6353" y="48243"/>
                </a:cubicBezTo>
                <a:cubicBezTo>
                  <a:pt x="6262" y="49216"/>
                  <a:pt x="7143" y="51861"/>
                  <a:pt x="7660" y="52316"/>
                </a:cubicBezTo>
                <a:cubicBezTo>
                  <a:pt x="7937" y="52563"/>
                  <a:pt x="8440" y="52723"/>
                  <a:pt x="8948" y="52723"/>
                </a:cubicBezTo>
                <a:cubicBezTo>
                  <a:pt x="9443" y="52723"/>
                  <a:pt x="9944" y="52570"/>
                  <a:pt x="10244" y="52195"/>
                </a:cubicBezTo>
                <a:cubicBezTo>
                  <a:pt x="10821" y="51435"/>
                  <a:pt x="11764" y="49064"/>
                  <a:pt x="11824" y="48274"/>
                </a:cubicBezTo>
                <a:cubicBezTo>
                  <a:pt x="11855" y="47484"/>
                  <a:pt x="12524" y="44596"/>
                  <a:pt x="12979" y="42195"/>
                </a:cubicBezTo>
                <a:cubicBezTo>
                  <a:pt x="13435" y="39763"/>
                  <a:pt x="14165" y="38699"/>
                  <a:pt x="14347" y="38578"/>
                </a:cubicBezTo>
                <a:cubicBezTo>
                  <a:pt x="14560" y="38486"/>
                  <a:pt x="15928" y="37635"/>
                  <a:pt x="17326" y="35234"/>
                </a:cubicBezTo>
                <a:cubicBezTo>
                  <a:pt x="18724" y="32833"/>
                  <a:pt x="19758" y="30371"/>
                  <a:pt x="20548" y="28608"/>
                </a:cubicBezTo>
                <a:cubicBezTo>
                  <a:pt x="21338" y="26815"/>
                  <a:pt x="22645" y="25234"/>
                  <a:pt x="23831" y="24261"/>
                </a:cubicBezTo>
                <a:cubicBezTo>
                  <a:pt x="24955" y="23289"/>
                  <a:pt x="25654" y="20918"/>
                  <a:pt x="25654" y="20918"/>
                </a:cubicBezTo>
                <a:cubicBezTo>
                  <a:pt x="25654" y="20918"/>
                  <a:pt x="26597" y="20401"/>
                  <a:pt x="26779" y="20310"/>
                </a:cubicBezTo>
                <a:cubicBezTo>
                  <a:pt x="26889" y="20255"/>
                  <a:pt x="27085" y="20244"/>
                  <a:pt x="27226" y="20244"/>
                </a:cubicBezTo>
                <a:cubicBezTo>
                  <a:pt x="27319" y="20244"/>
                  <a:pt x="27387" y="20249"/>
                  <a:pt x="27387" y="20249"/>
                </a:cubicBezTo>
                <a:cubicBezTo>
                  <a:pt x="27661" y="20735"/>
                  <a:pt x="28694" y="21100"/>
                  <a:pt x="29150" y="21252"/>
                </a:cubicBezTo>
                <a:cubicBezTo>
                  <a:pt x="29514" y="21374"/>
                  <a:pt x="29897" y="21998"/>
                  <a:pt x="30176" y="21998"/>
                </a:cubicBezTo>
                <a:cubicBezTo>
                  <a:pt x="30247" y="21998"/>
                  <a:pt x="30311" y="21958"/>
                  <a:pt x="30366" y="21860"/>
                </a:cubicBezTo>
                <a:cubicBezTo>
                  <a:pt x="30609" y="21374"/>
                  <a:pt x="29940" y="20766"/>
                  <a:pt x="29697" y="20614"/>
                </a:cubicBezTo>
                <a:cubicBezTo>
                  <a:pt x="29484" y="20462"/>
                  <a:pt x="29454" y="19884"/>
                  <a:pt x="29484" y="19854"/>
                </a:cubicBezTo>
                <a:cubicBezTo>
                  <a:pt x="29515" y="19824"/>
                  <a:pt x="30731" y="19216"/>
                  <a:pt x="30731" y="19216"/>
                </a:cubicBezTo>
                <a:cubicBezTo>
                  <a:pt x="30731" y="19216"/>
                  <a:pt x="32737" y="19155"/>
                  <a:pt x="32980" y="19125"/>
                </a:cubicBezTo>
                <a:cubicBezTo>
                  <a:pt x="33162" y="19064"/>
                  <a:pt x="33436" y="18669"/>
                  <a:pt x="33436" y="18669"/>
                </a:cubicBezTo>
                <a:lnTo>
                  <a:pt x="31551" y="18608"/>
                </a:lnTo>
                <a:cubicBezTo>
                  <a:pt x="31551" y="18608"/>
                  <a:pt x="32311" y="18121"/>
                  <a:pt x="32585" y="17969"/>
                </a:cubicBezTo>
                <a:cubicBezTo>
                  <a:pt x="32828" y="17757"/>
                  <a:pt x="32737" y="17362"/>
                  <a:pt x="32737" y="17362"/>
                </a:cubicBezTo>
                <a:lnTo>
                  <a:pt x="32737" y="17362"/>
                </a:lnTo>
                <a:lnTo>
                  <a:pt x="31034" y="18273"/>
                </a:lnTo>
                <a:cubicBezTo>
                  <a:pt x="31034" y="18273"/>
                  <a:pt x="31703" y="17422"/>
                  <a:pt x="31794" y="17270"/>
                </a:cubicBezTo>
                <a:cubicBezTo>
                  <a:pt x="31886" y="17149"/>
                  <a:pt x="31642" y="16693"/>
                  <a:pt x="31642" y="16693"/>
                </a:cubicBezTo>
                <a:cubicBezTo>
                  <a:pt x="31642" y="16693"/>
                  <a:pt x="29971" y="18273"/>
                  <a:pt x="29910" y="18304"/>
                </a:cubicBezTo>
                <a:cubicBezTo>
                  <a:pt x="29788" y="18365"/>
                  <a:pt x="28724" y="18486"/>
                  <a:pt x="28481" y="18486"/>
                </a:cubicBezTo>
                <a:cubicBezTo>
                  <a:pt x="28268" y="18517"/>
                  <a:pt x="26627" y="18669"/>
                  <a:pt x="26627" y="18669"/>
                </a:cubicBezTo>
                <a:lnTo>
                  <a:pt x="27843" y="16450"/>
                </a:lnTo>
                <a:lnTo>
                  <a:pt x="28755" y="15568"/>
                </a:lnTo>
                <a:cubicBezTo>
                  <a:pt x="28755" y="15568"/>
                  <a:pt x="29150" y="15447"/>
                  <a:pt x="29545" y="15143"/>
                </a:cubicBezTo>
                <a:cubicBezTo>
                  <a:pt x="29971" y="14839"/>
                  <a:pt x="29819" y="13927"/>
                  <a:pt x="29788" y="13896"/>
                </a:cubicBezTo>
                <a:cubicBezTo>
                  <a:pt x="29758" y="13805"/>
                  <a:pt x="29059" y="12529"/>
                  <a:pt x="28998" y="12164"/>
                </a:cubicBezTo>
                <a:cubicBezTo>
                  <a:pt x="28937" y="11830"/>
                  <a:pt x="29940" y="9064"/>
                  <a:pt x="29940" y="8820"/>
                </a:cubicBezTo>
                <a:cubicBezTo>
                  <a:pt x="29940" y="8608"/>
                  <a:pt x="29484" y="7969"/>
                  <a:pt x="29484" y="7969"/>
                </a:cubicBezTo>
                <a:cubicBezTo>
                  <a:pt x="29444" y="7958"/>
                  <a:pt x="29407" y="7953"/>
                  <a:pt x="29373" y="7953"/>
                </a:cubicBezTo>
                <a:cubicBezTo>
                  <a:pt x="29128" y="7953"/>
                  <a:pt x="29051" y="8230"/>
                  <a:pt x="28998" y="8577"/>
                </a:cubicBezTo>
                <a:cubicBezTo>
                  <a:pt x="28907" y="8972"/>
                  <a:pt x="28117" y="9520"/>
                  <a:pt x="27509" y="10462"/>
                </a:cubicBezTo>
                <a:cubicBezTo>
                  <a:pt x="26901" y="11404"/>
                  <a:pt x="26597" y="12255"/>
                  <a:pt x="26506" y="12741"/>
                </a:cubicBezTo>
                <a:cubicBezTo>
                  <a:pt x="26445" y="13228"/>
                  <a:pt x="25898" y="14109"/>
                  <a:pt x="25654" y="14808"/>
                </a:cubicBezTo>
                <a:cubicBezTo>
                  <a:pt x="25381" y="15477"/>
                  <a:pt x="22828" y="19368"/>
                  <a:pt x="22828" y="19368"/>
                </a:cubicBezTo>
                <a:cubicBezTo>
                  <a:pt x="22098" y="19459"/>
                  <a:pt x="20062" y="19976"/>
                  <a:pt x="18663" y="20644"/>
                </a:cubicBezTo>
                <a:cubicBezTo>
                  <a:pt x="17442" y="21269"/>
                  <a:pt x="17069" y="21505"/>
                  <a:pt x="15941" y="21505"/>
                </a:cubicBezTo>
                <a:cubicBezTo>
                  <a:pt x="15807" y="21505"/>
                  <a:pt x="15661" y="21502"/>
                  <a:pt x="15502" y="21495"/>
                </a:cubicBezTo>
                <a:cubicBezTo>
                  <a:pt x="15375" y="21488"/>
                  <a:pt x="15243" y="21484"/>
                  <a:pt x="15108" y="21484"/>
                </a:cubicBezTo>
                <a:cubicBezTo>
                  <a:pt x="13669" y="21484"/>
                  <a:pt x="11916" y="21891"/>
                  <a:pt x="11916" y="21891"/>
                </a:cubicBezTo>
                <a:cubicBezTo>
                  <a:pt x="11916" y="21891"/>
                  <a:pt x="11095" y="21343"/>
                  <a:pt x="11004" y="21283"/>
                </a:cubicBezTo>
                <a:cubicBezTo>
                  <a:pt x="10973" y="21252"/>
                  <a:pt x="10821" y="19915"/>
                  <a:pt x="10821" y="19915"/>
                </a:cubicBezTo>
                <a:lnTo>
                  <a:pt x="11247" y="19611"/>
                </a:lnTo>
                <a:cubicBezTo>
                  <a:pt x="11247" y="19611"/>
                  <a:pt x="11612" y="19597"/>
                  <a:pt x="11981" y="19597"/>
                </a:cubicBezTo>
                <a:cubicBezTo>
                  <a:pt x="12166" y="19597"/>
                  <a:pt x="12351" y="19601"/>
                  <a:pt x="12493" y="19611"/>
                </a:cubicBezTo>
                <a:cubicBezTo>
                  <a:pt x="12544" y="19618"/>
                  <a:pt x="12593" y="19621"/>
                  <a:pt x="12641" y="19621"/>
                </a:cubicBezTo>
                <a:cubicBezTo>
                  <a:pt x="12995" y="19621"/>
                  <a:pt x="13264" y="19437"/>
                  <a:pt x="13344" y="19276"/>
                </a:cubicBezTo>
                <a:cubicBezTo>
                  <a:pt x="13435" y="19064"/>
                  <a:pt x="13283" y="18547"/>
                  <a:pt x="13283" y="18547"/>
                </a:cubicBezTo>
                <a:cubicBezTo>
                  <a:pt x="13283" y="18547"/>
                  <a:pt x="13344" y="18456"/>
                  <a:pt x="13375" y="18395"/>
                </a:cubicBezTo>
                <a:cubicBezTo>
                  <a:pt x="13405" y="18365"/>
                  <a:pt x="13344" y="18061"/>
                  <a:pt x="13344" y="18061"/>
                </a:cubicBezTo>
                <a:cubicBezTo>
                  <a:pt x="13344" y="18061"/>
                  <a:pt x="13375" y="17909"/>
                  <a:pt x="13405" y="17878"/>
                </a:cubicBezTo>
                <a:cubicBezTo>
                  <a:pt x="13435" y="17848"/>
                  <a:pt x="13283" y="17483"/>
                  <a:pt x="13283" y="17483"/>
                </a:cubicBezTo>
                <a:lnTo>
                  <a:pt x="13739" y="17392"/>
                </a:lnTo>
                <a:cubicBezTo>
                  <a:pt x="13739" y="17392"/>
                  <a:pt x="13861" y="17240"/>
                  <a:pt x="13891" y="17149"/>
                </a:cubicBezTo>
                <a:cubicBezTo>
                  <a:pt x="13952" y="17088"/>
                  <a:pt x="13253" y="16237"/>
                  <a:pt x="13223" y="16207"/>
                </a:cubicBezTo>
                <a:cubicBezTo>
                  <a:pt x="13192" y="16115"/>
                  <a:pt x="13071" y="15507"/>
                  <a:pt x="13040" y="15416"/>
                </a:cubicBezTo>
                <a:cubicBezTo>
                  <a:pt x="12979" y="15295"/>
                  <a:pt x="12220" y="14140"/>
                  <a:pt x="12220" y="14140"/>
                </a:cubicBezTo>
                <a:cubicBezTo>
                  <a:pt x="12220" y="14140"/>
                  <a:pt x="11277" y="13228"/>
                  <a:pt x="9940" y="13137"/>
                </a:cubicBezTo>
                <a:cubicBezTo>
                  <a:pt x="9858" y="13129"/>
                  <a:pt x="9776" y="13125"/>
                  <a:pt x="9694" y="13125"/>
                </a:cubicBezTo>
                <a:cubicBezTo>
                  <a:pt x="8469" y="13125"/>
                  <a:pt x="7276" y="13946"/>
                  <a:pt x="6991" y="14687"/>
                </a:cubicBezTo>
                <a:cubicBezTo>
                  <a:pt x="6505" y="15963"/>
                  <a:pt x="6840" y="19520"/>
                  <a:pt x="6840" y="19520"/>
                </a:cubicBezTo>
                <a:lnTo>
                  <a:pt x="5624" y="17909"/>
                </a:lnTo>
                <a:cubicBezTo>
                  <a:pt x="5624" y="17909"/>
                  <a:pt x="5958" y="13197"/>
                  <a:pt x="5958" y="12468"/>
                </a:cubicBezTo>
                <a:cubicBezTo>
                  <a:pt x="5958" y="11769"/>
                  <a:pt x="5745" y="10705"/>
                  <a:pt x="5745" y="10705"/>
                </a:cubicBezTo>
                <a:cubicBezTo>
                  <a:pt x="5745" y="10705"/>
                  <a:pt x="5745" y="8182"/>
                  <a:pt x="5624" y="7757"/>
                </a:cubicBezTo>
                <a:cubicBezTo>
                  <a:pt x="5502" y="7361"/>
                  <a:pt x="5381" y="4322"/>
                  <a:pt x="5350" y="4079"/>
                </a:cubicBezTo>
                <a:cubicBezTo>
                  <a:pt x="5320" y="3866"/>
                  <a:pt x="3526" y="1799"/>
                  <a:pt x="3496" y="1769"/>
                </a:cubicBezTo>
                <a:cubicBezTo>
                  <a:pt x="3466" y="1738"/>
                  <a:pt x="2706" y="249"/>
                  <a:pt x="2463" y="66"/>
                </a:cubicBezTo>
                <a:cubicBezTo>
                  <a:pt x="2394" y="17"/>
                  <a:pt x="2319" y="0"/>
                  <a:pt x="2248" y="0"/>
                </a:cubicBezTo>
                <a:close/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4" name="Google Shape;1274;p169"/>
          <p:cNvSpPr/>
          <p:nvPr/>
        </p:nvSpPr>
        <p:spPr>
          <a:xfrm>
            <a:off x="980600" y="2538525"/>
            <a:ext cx="2077665" cy="3950667"/>
          </a:xfrm>
          <a:custGeom>
            <a:rect b="b" l="l" r="r" t="t"/>
            <a:pathLst>
              <a:path extrusionOk="0" h="71036" w="37358">
                <a:moveTo>
                  <a:pt x="23102" y="1"/>
                </a:moveTo>
                <a:cubicBezTo>
                  <a:pt x="23010" y="700"/>
                  <a:pt x="22342" y="1125"/>
                  <a:pt x="21825" y="1521"/>
                </a:cubicBezTo>
                <a:cubicBezTo>
                  <a:pt x="21248" y="1977"/>
                  <a:pt x="20670" y="2432"/>
                  <a:pt x="20214" y="3010"/>
                </a:cubicBezTo>
                <a:cubicBezTo>
                  <a:pt x="19728" y="3618"/>
                  <a:pt x="19333" y="4378"/>
                  <a:pt x="19576" y="5107"/>
                </a:cubicBezTo>
                <a:cubicBezTo>
                  <a:pt x="19728" y="5624"/>
                  <a:pt x="20184" y="6019"/>
                  <a:pt x="20700" y="6201"/>
                </a:cubicBezTo>
                <a:cubicBezTo>
                  <a:pt x="20901" y="6257"/>
                  <a:pt x="21106" y="6284"/>
                  <a:pt x="21309" y="6284"/>
                </a:cubicBezTo>
                <a:cubicBezTo>
                  <a:pt x="21659" y="6284"/>
                  <a:pt x="22003" y="6203"/>
                  <a:pt x="22311" y="6050"/>
                </a:cubicBezTo>
                <a:cubicBezTo>
                  <a:pt x="22524" y="5928"/>
                  <a:pt x="22737" y="5837"/>
                  <a:pt x="22950" y="5776"/>
                </a:cubicBezTo>
                <a:cubicBezTo>
                  <a:pt x="22974" y="5773"/>
                  <a:pt x="22997" y="5772"/>
                  <a:pt x="23019" y="5772"/>
                </a:cubicBezTo>
                <a:cubicBezTo>
                  <a:pt x="23245" y="5772"/>
                  <a:pt x="23353" y="5906"/>
                  <a:pt x="23436" y="5989"/>
                </a:cubicBezTo>
                <a:cubicBezTo>
                  <a:pt x="23436" y="6050"/>
                  <a:pt x="23497" y="6080"/>
                  <a:pt x="23497" y="6141"/>
                </a:cubicBezTo>
                <a:cubicBezTo>
                  <a:pt x="22980" y="6323"/>
                  <a:pt x="22524" y="6627"/>
                  <a:pt x="22068" y="6961"/>
                </a:cubicBezTo>
                <a:cubicBezTo>
                  <a:pt x="21703" y="7235"/>
                  <a:pt x="21308" y="7508"/>
                  <a:pt x="21126" y="7873"/>
                </a:cubicBezTo>
                <a:cubicBezTo>
                  <a:pt x="20852" y="8329"/>
                  <a:pt x="20913" y="8816"/>
                  <a:pt x="20792" y="9332"/>
                </a:cubicBezTo>
                <a:cubicBezTo>
                  <a:pt x="20700" y="9788"/>
                  <a:pt x="20457" y="10153"/>
                  <a:pt x="20396" y="10639"/>
                </a:cubicBezTo>
                <a:cubicBezTo>
                  <a:pt x="19758" y="9545"/>
                  <a:pt x="19029" y="8451"/>
                  <a:pt x="18694" y="7144"/>
                </a:cubicBezTo>
                <a:cubicBezTo>
                  <a:pt x="18512" y="6445"/>
                  <a:pt x="18390" y="5776"/>
                  <a:pt x="17782" y="5290"/>
                </a:cubicBezTo>
                <a:cubicBezTo>
                  <a:pt x="17448" y="4986"/>
                  <a:pt x="17023" y="4834"/>
                  <a:pt x="16597" y="4682"/>
                </a:cubicBezTo>
                <a:cubicBezTo>
                  <a:pt x="16415" y="4651"/>
                  <a:pt x="16232" y="4530"/>
                  <a:pt x="16050" y="4499"/>
                </a:cubicBezTo>
                <a:cubicBezTo>
                  <a:pt x="15776" y="4408"/>
                  <a:pt x="15533" y="4378"/>
                  <a:pt x="15320" y="4256"/>
                </a:cubicBezTo>
                <a:cubicBezTo>
                  <a:pt x="15290" y="4226"/>
                  <a:pt x="15199" y="4195"/>
                  <a:pt x="15168" y="4165"/>
                </a:cubicBezTo>
                <a:cubicBezTo>
                  <a:pt x="15168" y="4104"/>
                  <a:pt x="15138" y="4104"/>
                  <a:pt x="15077" y="4074"/>
                </a:cubicBezTo>
                <a:cubicBezTo>
                  <a:pt x="15047" y="4059"/>
                  <a:pt x="15009" y="4051"/>
                  <a:pt x="14975" y="4051"/>
                </a:cubicBezTo>
                <a:cubicBezTo>
                  <a:pt x="14940" y="4051"/>
                  <a:pt x="14910" y="4059"/>
                  <a:pt x="14895" y="4074"/>
                </a:cubicBezTo>
                <a:cubicBezTo>
                  <a:pt x="14591" y="4226"/>
                  <a:pt x="15016" y="4530"/>
                  <a:pt x="15138" y="4651"/>
                </a:cubicBezTo>
                <a:cubicBezTo>
                  <a:pt x="14925" y="4682"/>
                  <a:pt x="14682" y="4682"/>
                  <a:pt x="14469" y="4682"/>
                </a:cubicBezTo>
                <a:cubicBezTo>
                  <a:pt x="13801" y="4712"/>
                  <a:pt x="13101" y="4955"/>
                  <a:pt x="12433" y="5138"/>
                </a:cubicBezTo>
                <a:cubicBezTo>
                  <a:pt x="12311" y="5168"/>
                  <a:pt x="12190" y="5229"/>
                  <a:pt x="12129" y="5290"/>
                </a:cubicBezTo>
                <a:cubicBezTo>
                  <a:pt x="11993" y="5425"/>
                  <a:pt x="12027" y="5634"/>
                  <a:pt x="12209" y="5634"/>
                </a:cubicBezTo>
                <a:cubicBezTo>
                  <a:pt x="12231" y="5634"/>
                  <a:pt x="12255" y="5631"/>
                  <a:pt x="12281" y="5624"/>
                </a:cubicBezTo>
                <a:cubicBezTo>
                  <a:pt x="12646" y="5594"/>
                  <a:pt x="13010" y="5533"/>
                  <a:pt x="13375" y="5472"/>
                </a:cubicBezTo>
                <a:cubicBezTo>
                  <a:pt x="13392" y="5469"/>
                  <a:pt x="13406" y="5467"/>
                  <a:pt x="13418" y="5467"/>
                </a:cubicBezTo>
                <a:cubicBezTo>
                  <a:pt x="13514" y="5467"/>
                  <a:pt x="13460" y="5567"/>
                  <a:pt x="13405" y="5594"/>
                </a:cubicBezTo>
                <a:cubicBezTo>
                  <a:pt x="13345" y="5685"/>
                  <a:pt x="13253" y="5746"/>
                  <a:pt x="13314" y="5867"/>
                </a:cubicBezTo>
                <a:cubicBezTo>
                  <a:pt x="13339" y="5992"/>
                  <a:pt x="13446" y="6096"/>
                  <a:pt x="13550" y="6096"/>
                </a:cubicBezTo>
                <a:cubicBezTo>
                  <a:pt x="13573" y="6096"/>
                  <a:pt x="13596" y="6091"/>
                  <a:pt x="13618" y="6080"/>
                </a:cubicBezTo>
                <a:lnTo>
                  <a:pt x="13618" y="6080"/>
                </a:lnTo>
                <a:cubicBezTo>
                  <a:pt x="13527" y="6232"/>
                  <a:pt x="13557" y="6445"/>
                  <a:pt x="13649" y="6536"/>
                </a:cubicBezTo>
                <a:cubicBezTo>
                  <a:pt x="13709" y="6657"/>
                  <a:pt x="13861" y="6749"/>
                  <a:pt x="14013" y="6749"/>
                </a:cubicBezTo>
                <a:cubicBezTo>
                  <a:pt x="14013" y="7053"/>
                  <a:pt x="14165" y="7144"/>
                  <a:pt x="14439" y="7296"/>
                </a:cubicBezTo>
                <a:cubicBezTo>
                  <a:pt x="14682" y="7417"/>
                  <a:pt x="14925" y="7539"/>
                  <a:pt x="15199" y="7600"/>
                </a:cubicBezTo>
                <a:cubicBezTo>
                  <a:pt x="15594" y="7752"/>
                  <a:pt x="16232" y="7843"/>
                  <a:pt x="16506" y="8177"/>
                </a:cubicBezTo>
                <a:cubicBezTo>
                  <a:pt x="16840" y="8603"/>
                  <a:pt x="17023" y="9363"/>
                  <a:pt x="17174" y="9879"/>
                </a:cubicBezTo>
                <a:cubicBezTo>
                  <a:pt x="17418" y="10730"/>
                  <a:pt x="17570" y="11521"/>
                  <a:pt x="17874" y="12311"/>
                </a:cubicBezTo>
                <a:cubicBezTo>
                  <a:pt x="17934" y="12554"/>
                  <a:pt x="18056" y="12828"/>
                  <a:pt x="18117" y="13040"/>
                </a:cubicBezTo>
                <a:cubicBezTo>
                  <a:pt x="18080" y="13038"/>
                  <a:pt x="18043" y="13036"/>
                  <a:pt x="18005" y="13036"/>
                </a:cubicBezTo>
                <a:cubicBezTo>
                  <a:pt x="17217" y="13036"/>
                  <a:pt x="16375" y="13628"/>
                  <a:pt x="15533" y="13831"/>
                </a:cubicBezTo>
                <a:cubicBezTo>
                  <a:pt x="15168" y="13932"/>
                  <a:pt x="14790" y="13956"/>
                  <a:pt x="14408" y="13956"/>
                </a:cubicBezTo>
                <a:cubicBezTo>
                  <a:pt x="14075" y="13956"/>
                  <a:pt x="13738" y="13938"/>
                  <a:pt x="13406" y="13938"/>
                </a:cubicBezTo>
                <a:cubicBezTo>
                  <a:pt x="12978" y="13938"/>
                  <a:pt x="12558" y="13968"/>
                  <a:pt x="12159" y="14104"/>
                </a:cubicBezTo>
                <a:cubicBezTo>
                  <a:pt x="10518" y="14682"/>
                  <a:pt x="9849" y="16658"/>
                  <a:pt x="9089" y="18329"/>
                </a:cubicBezTo>
                <a:cubicBezTo>
                  <a:pt x="7478" y="21946"/>
                  <a:pt x="4834" y="24895"/>
                  <a:pt x="3284" y="28512"/>
                </a:cubicBezTo>
                <a:cubicBezTo>
                  <a:pt x="2919" y="29333"/>
                  <a:pt x="2615" y="30214"/>
                  <a:pt x="2250" y="31065"/>
                </a:cubicBezTo>
                <a:cubicBezTo>
                  <a:pt x="1977" y="31612"/>
                  <a:pt x="1703" y="32190"/>
                  <a:pt x="1460" y="32737"/>
                </a:cubicBezTo>
                <a:cubicBezTo>
                  <a:pt x="1186" y="33193"/>
                  <a:pt x="852" y="33709"/>
                  <a:pt x="700" y="34196"/>
                </a:cubicBezTo>
                <a:cubicBezTo>
                  <a:pt x="578" y="34591"/>
                  <a:pt x="487" y="34956"/>
                  <a:pt x="396" y="35381"/>
                </a:cubicBezTo>
                <a:cubicBezTo>
                  <a:pt x="396" y="35503"/>
                  <a:pt x="335" y="35624"/>
                  <a:pt x="396" y="35685"/>
                </a:cubicBezTo>
                <a:cubicBezTo>
                  <a:pt x="426" y="35776"/>
                  <a:pt x="426" y="35807"/>
                  <a:pt x="457" y="35837"/>
                </a:cubicBezTo>
                <a:cubicBezTo>
                  <a:pt x="457" y="36111"/>
                  <a:pt x="913" y="36567"/>
                  <a:pt x="1095" y="36749"/>
                </a:cubicBezTo>
                <a:cubicBezTo>
                  <a:pt x="1369" y="37053"/>
                  <a:pt x="1703" y="37327"/>
                  <a:pt x="2068" y="37539"/>
                </a:cubicBezTo>
                <a:cubicBezTo>
                  <a:pt x="2526" y="37878"/>
                  <a:pt x="3076" y="38073"/>
                  <a:pt x="3631" y="38073"/>
                </a:cubicBezTo>
                <a:cubicBezTo>
                  <a:pt x="3923" y="38073"/>
                  <a:pt x="4217" y="38019"/>
                  <a:pt x="4499" y="37904"/>
                </a:cubicBezTo>
                <a:cubicBezTo>
                  <a:pt x="4530" y="37539"/>
                  <a:pt x="4287" y="37205"/>
                  <a:pt x="3983" y="37175"/>
                </a:cubicBezTo>
                <a:cubicBezTo>
                  <a:pt x="4408" y="36324"/>
                  <a:pt x="4530" y="35320"/>
                  <a:pt x="4256" y="34409"/>
                </a:cubicBezTo>
                <a:cubicBezTo>
                  <a:pt x="4135" y="34013"/>
                  <a:pt x="3952" y="33649"/>
                  <a:pt x="3983" y="33223"/>
                </a:cubicBezTo>
                <a:cubicBezTo>
                  <a:pt x="4044" y="32889"/>
                  <a:pt x="4196" y="32585"/>
                  <a:pt x="4348" y="32311"/>
                </a:cubicBezTo>
                <a:cubicBezTo>
                  <a:pt x="5107" y="30943"/>
                  <a:pt x="6323" y="29940"/>
                  <a:pt x="7265" y="28785"/>
                </a:cubicBezTo>
                <a:cubicBezTo>
                  <a:pt x="7904" y="28026"/>
                  <a:pt x="8390" y="27114"/>
                  <a:pt x="8816" y="26202"/>
                </a:cubicBezTo>
                <a:cubicBezTo>
                  <a:pt x="9211" y="25381"/>
                  <a:pt x="9728" y="24530"/>
                  <a:pt x="10305" y="23861"/>
                </a:cubicBezTo>
                <a:cubicBezTo>
                  <a:pt x="10487" y="23953"/>
                  <a:pt x="10670" y="24104"/>
                  <a:pt x="10822" y="24287"/>
                </a:cubicBezTo>
                <a:cubicBezTo>
                  <a:pt x="10913" y="24408"/>
                  <a:pt x="10943" y="24469"/>
                  <a:pt x="11065" y="24530"/>
                </a:cubicBezTo>
                <a:cubicBezTo>
                  <a:pt x="11081" y="24534"/>
                  <a:pt x="11098" y="24536"/>
                  <a:pt x="11115" y="24536"/>
                </a:cubicBezTo>
                <a:cubicBezTo>
                  <a:pt x="11226" y="24536"/>
                  <a:pt x="11347" y="24457"/>
                  <a:pt x="11399" y="24378"/>
                </a:cubicBezTo>
                <a:cubicBezTo>
                  <a:pt x="11491" y="24256"/>
                  <a:pt x="11521" y="24135"/>
                  <a:pt x="11521" y="23983"/>
                </a:cubicBezTo>
                <a:cubicBezTo>
                  <a:pt x="11551" y="23831"/>
                  <a:pt x="11551" y="23649"/>
                  <a:pt x="11582" y="23497"/>
                </a:cubicBezTo>
                <a:cubicBezTo>
                  <a:pt x="11642" y="23405"/>
                  <a:pt x="11642" y="23375"/>
                  <a:pt x="11673" y="23345"/>
                </a:cubicBezTo>
                <a:cubicBezTo>
                  <a:pt x="11703" y="23345"/>
                  <a:pt x="11734" y="23345"/>
                  <a:pt x="11794" y="23314"/>
                </a:cubicBezTo>
                <a:cubicBezTo>
                  <a:pt x="11825" y="23253"/>
                  <a:pt x="11855" y="23193"/>
                  <a:pt x="11855" y="23162"/>
                </a:cubicBezTo>
                <a:cubicBezTo>
                  <a:pt x="11977" y="22889"/>
                  <a:pt x="12038" y="22615"/>
                  <a:pt x="12129" y="22342"/>
                </a:cubicBezTo>
                <a:cubicBezTo>
                  <a:pt x="12342" y="22554"/>
                  <a:pt x="12190" y="23071"/>
                  <a:pt x="12190" y="23345"/>
                </a:cubicBezTo>
                <a:lnTo>
                  <a:pt x="12311" y="24712"/>
                </a:lnTo>
                <a:lnTo>
                  <a:pt x="12433" y="25837"/>
                </a:lnTo>
                <a:cubicBezTo>
                  <a:pt x="12433" y="26050"/>
                  <a:pt x="12463" y="26232"/>
                  <a:pt x="12463" y="26384"/>
                </a:cubicBezTo>
                <a:lnTo>
                  <a:pt x="12463" y="27144"/>
                </a:lnTo>
                <a:cubicBezTo>
                  <a:pt x="12433" y="27570"/>
                  <a:pt x="12281" y="27904"/>
                  <a:pt x="12190" y="28329"/>
                </a:cubicBezTo>
                <a:cubicBezTo>
                  <a:pt x="12129" y="28785"/>
                  <a:pt x="12098" y="29272"/>
                  <a:pt x="12007" y="29728"/>
                </a:cubicBezTo>
                <a:cubicBezTo>
                  <a:pt x="11886" y="30214"/>
                  <a:pt x="11734" y="30700"/>
                  <a:pt x="11794" y="31217"/>
                </a:cubicBezTo>
                <a:cubicBezTo>
                  <a:pt x="11825" y="31551"/>
                  <a:pt x="11642" y="31764"/>
                  <a:pt x="11673" y="32129"/>
                </a:cubicBezTo>
                <a:cubicBezTo>
                  <a:pt x="11673" y="32159"/>
                  <a:pt x="11673" y="32190"/>
                  <a:pt x="11703" y="32220"/>
                </a:cubicBezTo>
                <a:cubicBezTo>
                  <a:pt x="11734" y="32281"/>
                  <a:pt x="11794" y="32311"/>
                  <a:pt x="11825" y="32311"/>
                </a:cubicBezTo>
                <a:cubicBezTo>
                  <a:pt x="12073" y="32424"/>
                  <a:pt x="12321" y="32487"/>
                  <a:pt x="12581" y="32487"/>
                </a:cubicBezTo>
                <a:cubicBezTo>
                  <a:pt x="12672" y="32487"/>
                  <a:pt x="12764" y="32479"/>
                  <a:pt x="12858" y="32463"/>
                </a:cubicBezTo>
                <a:cubicBezTo>
                  <a:pt x="12949" y="32463"/>
                  <a:pt x="12737" y="34287"/>
                  <a:pt x="12706" y="34439"/>
                </a:cubicBezTo>
                <a:cubicBezTo>
                  <a:pt x="12494" y="35472"/>
                  <a:pt x="12190" y="36475"/>
                  <a:pt x="11886" y="37479"/>
                </a:cubicBezTo>
                <a:cubicBezTo>
                  <a:pt x="10275" y="39424"/>
                  <a:pt x="8937" y="41612"/>
                  <a:pt x="7569" y="43710"/>
                </a:cubicBezTo>
                <a:cubicBezTo>
                  <a:pt x="6202" y="45807"/>
                  <a:pt x="4743" y="47874"/>
                  <a:pt x="3679" y="50214"/>
                </a:cubicBezTo>
                <a:cubicBezTo>
                  <a:pt x="3466" y="50609"/>
                  <a:pt x="3284" y="51065"/>
                  <a:pt x="3192" y="51582"/>
                </a:cubicBezTo>
                <a:cubicBezTo>
                  <a:pt x="3132" y="52099"/>
                  <a:pt x="3162" y="52676"/>
                  <a:pt x="3223" y="53254"/>
                </a:cubicBezTo>
                <a:cubicBezTo>
                  <a:pt x="3527" y="55564"/>
                  <a:pt x="4044" y="57904"/>
                  <a:pt x="4743" y="60154"/>
                </a:cubicBezTo>
                <a:cubicBezTo>
                  <a:pt x="5107" y="61248"/>
                  <a:pt x="5594" y="62281"/>
                  <a:pt x="5928" y="63376"/>
                </a:cubicBezTo>
                <a:cubicBezTo>
                  <a:pt x="6202" y="64287"/>
                  <a:pt x="4986" y="63831"/>
                  <a:pt x="4955" y="64683"/>
                </a:cubicBezTo>
                <a:cubicBezTo>
                  <a:pt x="4955" y="64865"/>
                  <a:pt x="5016" y="65108"/>
                  <a:pt x="5047" y="65290"/>
                </a:cubicBezTo>
                <a:cubicBezTo>
                  <a:pt x="5138" y="65716"/>
                  <a:pt x="4895" y="66172"/>
                  <a:pt x="4591" y="66476"/>
                </a:cubicBezTo>
                <a:cubicBezTo>
                  <a:pt x="4287" y="66780"/>
                  <a:pt x="3892" y="66962"/>
                  <a:pt x="3496" y="67145"/>
                </a:cubicBezTo>
                <a:cubicBezTo>
                  <a:pt x="2980" y="67418"/>
                  <a:pt x="2402" y="67631"/>
                  <a:pt x="1825" y="67874"/>
                </a:cubicBezTo>
                <a:cubicBezTo>
                  <a:pt x="1247" y="68087"/>
                  <a:pt x="639" y="68330"/>
                  <a:pt x="244" y="68786"/>
                </a:cubicBezTo>
                <a:cubicBezTo>
                  <a:pt x="123" y="68908"/>
                  <a:pt x="1" y="69090"/>
                  <a:pt x="1" y="69272"/>
                </a:cubicBezTo>
                <a:cubicBezTo>
                  <a:pt x="31" y="69728"/>
                  <a:pt x="578" y="69880"/>
                  <a:pt x="1004" y="69971"/>
                </a:cubicBezTo>
                <a:cubicBezTo>
                  <a:pt x="1489" y="70068"/>
                  <a:pt x="1987" y="70141"/>
                  <a:pt x="2481" y="70141"/>
                </a:cubicBezTo>
                <a:cubicBezTo>
                  <a:pt x="2761" y="70141"/>
                  <a:pt x="3039" y="70118"/>
                  <a:pt x="3314" y="70063"/>
                </a:cubicBezTo>
                <a:cubicBezTo>
                  <a:pt x="3831" y="69971"/>
                  <a:pt x="4287" y="69759"/>
                  <a:pt x="4803" y="69607"/>
                </a:cubicBezTo>
                <a:cubicBezTo>
                  <a:pt x="6050" y="69242"/>
                  <a:pt x="7326" y="69151"/>
                  <a:pt x="8633" y="68908"/>
                </a:cubicBezTo>
                <a:cubicBezTo>
                  <a:pt x="9120" y="68816"/>
                  <a:pt x="9728" y="68482"/>
                  <a:pt x="9971" y="67935"/>
                </a:cubicBezTo>
                <a:cubicBezTo>
                  <a:pt x="10032" y="67753"/>
                  <a:pt x="10032" y="67570"/>
                  <a:pt x="10032" y="67388"/>
                </a:cubicBezTo>
                <a:cubicBezTo>
                  <a:pt x="10032" y="66719"/>
                  <a:pt x="10032" y="66050"/>
                  <a:pt x="9910" y="65412"/>
                </a:cubicBezTo>
                <a:cubicBezTo>
                  <a:pt x="9849" y="64895"/>
                  <a:pt x="9606" y="64652"/>
                  <a:pt x="9454" y="64196"/>
                </a:cubicBezTo>
                <a:cubicBezTo>
                  <a:pt x="9424" y="64075"/>
                  <a:pt x="9454" y="63953"/>
                  <a:pt x="9454" y="63831"/>
                </a:cubicBezTo>
                <a:cubicBezTo>
                  <a:pt x="9454" y="63467"/>
                  <a:pt x="9150" y="63041"/>
                  <a:pt x="9393" y="62707"/>
                </a:cubicBezTo>
                <a:cubicBezTo>
                  <a:pt x="9576" y="62403"/>
                  <a:pt x="10183" y="62281"/>
                  <a:pt x="10487" y="62160"/>
                </a:cubicBezTo>
                <a:cubicBezTo>
                  <a:pt x="10791" y="62069"/>
                  <a:pt x="11187" y="61917"/>
                  <a:pt x="11187" y="61552"/>
                </a:cubicBezTo>
                <a:cubicBezTo>
                  <a:pt x="11187" y="61461"/>
                  <a:pt x="11095" y="61339"/>
                  <a:pt x="11065" y="61217"/>
                </a:cubicBezTo>
                <a:cubicBezTo>
                  <a:pt x="10791" y="60579"/>
                  <a:pt x="10913" y="59880"/>
                  <a:pt x="10731" y="59242"/>
                </a:cubicBezTo>
                <a:cubicBezTo>
                  <a:pt x="10487" y="58451"/>
                  <a:pt x="10214" y="57692"/>
                  <a:pt x="10001" y="56932"/>
                </a:cubicBezTo>
                <a:cubicBezTo>
                  <a:pt x="9819" y="56385"/>
                  <a:pt x="9606" y="55837"/>
                  <a:pt x="9606" y="55260"/>
                </a:cubicBezTo>
                <a:cubicBezTo>
                  <a:pt x="9606" y="54713"/>
                  <a:pt x="9819" y="54196"/>
                  <a:pt x="9758" y="53649"/>
                </a:cubicBezTo>
                <a:cubicBezTo>
                  <a:pt x="9758" y="53436"/>
                  <a:pt x="9728" y="53193"/>
                  <a:pt x="9819" y="53011"/>
                </a:cubicBezTo>
                <a:cubicBezTo>
                  <a:pt x="9849" y="52828"/>
                  <a:pt x="10001" y="52707"/>
                  <a:pt x="10153" y="52555"/>
                </a:cubicBezTo>
                <a:cubicBezTo>
                  <a:pt x="11187" y="51582"/>
                  <a:pt x="12250" y="50670"/>
                  <a:pt x="13223" y="49637"/>
                </a:cubicBezTo>
                <a:cubicBezTo>
                  <a:pt x="14257" y="48573"/>
                  <a:pt x="15047" y="47266"/>
                  <a:pt x="15989" y="46141"/>
                </a:cubicBezTo>
                <a:cubicBezTo>
                  <a:pt x="16840" y="45138"/>
                  <a:pt x="17752" y="44591"/>
                  <a:pt x="18816" y="43983"/>
                </a:cubicBezTo>
                <a:cubicBezTo>
                  <a:pt x="18935" y="43888"/>
                  <a:pt x="19090" y="43812"/>
                  <a:pt x="19254" y="43812"/>
                </a:cubicBezTo>
                <a:cubicBezTo>
                  <a:pt x="19300" y="43812"/>
                  <a:pt x="19347" y="43818"/>
                  <a:pt x="19393" y="43831"/>
                </a:cubicBezTo>
                <a:cubicBezTo>
                  <a:pt x="19485" y="43862"/>
                  <a:pt x="19606" y="43983"/>
                  <a:pt x="19728" y="44074"/>
                </a:cubicBezTo>
                <a:cubicBezTo>
                  <a:pt x="20548" y="45047"/>
                  <a:pt x="20913" y="46354"/>
                  <a:pt x="21248" y="47631"/>
                </a:cubicBezTo>
                <a:cubicBezTo>
                  <a:pt x="21673" y="49181"/>
                  <a:pt x="22159" y="50701"/>
                  <a:pt x="22676" y="52190"/>
                </a:cubicBezTo>
                <a:cubicBezTo>
                  <a:pt x="22919" y="52828"/>
                  <a:pt x="23193" y="53467"/>
                  <a:pt x="23558" y="54044"/>
                </a:cubicBezTo>
                <a:cubicBezTo>
                  <a:pt x="23831" y="54409"/>
                  <a:pt x="24135" y="54713"/>
                  <a:pt x="24439" y="55017"/>
                </a:cubicBezTo>
                <a:cubicBezTo>
                  <a:pt x="25017" y="55017"/>
                  <a:pt x="25655" y="56050"/>
                  <a:pt x="25959" y="56385"/>
                </a:cubicBezTo>
                <a:cubicBezTo>
                  <a:pt x="26476" y="56992"/>
                  <a:pt x="27144" y="57448"/>
                  <a:pt x="27448" y="58269"/>
                </a:cubicBezTo>
                <a:cubicBezTo>
                  <a:pt x="27631" y="58725"/>
                  <a:pt x="27783" y="59181"/>
                  <a:pt x="27965" y="59637"/>
                </a:cubicBezTo>
                <a:cubicBezTo>
                  <a:pt x="28299" y="60549"/>
                  <a:pt x="28603" y="61400"/>
                  <a:pt x="28907" y="62312"/>
                </a:cubicBezTo>
                <a:cubicBezTo>
                  <a:pt x="28998" y="62555"/>
                  <a:pt x="29120" y="62768"/>
                  <a:pt x="29302" y="62859"/>
                </a:cubicBezTo>
                <a:cubicBezTo>
                  <a:pt x="29419" y="62909"/>
                  <a:pt x="29554" y="62930"/>
                  <a:pt x="29701" y="62930"/>
                </a:cubicBezTo>
                <a:cubicBezTo>
                  <a:pt x="30361" y="62930"/>
                  <a:pt x="31256" y="62494"/>
                  <a:pt x="31704" y="62221"/>
                </a:cubicBezTo>
                <a:cubicBezTo>
                  <a:pt x="31764" y="62160"/>
                  <a:pt x="31856" y="62129"/>
                  <a:pt x="31916" y="62129"/>
                </a:cubicBezTo>
                <a:cubicBezTo>
                  <a:pt x="31947" y="62160"/>
                  <a:pt x="32008" y="62160"/>
                  <a:pt x="32038" y="62221"/>
                </a:cubicBezTo>
                <a:cubicBezTo>
                  <a:pt x="32099" y="62281"/>
                  <a:pt x="33558" y="63771"/>
                  <a:pt x="33375" y="63831"/>
                </a:cubicBezTo>
                <a:cubicBezTo>
                  <a:pt x="32980" y="63983"/>
                  <a:pt x="32646" y="64196"/>
                  <a:pt x="32342" y="64500"/>
                </a:cubicBezTo>
                <a:cubicBezTo>
                  <a:pt x="32312" y="64531"/>
                  <a:pt x="32220" y="64591"/>
                  <a:pt x="32220" y="64683"/>
                </a:cubicBezTo>
                <a:cubicBezTo>
                  <a:pt x="32220" y="64743"/>
                  <a:pt x="32251" y="64804"/>
                  <a:pt x="32312" y="64865"/>
                </a:cubicBezTo>
                <a:cubicBezTo>
                  <a:pt x="32524" y="65290"/>
                  <a:pt x="32767" y="65655"/>
                  <a:pt x="32980" y="66081"/>
                </a:cubicBezTo>
                <a:cubicBezTo>
                  <a:pt x="33011" y="66202"/>
                  <a:pt x="33102" y="66324"/>
                  <a:pt x="33102" y="66415"/>
                </a:cubicBezTo>
                <a:cubicBezTo>
                  <a:pt x="33102" y="66537"/>
                  <a:pt x="33071" y="66658"/>
                  <a:pt x="33071" y="66719"/>
                </a:cubicBezTo>
                <a:cubicBezTo>
                  <a:pt x="33011" y="66993"/>
                  <a:pt x="33011" y="67266"/>
                  <a:pt x="32980" y="67479"/>
                </a:cubicBezTo>
                <a:cubicBezTo>
                  <a:pt x="32767" y="68452"/>
                  <a:pt x="31096" y="68908"/>
                  <a:pt x="31400" y="70123"/>
                </a:cubicBezTo>
                <a:cubicBezTo>
                  <a:pt x="31552" y="70762"/>
                  <a:pt x="32220" y="71035"/>
                  <a:pt x="32828" y="71035"/>
                </a:cubicBezTo>
                <a:cubicBezTo>
                  <a:pt x="32845" y="71035"/>
                  <a:pt x="32861" y="71036"/>
                  <a:pt x="32878" y="71036"/>
                </a:cubicBezTo>
                <a:cubicBezTo>
                  <a:pt x="34955" y="71036"/>
                  <a:pt x="36783" y="69134"/>
                  <a:pt x="37236" y="66993"/>
                </a:cubicBezTo>
                <a:cubicBezTo>
                  <a:pt x="37266" y="66689"/>
                  <a:pt x="37357" y="66354"/>
                  <a:pt x="37266" y="66020"/>
                </a:cubicBezTo>
                <a:cubicBezTo>
                  <a:pt x="37205" y="65594"/>
                  <a:pt x="37023" y="65260"/>
                  <a:pt x="36841" y="64895"/>
                </a:cubicBezTo>
                <a:cubicBezTo>
                  <a:pt x="35534" y="62464"/>
                  <a:pt x="34895" y="59728"/>
                  <a:pt x="33983" y="57114"/>
                </a:cubicBezTo>
                <a:cubicBezTo>
                  <a:pt x="33071" y="54500"/>
                  <a:pt x="31825" y="51886"/>
                  <a:pt x="29698" y="50275"/>
                </a:cubicBezTo>
                <a:cubicBezTo>
                  <a:pt x="29090" y="49819"/>
                  <a:pt x="28634" y="49546"/>
                  <a:pt x="28391" y="48846"/>
                </a:cubicBezTo>
                <a:cubicBezTo>
                  <a:pt x="28178" y="48026"/>
                  <a:pt x="28330" y="46871"/>
                  <a:pt x="28330" y="45989"/>
                </a:cubicBezTo>
                <a:cubicBezTo>
                  <a:pt x="28360" y="44196"/>
                  <a:pt x="28512" y="42433"/>
                  <a:pt x="28391" y="40670"/>
                </a:cubicBezTo>
                <a:cubicBezTo>
                  <a:pt x="28269" y="39059"/>
                  <a:pt x="27935" y="37387"/>
                  <a:pt x="27205" y="35959"/>
                </a:cubicBezTo>
                <a:cubicBezTo>
                  <a:pt x="26810" y="35138"/>
                  <a:pt x="26202" y="34378"/>
                  <a:pt x="25625" y="33679"/>
                </a:cubicBezTo>
                <a:cubicBezTo>
                  <a:pt x="25321" y="33284"/>
                  <a:pt x="25017" y="32950"/>
                  <a:pt x="24713" y="32554"/>
                </a:cubicBezTo>
                <a:cubicBezTo>
                  <a:pt x="24439" y="32220"/>
                  <a:pt x="24257" y="31855"/>
                  <a:pt x="23983" y="31551"/>
                </a:cubicBezTo>
                <a:cubicBezTo>
                  <a:pt x="24074" y="31430"/>
                  <a:pt x="24166" y="31399"/>
                  <a:pt x="24287" y="31339"/>
                </a:cubicBezTo>
                <a:cubicBezTo>
                  <a:pt x="24500" y="31278"/>
                  <a:pt x="24713" y="31187"/>
                  <a:pt x="24925" y="31126"/>
                </a:cubicBezTo>
                <a:cubicBezTo>
                  <a:pt x="25017" y="31095"/>
                  <a:pt x="25108" y="31065"/>
                  <a:pt x="25169" y="30974"/>
                </a:cubicBezTo>
                <a:cubicBezTo>
                  <a:pt x="25229" y="30913"/>
                  <a:pt x="25229" y="30792"/>
                  <a:pt x="25169" y="30731"/>
                </a:cubicBezTo>
                <a:cubicBezTo>
                  <a:pt x="25108" y="30700"/>
                  <a:pt x="25047" y="30700"/>
                  <a:pt x="25047" y="30670"/>
                </a:cubicBezTo>
                <a:cubicBezTo>
                  <a:pt x="25017" y="30670"/>
                  <a:pt x="25047" y="30640"/>
                  <a:pt x="25047" y="30609"/>
                </a:cubicBezTo>
                <a:cubicBezTo>
                  <a:pt x="25077" y="30488"/>
                  <a:pt x="24925" y="30366"/>
                  <a:pt x="24834" y="30305"/>
                </a:cubicBezTo>
                <a:cubicBezTo>
                  <a:pt x="24834" y="30244"/>
                  <a:pt x="24773" y="30244"/>
                  <a:pt x="24773" y="30214"/>
                </a:cubicBezTo>
                <a:lnTo>
                  <a:pt x="24773" y="30153"/>
                </a:lnTo>
                <a:cubicBezTo>
                  <a:pt x="24865" y="29485"/>
                  <a:pt x="24378" y="28816"/>
                  <a:pt x="24287" y="28177"/>
                </a:cubicBezTo>
                <a:cubicBezTo>
                  <a:pt x="24166" y="27205"/>
                  <a:pt x="24257" y="26263"/>
                  <a:pt x="24226" y="25320"/>
                </a:cubicBezTo>
                <a:cubicBezTo>
                  <a:pt x="24469" y="24682"/>
                  <a:pt x="24834" y="24165"/>
                  <a:pt x="25199" y="23649"/>
                </a:cubicBezTo>
                <a:cubicBezTo>
                  <a:pt x="25746" y="22919"/>
                  <a:pt x="25928" y="21977"/>
                  <a:pt x="26111" y="21065"/>
                </a:cubicBezTo>
                <a:cubicBezTo>
                  <a:pt x="26354" y="20153"/>
                  <a:pt x="26962" y="19515"/>
                  <a:pt x="27175" y="18542"/>
                </a:cubicBezTo>
                <a:cubicBezTo>
                  <a:pt x="27296" y="17995"/>
                  <a:pt x="27175" y="17417"/>
                  <a:pt x="26871" y="16931"/>
                </a:cubicBezTo>
                <a:cubicBezTo>
                  <a:pt x="26597" y="16536"/>
                  <a:pt x="26445" y="16232"/>
                  <a:pt x="26111" y="15958"/>
                </a:cubicBezTo>
                <a:cubicBezTo>
                  <a:pt x="25776" y="15746"/>
                  <a:pt x="25442" y="15594"/>
                  <a:pt x="25047" y="15503"/>
                </a:cubicBezTo>
                <a:lnTo>
                  <a:pt x="25169" y="15290"/>
                </a:lnTo>
                <a:cubicBezTo>
                  <a:pt x="25229" y="15107"/>
                  <a:pt x="25290" y="14895"/>
                  <a:pt x="25473" y="14834"/>
                </a:cubicBezTo>
                <a:cubicBezTo>
                  <a:pt x="25531" y="14795"/>
                  <a:pt x="25583" y="14781"/>
                  <a:pt x="25632" y="14781"/>
                </a:cubicBezTo>
                <a:cubicBezTo>
                  <a:pt x="25736" y="14781"/>
                  <a:pt x="25825" y="14844"/>
                  <a:pt x="25928" y="14864"/>
                </a:cubicBezTo>
                <a:cubicBezTo>
                  <a:pt x="25948" y="14868"/>
                  <a:pt x="25968" y="14870"/>
                  <a:pt x="25987" y="14870"/>
                </a:cubicBezTo>
                <a:cubicBezTo>
                  <a:pt x="26111" y="14870"/>
                  <a:pt x="26206" y="14787"/>
                  <a:pt x="26232" y="14682"/>
                </a:cubicBezTo>
                <a:cubicBezTo>
                  <a:pt x="26263" y="14591"/>
                  <a:pt x="26263" y="14530"/>
                  <a:pt x="26293" y="14499"/>
                </a:cubicBezTo>
                <a:cubicBezTo>
                  <a:pt x="26354" y="14408"/>
                  <a:pt x="26445" y="14408"/>
                  <a:pt x="26536" y="14378"/>
                </a:cubicBezTo>
                <a:cubicBezTo>
                  <a:pt x="26840" y="14256"/>
                  <a:pt x="26536" y="14044"/>
                  <a:pt x="26719" y="13831"/>
                </a:cubicBezTo>
                <a:cubicBezTo>
                  <a:pt x="26810" y="13770"/>
                  <a:pt x="26871" y="13770"/>
                  <a:pt x="26992" y="13770"/>
                </a:cubicBezTo>
                <a:lnTo>
                  <a:pt x="27296" y="13770"/>
                </a:lnTo>
                <a:cubicBezTo>
                  <a:pt x="27357" y="13770"/>
                  <a:pt x="27479" y="13770"/>
                  <a:pt x="27509" y="13679"/>
                </a:cubicBezTo>
                <a:cubicBezTo>
                  <a:pt x="27539" y="13618"/>
                  <a:pt x="27539" y="13496"/>
                  <a:pt x="27509" y="13436"/>
                </a:cubicBezTo>
                <a:cubicBezTo>
                  <a:pt x="27448" y="13071"/>
                  <a:pt x="27479" y="12706"/>
                  <a:pt x="27539" y="12311"/>
                </a:cubicBezTo>
                <a:cubicBezTo>
                  <a:pt x="27539" y="12250"/>
                  <a:pt x="27600" y="12129"/>
                  <a:pt x="27631" y="12068"/>
                </a:cubicBezTo>
                <a:cubicBezTo>
                  <a:pt x="27661" y="11977"/>
                  <a:pt x="27783" y="11916"/>
                  <a:pt x="27813" y="11825"/>
                </a:cubicBezTo>
                <a:cubicBezTo>
                  <a:pt x="28117" y="11521"/>
                  <a:pt x="27995" y="11095"/>
                  <a:pt x="28208" y="10761"/>
                </a:cubicBezTo>
                <a:cubicBezTo>
                  <a:pt x="28243" y="10690"/>
                  <a:pt x="28299" y="10640"/>
                  <a:pt x="28351" y="10640"/>
                </a:cubicBezTo>
                <a:cubicBezTo>
                  <a:pt x="28389" y="10640"/>
                  <a:pt x="28426" y="10667"/>
                  <a:pt x="28451" y="10730"/>
                </a:cubicBezTo>
                <a:cubicBezTo>
                  <a:pt x="28512" y="10852"/>
                  <a:pt x="28391" y="10943"/>
                  <a:pt x="28421" y="11065"/>
                </a:cubicBezTo>
                <a:cubicBezTo>
                  <a:pt x="28786" y="10791"/>
                  <a:pt x="28907" y="10396"/>
                  <a:pt x="28907" y="10001"/>
                </a:cubicBezTo>
                <a:cubicBezTo>
                  <a:pt x="28907" y="9515"/>
                  <a:pt x="28725" y="9059"/>
                  <a:pt x="28573" y="8603"/>
                </a:cubicBezTo>
                <a:cubicBezTo>
                  <a:pt x="28360" y="7904"/>
                  <a:pt x="27813" y="7357"/>
                  <a:pt x="27235" y="6931"/>
                </a:cubicBezTo>
                <a:cubicBezTo>
                  <a:pt x="26719" y="6597"/>
                  <a:pt x="26263" y="6323"/>
                  <a:pt x="25807" y="6171"/>
                </a:cubicBezTo>
                <a:cubicBezTo>
                  <a:pt x="25655" y="6141"/>
                  <a:pt x="24500" y="6019"/>
                  <a:pt x="24500" y="5928"/>
                </a:cubicBezTo>
                <a:cubicBezTo>
                  <a:pt x="24469" y="5837"/>
                  <a:pt x="25412" y="5320"/>
                  <a:pt x="25533" y="5229"/>
                </a:cubicBezTo>
                <a:cubicBezTo>
                  <a:pt x="25868" y="4955"/>
                  <a:pt x="26141" y="4560"/>
                  <a:pt x="26232" y="4165"/>
                </a:cubicBezTo>
                <a:lnTo>
                  <a:pt x="26232" y="3800"/>
                </a:lnTo>
                <a:cubicBezTo>
                  <a:pt x="26111" y="3496"/>
                  <a:pt x="25776" y="3344"/>
                  <a:pt x="25473" y="3284"/>
                </a:cubicBezTo>
                <a:cubicBezTo>
                  <a:pt x="25199" y="3192"/>
                  <a:pt x="24956" y="3132"/>
                  <a:pt x="24713" y="3040"/>
                </a:cubicBezTo>
                <a:cubicBezTo>
                  <a:pt x="24621" y="3010"/>
                  <a:pt x="24500" y="3010"/>
                  <a:pt x="24469" y="2980"/>
                </a:cubicBezTo>
                <a:cubicBezTo>
                  <a:pt x="24409" y="2888"/>
                  <a:pt x="24439" y="2797"/>
                  <a:pt x="24500" y="2706"/>
                </a:cubicBezTo>
                <a:cubicBezTo>
                  <a:pt x="24561" y="2676"/>
                  <a:pt x="24621" y="2645"/>
                  <a:pt x="24652" y="2645"/>
                </a:cubicBezTo>
                <a:cubicBezTo>
                  <a:pt x="24834" y="2524"/>
                  <a:pt x="24925" y="2341"/>
                  <a:pt x="24956" y="2128"/>
                </a:cubicBezTo>
                <a:cubicBezTo>
                  <a:pt x="25017" y="1946"/>
                  <a:pt x="25017" y="1764"/>
                  <a:pt x="24956" y="1581"/>
                </a:cubicBezTo>
                <a:cubicBezTo>
                  <a:pt x="24925" y="1581"/>
                  <a:pt x="24925" y="1612"/>
                  <a:pt x="24895" y="1612"/>
                </a:cubicBezTo>
                <a:cubicBezTo>
                  <a:pt x="24925" y="1581"/>
                  <a:pt x="24804" y="1338"/>
                  <a:pt x="24804" y="1338"/>
                </a:cubicBezTo>
                <a:cubicBezTo>
                  <a:pt x="24743" y="1369"/>
                  <a:pt x="24713" y="1460"/>
                  <a:pt x="24621" y="1490"/>
                </a:cubicBezTo>
                <a:lnTo>
                  <a:pt x="24409" y="1733"/>
                </a:lnTo>
                <a:cubicBezTo>
                  <a:pt x="24317" y="1794"/>
                  <a:pt x="24287" y="1916"/>
                  <a:pt x="24166" y="1946"/>
                </a:cubicBezTo>
                <a:cubicBezTo>
                  <a:pt x="24136" y="1956"/>
                  <a:pt x="24110" y="1961"/>
                  <a:pt x="24088" y="1961"/>
                </a:cubicBezTo>
                <a:cubicBezTo>
                  <a:pt x="23763" y="1961"/>
                  <a:pt x="24137" y="992"/>
                  <a:pt x="24166" y="821"/>
                </a:cubicBezTo>
                <a:cubicBezTo>
                  <a:pt x="24196" y="609"/>
                  <a:pt x="24196" y="366"/>
                  <a:pt x="23983" y="305"/>
                </a:cubicBezTo>
                <a:cubicBezTo>
                  <a:pt x="23892" y="305"/>
                  <a:pt x="23801" y="366"/>
                  <a:pt x="23770" y="426"/>
                </a:cubicBezTo>
                <a:cubicBezTo>
                  <a:pt x="23588" y="609"/>
                  <a:pt x="23558" y="882"/>
                  <a:pt x="23497" y="1125"/>
                </a:cubicBezTo>
                <a:cubicBezTo>
                  <a:pt x="23406" y="1338"/>
                  <a:pt x="23254" y="1612"/>
                  <a:pt x="23041" y="1612"/>
                </a:cubicBezTo>
                <a:cubicBezTo>
                  <a:pt x="23193" y="1338"/>
                  <a:pt x="23345" y="1125"/>
                  <a:pt x="23375" y="821"/>
                </a:cubicBezTo>
                <a:cubicBezTo>
                  <a:pt x="23406" y="518"/>
                  <a:pt x="23345" y="214"/>
                  <a:pt x="23102" y="1"/>
                </a:cubicBezTo>
                <a:close/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5" name="Google Shape;1275;p169"/>
          <p:cNvSpPr/>
          <p:nvPr/>
        </p:nvSpPr>
        <p:spPr>
          <a:xfrm>
            <a:off x="4807975" y="3140375"/>
            <a:ext cx="2174672" cy="3088825"/>
          </a:xfrm>
          <a:custGeom>
            <a:rect b="b" l="l" r="r" t="t"/>
            <a:pathLst>
              <a:path extrusionOk="0" h="72359" w="50944">
                <a:moveTo>
                  <a:pt x="48986" y="30816"/>
                </a:moveTo>
                <a:cubicBezTo>
                  <a:pt x="49013" y="30816"/>
                  <a:pt x="49046" y="30826"/>
                  <a:pt x="49090" y="30848"/>
                </a:cubicBezTo>
                <a:cubicBezTo>
                  <a:pt x="49211" y="30878"/>
                  <a:pt x="49302" y="31152"/>
                  <a:pt x="49363" y="31213"/>
                </a:cubicBezTo>
                <a:cubicBezTo>
                  <a:pt x="49394" y="31304"/>
                  <a:pt x="49394" y="31334"/>
                  <a:pt x="49394" y="31395"/>
                </a:cubicBezTo>
                <a:cubicBezTo>
                  <a:pt x="49394" y="31516"/>
                  <a:pt x="49302" y="31638"/>
                  <a:pt x="49242" y="31729"/>
                </a:cubicBezTo>
                <a:cubicBezTo>
                  <a:pt x="48998" y="31972"/>
                  <a:pt x="48786" y="32246"/>
                  <a:pt x="48543" y="32489"/>
                </a:cubicBezTo>
                <a:cubicBezTo>
                  <a:pt x="48512" y="32520"/>
                  <a:pt x="48482" y="32550"/>
                  <a:pt x="48391" y="32550"/>
                </a:cubicBezTo>
                <a:cubicBezTo>
                  <a:pt x="48330" y="32550"/>
                  <a:pt x="48299" y="32489"/>
                  <a:pt x="48208" y="32428"/>
                </a:cubicBezTo>
                <a:cubicBezTo>
                  <a:pt x="48147" y="32398"/>
                  <a:pt x="48026" y="32398"/>
                  <a:pt x="47935" y="32307"/>
                </a:cubicBezTo>
                <a:cubicBezTo>
                  <a:pt x="47874" y="32246"/>
                  <a:pt x="47935" y="32094"/>
                  <a:pt x="48026" y="32003"/>
                </a:cubicBezTo>
                <a:cubicBezTo>
                  <a:pt x="48299" y="31699"/>
                  <a:pt x="48543" y="31365"/>
                  <a:pt x="48786" y="31030"/>
                </a:cubicBezTo>
                <a:cubicBezTo>
                  <a:pt x="48878" y="30914"/>
                  <a:pt x="48900" y="30816"/>
                  <a:pt x="48986" y="30816"/>
                </a:cubicBezTo>
                <a:close/>
                <a:moveTo>
                  <a:pt x="14591" y="41851"/>
                </a:moveTo>
                <a:cubicBezTo>
                  <a:pt x="14591" y="43219"/>
                  <a:pt x="14439" y="44587"/>
                  <a:pt x="14408" y="45954"/>
                </a:cubicBezTo>
                <a:cubicBezTo>
                  <a:pt x="13952" y="45924"/>
                  <a:pt x="13527" y="45894"/>
                  <a:pt x="13101" y="45772"/>
                </a:cubicBezTo>
                <a:cubicBezTo>
                  <a:pt x="12493" y="45590"/>
                  <a:pt x="11916" y="45316"/>
                  <a:pt x="11369" y="45103"/>
                </a:cubicBezTo>
                <a:cubicBezTo>
                  <a:pt x="10552" y="44794"/>
                  <a:pt x="9687" y="44645"/>
                  <a:pt x="8843" y="44645"/>
                </a:cubicBezTo>
                <a:cubicBezTo>
                  <a:pt x="8526" y="44645"/>
                  <a:pt x="8211" y="44667"/>
                  <a:pt x="7903" y="44708"/>
                </a:cubicBezTo>
                <a:cubicBezTo>
                  <a:pt x="10305" y="44191"/>
                  <a:pt x="12372" y="42915"/>
                  <a:pt x="14591" y="41851"/>
                </a:cubicBezTo>
                <a:close/>
                <a:moveTo>
                  <a:pt x="37360" y="0"/>
                </a:moveTo>
                <a:cubicBezTo>
                  <a:pt x="37112" y="0"/>
                  <a:pt x="36854" y="37"/>
                  <a:pt x="36567" y="118"/>
                </a:cubicBezTo>
                <a:cubicBezTo>
                  <a:pt x="35928" y="300"/>
                  <a:pt x="35351" y="604"/>
                  <a:pt x="34804" y="969"/>
                </a:cubicBezTo>
                <a:cubicBezTo>
                  <a:pt x="33314" y="1881"/>
                  <a:pt x="32220" y="3249"/>
                  <a:pt x="31156" y="4677"/>
                </a:cubicBezTo>
                <a:cubicBezTo>
                  <a:pt x="29880" y="6349"/>
                  <a:pt x="28664" y="8081"/>
                  <a:pt x="27691" y="9996"/>
                </a:cubicBezTo>
                <a:cubicBezTo>
                  <a:pt x="27539" y="10240"/>
                  <a:pt x="27418" y="10513"/>
                  <a:pt x="27387" y="10817"/>
                </a:cubicBezTo>
                <a:cubicBezTo>
                  <a:pt x="27357" y="11060"/>
                  <a:pt x="27387" y="11273"/>
                  <a:pt x="27418" y="11455"/>
                </a:cubicBezTo>
                <a:cubicBezTo>
                  <a:pt x="27813" y="13401"/>
                  <a:pt x="28573" y="15224"/>
                  <a:pt x="29363" y="17018"/>
                </a:cubicBezTo>
                <a:cubicBezTo>
                  <a:pt x="29636" y="17626"/>
                  <a:pt x="29940" y="18142"/>
                  <a:pt x="30032" y="18750"/>
                </a:cubicBezTo>
                <a:cubicBezTo>
                  <a:pt x="29576" y="18811"/>
                  <a:pt x="29150" y="18842"/>
                  <a:pt x="28725" y="18902"/>
                </a:cubicBezTo>
                <a:cubicBezTo>
                  <a:pt x="27752" y="19115"/>
                  <a:pt x="26810" y="19510"/>
                  <a:pt x="26202" y="20270"/>
                </a:cubicBezTo>
                <a:cubicBezTo>
                  <a:pt x="25746" y="20817"/>
                  <a:pt x="25472" y="21486"/>
                  <a:pt x="24955" y="21911"/>
                </a:cubicBezTo>
                <a:cubicBezTo>
                  <a:pt x="24682" y="22155"/>
                  <a:pt x="24348" y="22337"/>
                  <a:pt x="24013" y="22489"/>
                </a:cubicBezTo>
                <a:cubicBezTo>
                  <a:pt x="21946" y="23462"/>
                  <a:pt x="19819" y="24465"/>
                  <a:pt x="18086" y="25954"/>
                </a:cubicBezTo>
                <a:cubicBezTo>
                  <a:pt x="16566" y="27261"/>
                  <a:pt x="15411" y="28902"/>
                  <a:pt x="14347" y="30605"/>
                </a:cubicBezTo>
                <a:cubicBezTo>
                  <a:pt x="13405" y="32185"/>
                  <a:pt x="11642" y="33097"/>
                  <a:pt x="10183" y="34191"/>
                </a:cubicBezTo>
                <a:cubicBezTo>
                  <a:pt x="6931" y="36623"/>
                  <a:pt x="3800" y="39267"/>
                  <a:pt x="1277" y="42459"/>
                </a:cubicBezTo>
                <a:cubicBezTo>
                  <a:pt x="548" y="43371"/>
                  <a:pt x="1" y="44495"/>
                  <a:pt x="1" y="45650"/>
                </a:cubicBezTo>
                <a:cubicBezTo>
                  <a:pt x="1" y="46319"/>
                  <a:pt x="244" y="47018"/>
                  <a:pt x="821" y="47383"/>
                </a:cubicBezTo>
                <a:cubicBezTo>
                  <a:pt x="1064" y="47535"/>
                  <a:pt x="1308" y="47596"/>
                  <a:pt x="1581" y="47687"/>
                </a:cubicBezTo>
                <a:cubicBezTo>
                  <a:pt x="4469" y="48508"/>
                  <a:pt x="7387" y="49298"/>
                  <a:pt x="10396" y="49419"/>
                </a:cubicBezTo>
                <a:cubicBezTo>
                  <a:pt x="11460" y="49450"/>
                  <a:pt x="12554" y="49419"/>
                  <a:pt x="13587" y="49602"/>
                </a:cubicBezTo>
                <a:cubicBezTo>
                  <a:pt x="13922" y="49693"/>
                  <a:pt x="14226" y="49754"/>
                  <a:pt x="14591" y="49815"/>
                </a:cubicBezTo>
                <a:cubicBezTo>
                  <a:pt x="14803" y="51030"/>
                  <a:pt x="15229" y="52246"/>
                  <a:pt x="15958" y="53371"/>
                </a:cubicBezTo>
                <a:cubicBezTo>
                  <a:pt x="16353" y="54009"/>
                  <a:pt x="16931" y="54526"/>
                  <a:pt x="17478" y="55043"/>
                </a:cubicBezTo>
                <a:cubicBezTo>
                  <a:pt x="20092" y="57474"/>
                  <a:pt x="22737" y="59572"/>
                  <a:pt x="25107" y="62277"/>
                </a:cubicBezTo>
                <a:cubicBezTo>
                  <a:pt x="25472" y="62672"/>
                  <a:pt x="25837" y="63128"/>
                  <a:pt x="26202" y="63553"/>
                </a:cubicBezTo>
                <a:cubicBezTo>
                  <a:pt x="26445" y="63827"/>
                  <a:pt x="26901" y="64101"/>
                  <a:pt x="26901" y="64496"/>
                </a:cubicBezTo>
                <a:cubicBezTo>
                  <a:pt x="26901" y="64769"/>
                  <a:pt x="26749" y="65012"/>
                  <a:pt x="26627" y="65225"/>
                </a:cubicBezTo>
                <a:cubicBezTo>
                  <a:pt x="26506" y="65468"/>
                  <a:pt x="26445" y="65711"/>
                  <a:pt x="26506" y="65985"/>
                </a:cubicBezTo>
                <a:cubicBezTo>
                  <a:pt x="26627" y="66319"/>
                  <a:pt x="27053" y="66471"/>
                  <a:pt x="27266" y="66745"/>
                </a:cubicBezTo>
                <a:cubicBezTo>
                  <a:pt x="27448" y="67019"/>
                  <a:pt x="27509" y="67322"/>
                  <a:pt x="27509" y="67657"/>
                </a:cubicBezTo>
                <a:cubicBezTo>
                  <a:pt x="27539" y="68113"/>
                  <a:pt x="27539" y="68569"/>
                  <a:pt x="27570" y="69025"/>
                </a:cubicBezTo>
                <a:cubicBezTo>
                  <a:pt x="27630" y="69420"/>
                  <a:pt x="27630" y="69815"/>
                  <a:pt x="27357" y="70119"/>
                </a:cubicBezTo>
                <a:cubicBezTo>
                  <a:pt x="27144" y="70362"/>
                  <a:pt x="26901" y="70423"/>
                  <a:pt x="26627" y="70514"/>
                </a:cubicBezTo>
                <a:cubicBezTo>
                  <a:pt x="26354" y="70575"/>
                  <a:pt x="26111" y="70696"/>
                  <a:pt x="25928" y="70940"/>
                </a:cubicBezTo>
                <a:cubicBezTo>
                  <a:pt x="25715" y="71274"/>
                  <a:pt x="26050" y="71730"/>
                  <a:pt x="26323" y="71943"/>
                </a:cubicBezTo>
                <a:cubicBezTo>
                  <a:pt x="26445" y="72064"/>
                  <a:pt x="26627" y="72064"/>
                  <a:pt x="26779" y="72095"/>
                </a:cubicBezTo>
                <a:cubicBezTo>
                  <a:pt x="27357" y="72186"/>
                  <a:pt x="27904" y="72247"/>
                  <a:pt x="28451" y="72307"/>
                </a:cubicBezTo>
                <a:cubicBezTo>
                  <a:pt x="28741" y="72331"/>
                  <a:pt x="29048" y="72358"/>
                  <a:pt x="29351" y="72358"/>
                </a:cubicBezTo>
                <a:cubicBezTo>
                  <a:pt x="29843" y="72358"/>
                  <a:pt x="30324" y="72285"/>
                  <a:pt x="30700" y="72003"/>
                </a:cubicBezTo>
                <a:cubicBezTo>
                  <a:pt x="31156" y="71608"/>
                  <a:pt x="31339" y="71031"/>
                  <a:pt x="31399" y="70484"/>
                </a:cubicBezTo>
                <a:cubicBezTo>
                  <a:pt x="31491" y="69906"/>
                  <a:pt x="31491" y="69298"/>
                  <a:pt x="31643" y="68751"/>
                </a:cubicBezTo>
                <a:cubicBezTo>
                  <a:pt x="31916" y="67809"/>
                  <a:pt x="32554" y="67019"/>
                  <a:pt x="32828" y="66076"/>
                </a:cubicBezTo>
                <a:cubicBezTo>
                  <a:pt x="33162" y="64921"/>
                  <a:pt x="32737" y="64556"/>
                  <a:pt x="31764" y="64101"/>
                </a:cubicBezTo>
                <a:cubicBezTo>
                  <a:pt x="31673" y="64040"/>
                  <a:pt x="31551" y="64009"/>
                  <a:pt x="31491" y="63979"/>
                </a:cubicBezTo>
                <a:cubicBezTo>
                  <a:pt x="31339" y="63949"/>
                  <a:pt x="31156" y="63888"/>
                  <a:pt x="31004" y="63827"/>
                </a:cubicBezTo>
                <a:cubicBezTo>
                  <a:pt x="30457" y="63553"/>
                  <a:pt x="30184" y="62611"/>
                  <a:pt x="29971" y="62125"/>
                </a:cubicBezTo>
                <a:cubicBezTo>
                  <a:pt x="29940" y="62034"/>
                  <a:pt x="29880" y="61912"/>
                  <a:pt x="29788" y="61912"/>
                </a:cubicBezTo>
                <a:cubicBezTo>
                  <a:pt x="29758" y="61902"/>
                  <a:pt x="29724" y="61899"/>
                  <a:pt x="29690" y="61899"/>
                </a:cubicBezTo>
                <a:cubicBezTo>
                  <a:pt x="29623" y="61899"/>
                  <a:pt x="29555" y="61912"/>
                  <a:pt x="29515" y="61912"/>
                </a:cubicBezTo>
                <a:cubicBezTo>
                  <a:pt x="29272" y="61912"/>
                  <a:pt x="29120" y="61699"/>
                  <a:pt x="29029" y="61517"/>
                </a:cubicBezTo>
                <a:cubicBezTo>
                  <a:pt x="27965" y="59693"/>
                  <a:pt x="26810" y="57809"/>
                  <a:pt x="25563" y="56106"/>
                </a:cubicBezTo>
                <a:cubicBezTo>
                  <a:pt x="25411" y="55894"/>
                  <a:pt x="23162" y="53401"/>
                  <a:pt x="23193" y="53371"/>
                </a:cubicBezTo>
                <a:cubicBezTo>
                  <a:pt x="23709" y="52763"/>
                  <a:pt x="23740" y="51882"/>
                  <a:pt x="23345" y="51243"/>
                </a:cubicBezTo>
                <a:cubicBezTo>
                  <a:pt x="23193" y="50970"/>
                  <a:pt x="22980" y="50757"/>
                  <a:pt x="22797" y="50514"/>
                </a:cubicBezTo>
                <a:cubicBezTo>
                  <a:pt x="22402" y="49997"/>
                  <a:pt x="22220" y="49298"/>
                  <a:pt x="22068" y="48660"/>
                </a:cubicBezTo>
                <a:cubicBezTo>
                  <a:pt x="21886" y="47991"/>
                  <a:pt x="21825" y="46836"/>
                  <a:pt x="21278" y="46350"/>
                </a:cubicBezTo>
                <a:cubicBezTo>
                  <a:pt x="21186" y="46258"/>
                  <a:pt x="21126" y="46228"/>
                  <a:pt x="21034" y="46198"/>
                </a:cubicBezTo>
                <a:cubicBezTo>
                  <a:pt x="21034" y="45346"/>
                  <a:pt x="21065" y="44556"/>
                  <a:pt x="21186" y="43735"/>
                </a:cubicBezTo>
                <a:cubicBezTo>
                  <a:pt x="21642" y="40939"/>
                  <a:pt x="23770" y="39359"/>
                  <a:pt x="24530" y="36775"/>
                </a:cubicBezTo>
                <a:cubicBezTo>
                  <a:pt x="24803" y="35924"/>
                  <a:pt x="24803" y="35073"/>
                  <a:pt x="24621" y="34222"/>
                </a:cubicBezTo>
                <a:cubicBezTo>
                  <a:pt x="24508" y="33796"/>
                  <a:pt x="23707" y="32313"/>
                  <a:pt x="24488" y="32313"/>
                </a:cubicBezTo>
                <a:cubicBezTo>
                  <a:pt x="24544" y="32313"/>
                  <a:pt x="24608" y="32321"/>
                  <a:pt x="24682" y="32337"/>
                </a:cubicBezTo>
                <a:cubicBezTo>
                  <a:pt x="24925" y="32368"/>
                  <a:pt x="25077" y="32520"/>
                  <a:pt x="25259" y="32641"/>
                </a:cubicBezTo>
                <a:cubicBezTo>
                  <a:pt x="25928" y="33036"/>
                  <a:pt x="26658" y="33279"/>
                  <a:pt x="27418" y="33553"/>
                </a:cubicBezTo>
                <a:cubicBezTo>
                  <a:pt x="27790" y="33677"/>
                  <a:pt x="28191" y="33787"/>
                  <a:pt x="28572" y="33787"/>
                </a:cubicBezTo>
                <a:cubicBezTo>
                  <a:pt x="28750" y="33787"/>
                  <a:pt x="28924" y="33763"/>
                  <a:pt x="29089" y="33705"/>
                </a:cubicBezTo>
                <a:cubicBezTo>
                  <a:pt x="29576" y="33492"/>
                  <a:pt x="29940" y="33036"/>
                  <a:pt x="30305" y="32672"/>
                </a:cubicBezTo>
                <a:cubicBezTo>
                  <a:pt x="31065" y="31881"/>
                  <a:pt x="32220" y="31213"/>
                  <a:pt x="33223" y="30878"/>
                </a:cubicBezTo>
                <a:cubicBezTo>
                  <a:pt x="33284" y="30878"/>
                  <a:pt x="33314" y="30848"/>
                  <a:pt x="33375" y="30848"/>
                </a:cubicBezTo>
                <a:cubicBezTo>
                  <a:pt x="33497" y="31273"/>
                  <a:pt x="33466" y="31729"/>
                  <a:pt x="33436" y="32094"/>
                </a:cubicBezTo>
                <a:cubicBezTo>
                  <a:pt x="33284" y="33310"/>
                  <a:pt x="33071" y="34526"/>
                  <a:pt x="33162" y="35741"/>
                </a:cubicBezTo>
                <a:cubicBezTo>
                  <a:pt x="33193" y="36380"/>
                  <a:pt x="33314" y="37048"/>
                  <a:pt x="33618" y="37565"/>
                </a:cubicBezTo>
                <a:cubicBezTo>
                  <a:pt x="33770" y="37869"/>
                  <a:pt x="33983" y="38112"/>
                  <a:pt x="34257" y="38295"/>
                </a:cubicBezTo>
                <a:cubicBezTo>
                  <a:pt x="34719" y="38721"/>
                  <a:pt x="35420" y="38846"/>
                  <a:pt x="36111" y="38846"/>
                </a:cubicBezTo>
                <a:cubicBezTo>
                  <a:pt x="36602" y="38846"/>
                  <a:pt x="37087" y="38783"/>
                  <a:pt x="37479" y="38720"/>
                </a:cubicBezTo>
                <a:cubicBezTo>
                  <a:pt x="38816" y="38477"/>
                  <a:pt x="40123" y="38173"/>
                  <a:pt x="41400" y="37839"/>
                </a:cubicBezTo>
                <a:cubicBezTo>
                  <a:pt x="42889" y="37413"/>
                  <a:pt x="44378" y="36927"/>
                  <a:pt x="45746" y="36197"/>
                </a:cubicBezTo>
                <a:cubicBezTo>
                  <a:pt x="46202" y="35985"/>
                  <a:pt x="46597" y="35741"/>
                  <a:pt x="47114" y="35589"/>
                </a:cubicBezTo>
                <a:cubicBezTo>
                  <a:pt x="47600" y="35438"/>
                  <a:pt x="48117" y="35407"/>
                  <a:pt x="48634" y="35225"/>
                </a:cubicBezTo>
                <a:cubicBezTo>
                  <a:pt x="49181" y="34982"/>
                  <a:pt x="49637" y="34526"/>
                  <a:pt x="50032" y="34070"/>
                </a:cubicBezTo>
                <a:cubicBezTo>
                  <a:pt x="50457" y="33553"/>
                  <a:pt x="50913" y="33036"/>
                  <a:pt x="50701" y="32368"/>
                </a:cubicBezTo>
                <a:cubicBezTo>
                  <a:pt x="50670" y="32276"/>
                  <a:pt x="50670" y="32216"/>
                  <a:pt x="50670" y="32124"/>
                </a:cubicBezTo>
                <a:cubicBezTo>
                  <a:pt x="50670" y="32064"/>
                  <a:pt x="50701" y="31972"/>
                  <a:pt x="50701" y="31912"/>
                </a:cubicBezTo>
                <a:cubicBezTo>
                  <a:pt x="50670" y="31516"/>
                  <a:pt x="50761" y="31334"/>
                  <a:pt x="50792" y="31121"/>
                </a:cubicBezTo>
                <a:cubicBezTo>
                  <a:pt x="50883" y="30878"/>
                  <a:pt x="50944" y="30605"/>
                  <a:pt x="50913" y="30392"/>
                </a:cubicBezTo>
                <a:cubicBezTo>
                  <a:pt x="50913" y="30149"/>
                  <a:pt x="50822" y="29845"/>
                  <a:pt x="50761" y="29632"/>
                </a:cubicBezTo>
                <a:cubicBezTo>
                  <a:pt x="50698" y="29527"/>
                  <a:pt x="50635" y="29494"/>
                  <a:pt x="50572" y="29494"/>
                </a:cubicBezTo>
                <a:cubicBezTo>
                  <a:pt x="50544" y="29494"/>
                  <a:pt x="50516" y="29501"/>
                  <a:pt x="50488" y="29510"/>
                </a:cubicBezTo>
                <a:cubicBezTo>
                  <a:pt x="50366" y="29541"/>
                  <a:pt x="50305" y="29662"/>
                  <a:pt x="50275" y="29784"/>
                </a:cubicBezTo>
                <a:cubicBezTo>
                  <a:pt x="50214" y="29936"/>
                  <a:pt x="50275" y="30118"/>
                  <a:pt x="50275" y="30301"/>
                </a:cubicBezTo>
                <a:cubicBezTo>
                  <a:pt x="50275" y="30453"/>
                  <a:pt x="50214" y="30605"/>
                  <a:pt x="50184" y="30757"/>
                </a:cubicBezTo>
                <a:cubicBezTo>
                  <a:pt x="50184" y="30787"/>
                  <a:pt x="50154" y="30787"/>
                  <a:pt x="50154" y="30787"/>
                </a:cubicBezTo>
                <a:cubicBezTo>
                  <a:pt x="49971" y="30605"/>
                  <a:pt x="49850" y="30331"/>
                  <a:pt x="49576" y="30179"/>
                </a:cubicBezTo>
                <a:cubicBezTo>
                  <a:pt x="49333" y="30027"/>
                  <a:pt x="49120" y="29936"/>
                  <a:pt x="48846" y="29845"/>
                </a:cubicBezTo>
                <a:cubicBezTo>
                  <a:pt x="48821" y="29840"/>
                  <a:pt x="48794" y="29837"/>
                  <a:pt x="48767" y="29837"/>
                </a:cubicBezTo>
                <a:cubicBezTo>
                  <a:pt x="48630" y="29837"/>
                  <a:pt x="48487" y="29900"/>
                  <a:pt x="48512" y="30027"/>
                </a:cubicBezTo>
                <a:cubicBezTo>
                  <a:pt x="48492" y="30007"/>
                  <a:pt x="48461" y="29997"/>
                  <a:pt x="48427" y="29997"/>
                </a:cubicBezTo>
                <a:cubicBezTo>
                  <a:pt x="48357" y="29997"/>
                  <a:pt x="48269" y="30037"/>
                  <a:pt x="48208" y="30118"/>
                </a:cubicBezTo>
                <a:cubicBezTo>
                  <a:pt x="48147" y="30179"/>
                  <a:pt x="48087" y="30331"/>
                  <a:pt x="48087" y="30422"/>
                </a:cubicBezTo>
                <a:cubicBezTo>
                  <a:pt x="47904" y="31152"/>
                  <a:pt x="47266" y="31668"/>
                  <a:pt x="46688" y="32155"/>
                </a:cubicBezTo>
                <a:cubicBezTo>
                  <a:pt x="46111" y="32672"/>
                  <a:pt x="45503" y="33219"/>
                  <a:pt x="45412" y="33979"/>
                </a:cubicBezTo>
                <a:cubicBezTo>
                  <a:pt x="45412" y="34070"/>
                  <a:pt x="45412" y="34100"/>
                  <a:pt x="45321" y="34191"/>
                </a:cubicBezTo>
                <a:cubicBezTo>
                  <a:pt x="45290" y="34222"/>
                  <a:pt x="45199" y="34252"/>
                  <a:pt x="45169" y="34252"/>
                </a:cubicBezTo>
                <a:cubicBezTo>
                  <a:pt x="43618" y="34586"/>
                  <a:pt x="42068" y="34890"/>
                  <a:pt x="40488" y="35134"/>
                </a:cubicBezTo>
                <a:cubicBezTo>
                  <a:pt x="39789" y="35255"/>
                  <a:pt x="39029" y="35316"/>
                  <a:pt x="38299" y="35407"/>
                </a:cubicBezTo>
                <a:cubicBezTo>
                  <a:pt x="38147" y="35417"/>
                  <a:pt x="38002" y="35421"/>
                  <a:pt x="37861" y="35421"/>
                </a:cubicBezTo>
                <a:cubicBezTo>
                  <a:pt x="37580" y="35421"/>
                  <a:pt x="37316" y="35407"/>
                  <a:pt x="37053" y="35407"/>
                </a:cubicBezTo>
                <a:cubicBezTo>
                  <a:pt x="37235" y="34100"/>
                  <a:pt x="37266" y="32823"/>
                  <a:pt x="37570" y="31516"/>
                </a:cubicBezTo>
                <a:cubicBezTo>
                  <a:pt x="37691" y="31030"/>
                  <a:pt x="37904" y="30574"/>
                  <a:pt x="37995" y="30088"/>
                </a:cubicBezTo>
                <a:cubicBezTo>
                  <a:pt x="38208" y="29024"/>
                  <a:pt x="37965" y="27991"/>
                  <a:pt x="37843" y="26927"/>
                </a:cubicBezTo>
                <a:cubicBezTo>
                  <a:pt x="37843" y="26836"/>
                  <a:pt x="37843" y="26805"/>
                  <a:pt x="37813" y="26744"/>
                </a:cubicBezTo>
                <a:cubicBezTo>
                  <a:pt x="38026" y="26592"/>
                  <a:pt x="38299" y="26471"/>
                  <a:pt x="38603" y="26471"/>
                </a:cubicBezTo>
                <a:cubicBezTo>
                  <a:pt x="38629" y="26469"/>
                  <a:pt x="38655" y="26468"/>
                  <a:pt x="38681" y="26468"/>
                </a:cubicBezTo>
                <a:cubicBezTo>
                  <a:pt x="39011" y="26468"/>
                  <a:pt x="39281" y="26649"/>
                  <a:pt x="39393" y="26988"/>
                </a:cubicBezTo>
                <a:cubicBezTo>
                  <a:pt x="39515" y="27291"/>
                  <a:pt x="39485" y="27656"/>
                  <a:pt x="39545" y="27960"/>
                </a:cubicBezTo>
                <a:cubicBezTo>
                  <a:pt x="39637" y="28295"/>
                  <a:pt x="39880" y="28568"/>
                  <a:pt x="40001" y="28902"/>
                </a:cubicBezTo>
                <a:cubicBezTo>
                  <a:pt x="40032" y="28963"/>
                  <a:pt x="40032" y="29085"/>
                  <a:pt x="40093" y="29176"/>
                </a:cubicBezTo>
                <a:lnTo>
                  <a:pt x="40093" y="29206"/>
                </a:lnTo>
                <a:cubicBezTo>
                  <a:pt x="40123" y="29389"/>
                  <a:pt x="40153" y="29541"/>
                  <a:pt x="40275" y="29693"/>
                </a:cubicBezTo>
                <a:cubicBezTo>
                  <a:pt x="40288" y="29705"/>
                  <a:pt x="40311" y="29713"/>
                  <a:pt x="40333" y="29713"/>
                </a:cubicBezTo>
                <a:cubicBezTo>
                  <a:pt x="40365" y="29713"/>
                  <a:pt x="40396" y="29698"/>
                  <a:pt x="40396" y="29662"/>
                </a:cubicBezTo>
                <a:cubicBezTo>
                  <a:pt x="40396" y="29571"/>
                  <a:pt x="40275" y="29419"/>
                  <a:pt x="40305" y="29358"/>
                </a:cubicBezTo>
                <a:lnTo>
                  <a:pt x="40305" y="29358"/>
                </a:lnTo>
                <a:cubicBezTo>
                  <a:pt x="40396" y="29419"/>
                  <a:pt x="40427" y="29541"/>
                  <a:pt x="40427" y="29662"/>
                </a:cubicBezTo>
                <a:cubicBezTo>
                  <a:pt x="40488" y="30027"/>
                  <a:pt x="40640" y="30392"/>
                  <a:pt x="40883" y="30696"/>
                </a:cubicBezTo>
                <a:cubicBezTo>
                  <a:pt x="40913" y="30757"/>
                  <a:pt x="41004" y="30787"/>
                  <a:pt x="41035" y="30787"/>
                </a:cubicBezTo>
                <a:cubicBezTo>
                  <a:pt x="41008" y="30708"/>
                  <a:pt x="41005" y="30583"/>
                  <a:pt x="41024" y="30472"/>
                </a:cubicBezTo>
                <a:lnTo>
                  <a:pt x="41024" y="30472"/>
                </a:lnTo>
                <a:cubicBezTo>
                  <a:pt x="41036" y="30656"/>
                  <a:pt x="41469" y="31036"/>
                  <a:pt x="41552" y="31091"/>
                </a:cubicBezTo>
                <a:cubicBezTo>
                  <a:pt x="41795" y="31304"/>
                  <a:pt x="42099" y="31456"/>
                  <a:pt x="42403" y="31516"/>
                </a:cubicBezTo>
                <a:cubicBezTo>
                  <a:pt x="42615" y="31547"/>
                  <a:pt x="42919" y="31608"/>
                  <a:pt x="43132" y="31699"/>
                </a:cubicBezTo>
                <a:cubicBezTo>
                  <a:pt x="43345" y="31851"/>
                  <a:pt x="43497" y="32155"/>
                  <a:pt x="43679" y="32368"/>
                </a:cubicBezTo>
                <a:cubicBezTo>
                  <a:pt x="43801" y="32459"/>
                  <a:pt x="43922" y="32550"/>
                  <a:pt x="44014" y="32611"/>
                </a:cubicBezTo>
                <a:cubicBezTo>
                  <a:pt x="44226" y="32732"/>
                  <a:pt x="44409" y="32763"/>
                  <a:pt x="44652" y="32823"/>
                </a:cubicBezTo>
                <a:cubicBezTo>
                  <a:pt x="44591" y="32672"/>
                  <a:pt x="44591" y="32520"/>
                  <a:pt x="44591" y="32398"/>
                </a:cubicBezTo>
                <a:cubicBezTo>
                  <a:pt x="44591" y="32307"/>
                  <a:pt x="44652" y="32216"/>
                  <a:pt x="44713" y="32216"/>
                </a:cubicBezTo>
                <a:cubicBezTo>
                  <a:pt x="44743" y="32276"/>
                  <a:pt x="44713" y="32398"/>
                  <a:pt x="44773" y="32398"/>
                </a:cubicBezTo>
                <a:cubicBezTo>
                  <a:pt x="44834" y="32398"/>
                  <a:pt x="44865" y="32368"/>
                  <a:pt x="44895" y="32307"/>
                </a:cubicBezTo>
                <a:cubicBezTo>
                  <a:pt x="44956" y="32276"/>
                  <a:pt x="45229" y="31972"/>
                  <a:pt x="45229" y="31942"/>
                </a:cubicBezTo>
                <a:cubicBezTo>
                  <a:pt x="45503" y="31668"/>
                  <a:pt x="45746" y="31334"/>
                  <a:pt x="45989" y="31030"/>
                </a:cubicBezTo>
                <a:lnTo>
                  <a:pt x="45989" y="31030"/>
                </a:lnTo>
                <a:cubicBezTo>
                  <a:pt x="45989" y="31091"/>
                  <a:pt x="45989" y="31182"/>
                  <a:pt x="45959" y="31243"/>
                </a:cubicBezTo>
                <a:cubicBezTo>
                  <a:pt x="45937" y="31330"/>
                  <a:pt x="46009" y="31402"/>
                  <a:pt x="46074" y="31402"/>
                </a:cubicBezTo>
                <a:cubicBezTo>
                  <a:pt x="46099" y="31402"/>
                  <a:pt x="46124" y="31390"/>
                  <a:pt x="46141" y="31365"/>
                </a:cubicBezTo>
                <a:cubicBezTo>
                  <a:pt x="46232" y="31243"/>
                  <a:pt x="46293" y="31152"/>
                  <a:pt x="46384" y="31000"/>
                </a:cubicBezTo>
                <a:cubicBezTo>
                  <a:pt x="46415" y="30939"/>
                  <a:pt x="46415" y="30909"/>
                  <a:pt x="46415" y="30878"/>
                </a:cubicBezTo>
                <a:lnTo>
                  <a:pt x="46871" y="29845"/>
                </a:lnTo>
                <a:cubicBezTo>
                  <a:pt x="46992" y="29571"/>
                  <a:pt x="47114" y="29358"/>
                  <a:pt x="47175" y="29085"/>
                </a:cubicBezTo>
                <a:cubicBezTo>
                  <a:pt x="47236" y="28963"/>
                  <a:pt x="47236" y="28872"/>
                  <a:pt x="47266" y="28750"/>
                </a:cubicBezTo>
                <a:lnTo>
                  <a:pt x="47266" y="28933"/>
                </a:lnTo>
                <a:lnTo>
                  <a:pt x="47266" y="28963"/>
                </a:lnTo>
                <a:lnTo>
                  <a:pt x="47266" y="29115"/>
                </a:lnTo>
                <a:cubicBezTo>
                  <a:pt x="47266" y="29164"/>
                  <a:pt x="47309" y="29195"/>
                  <a:pt x="47350" y="29195"/>
                </a:cubicBezTo>
                <a:cubicBezTo>
                  <a:pt x="47385" y="29195"/>
                  <a:pt x="47418" y="29172"/>
                  <a:pt x="47418" y="29115"/>
                </a:cubicBezTo>
                <a:cubicBezTo>
                  <a:pt x="47448" y="28781"/>
                  <a:pt x="47509" y="28447"/>
                  <a:pt x="47600" y="28112"/>
                </a:cubicBezTo>
                <a:cubicBezTo>
                  <a:pt x="47600" y="28051"/>
                  <a:pt x="47600" y="28051"/>
                  <a:pt x="47631" y="28021"/>
                </a:cubicBezTo>
                <a:cubicBezTo>
                  <a:pt x="47691" y="27869"/>
                  <a:pt x="47752" y="27717"/>
                  <a:pt x="47813" y="27565"/>
                </a:cubicBezTo>
                <a:cubicBezTo>
                  <a:pt x="47935" y="27352"/>
                  <a:pt x="48056" y="27200"/>
                  <a:pt x="48147" y="26927"/>
                </a:cubicBezTo>
                <a:cubicBezTo>
                  <a:pt x="48330" y="26349"/>
                  <a:pt x="48451" y="25741"/>
                  <a:pt x="48482" y="25133"/>
                </a:cubicBezTo>
                <a:cubicBezTo>
                  <a:pt x="48512" y="24769"/>
                  <a:pt x="48512" y="24434"/>
                  <a:pt x="48482" y="24070"/>
                </a:cubicBezTo>
                <a:cubicBezTo>
                  <a:pt x="48421" y="23370"/>
                  <a:pt x="48421" y="22611"/>
                  <a:pt x="48391" y="21881"/>
                </a:cubicBezTo>
                <a:cubicBezTo>
                  <a:pt x="48391" y="21577"/>
                  <a:pt x="48360" y="21243"/>
                  <a:pt x="48269" y="20939"/>
                </a:cubicBezTo>
                <a:cubicBezTo>
                  <a:pt x="48178" y="20513"/>
                  <a:pt x="47874" y="20179"/>
                  <a:pt x="47783" y="19723"/>
                </a:cubicBezTo>
                <a:cubicBezTo>
                  <a:pt x="47752" y="19571"/>
                  <a:pt x="47752" y="19449"/>
                  <a:pt x="47661" y="19297"/>
                </a:cubicBezTo>
                <a:cubicBezTo>
                  <a:pt x="47600" y="19145"/>
                  <a:pt x="47479" y="18993"/>
                  <a:pt x="47327" y="18872"/>
                </a:cubicBezTo>
                <a:cubicBezTo>
                  <a:pt x="46992" y="18538"/>
                  <a:pt x="46536" y="18234"/>
                  <a:pt x="46111" y="17990"/>
                </a:cubicBezTo>
                <a:cubicBezTo>
                  <a:pt x="45788" y="17818"/>
                  <a:pt x="45419" y="17737"/>
                  <a:pt x="45037" y="17737"/>
                </a:cubicBezTo>
                <a:cubicBezTo>
                  <a:pt x="44880" y="17737"/>
                  <a:pt x="44720" y="17751"/>
                  <a:pt x="44561" y="17778"/>
                </a:cubicBezTo>
                <a:cubicBezTo>
                  <a:pt x="44561" y="17778"/>
                  <a:pt x="44530" y="17778"/>
                  <a:pt x="44530" y="17808"/>
                </a:cubicBezTo>
                <a:cubicBezTo>
                  <a:pt x="44318" y="17838"/>
                  <a:pt x="44105" y="17899"/>
                  <a:pt x="43953" y="17960"/>
                </a:cubicBezTo>
                <a:cubicBezTo>
                  <a:pt x="43943" y="17950"/>
                  <a:pt x="43936" y="17947"/>
                  <a:pt x="43929" y="17947"/>
                </a:cubicBezTo>
                <a:cubicBezTo>
                  <a:pt x="43916" y="17947"/>
                  <a:pt x="43902" y="17960"/>
                  <a:pt x="43862" y="17960"/>
                </a:cubicBezTo>
                <a:lnTo>
                  <a:pt x="43801" y="17960"/>
                </a:lnTo>
                <a:cubicBezTo>
                  <a:pt x="43375" y="17899"/>
                  <a:pt x="42950" y="17686"/>
                  <a:pt x="42615" y="17474"/>
                </a:cubicBezTo>
                <a:cubicBezTo>
                  <a:pt x="42433" y="17352"/>
                  <a:pt x="42251" y="17170"/>
                  <a:pt x="42007" y="17170"/>
                </a:cubicBezTo>
                <a:cubicBezTo>
                  <a:pt x="41988" y="17168"/>
                  <a:pt x="41970" y="17167"/>
                  <a:pt x="41953" y="17167"/>
                </a:cubicBezTo>
                <a:cubicBezTo>
                  <a:pt x="41673" y="17167"/>
                  <a:pt x="41666" y="17398"/>
                  <a:pt x="41552" y="17656"/>
                </a:cubicBezTo>
                <a:cubicBezTo>
                  <a:pt x="41402" y="17656"/>
                  <a:pt x="41294" y="17473"/>
                  <a:pt x="41143" y="17473"/>
                </a:cubicBezTo>
                <a:cubicBezTo>
                  <a:pt x="41109" y="17473"/>
                  <a:pt x="41073" y="17482"/>
                  <a:pt x="41035" y="17504"/>
                </a:cubicBezTo>
                <a:cubicBezTo>
                  <a:pt x="40944" y="17535"/>
                  <a:pt x="40913" y="17656"/>
                  <a:pt x="40822" y="17656"/>
                </a:cubicBezTo>
                <a:cubicBezTo>
                  <a:pt x="40761" y="17656"/>
                  <a:pt x="40731" y="17535"/>
                  <a:pt x="40640" y="17504"/>
                </a:cubicBezTo>
                <a:cubicBezTo>
                  <a:pt x="40579" y="17504"/>
                  <a:pt x="40518" y="17535"/>
                  <a:pt x="40457" y="17595"/>
                </a:cubicBezTo>
                <a:cubicBezTo>
                  <a:pt x="40336" y="17747"/>
                  <a:pt x="40214" y="17838"/>
                  <a:pt x="40032" y="17838"/>
                </a:cubicBezTo>
                <a:cubicBezTo>
                  <a:pt x="39880" y="17838"/>
                  <a:pt x="39728" y="17808"/>
                  <a:pt x="39606" y="17808"/>
                </a:cubicBezTo>
                <a:cubicBezTo>
                  <a:pt x="39454" y="17808"/>
                  <a:pt x="39302" y="17808"/>
                  <a:pt x="39211" y="17899"/>
                </a:cubicBezTo>
                <a:cubicBezTo>
                  <a:pt x="39089" y="17960"/>
                  <a:pt x="39059" y="18082"/>
                  <a:pt x="38998" y="18203"/>
                </a:cubicBezTo>
                <a:cubicBezTo>
                  <a:pt x="38816" y="18842"/>
                  <a:pt x="39241" y="19480"/>
                  <a:pt x="38816" y="20118"/>
                </a:cubicBezTo>
                <a:cubicBezTo>
                  <a:pt x="38755" y="20240"/>
                  <a:pt x="38634" y="20331"/>
                  <a:pt x="38542" y="20361"/>
                </a:cubicBezTo>
                <a:cubicBezTo>
                  <a:pt x="38109" y="20604"/>
                  <a:pt x="37627" y="20728"/>
                  <a:pt x="37146" y="20728"/>
                </a:cubicBezTo>
                <a:cubicBezTo>
                  <a:pt x="36783" y="20728"/>
                  <a:pt x="36420" y="20657"/>
                  <a:pt x="36080" y="20513"/>
                </a:cubicBezTo>
                <a:cubicBezTo>
                  <a:pt x="36020" y="20270"/>
                  <a:pt x="35928" y="20057"/>
                  <a:pt x="35807" y="19875"/>
                </a:cubicBezTo>
                <a:cubicBezTo>
                  <a:pt x="35655" y="19632"/>
                  <a:pt x="35503" y="19419"/>
                  <a:pt x="35412" y="19176"/>
                </a:cubicBezTo>
                <a:cubicBezTo>
                  <a:pt x="35260" y="18872"/>
                  <a:pt x="35138" y="18538"/>
                  <a:pt x="35016" y="18203"/>
                </a:cubicBezTo>
                <a:cubicBezTo>
                  <a:pt x="34530" y="16987"/>
                  <a:pt x="33345" y="16531"/>
                  <a:pt x="32615" y="15498"/>
                </a:cubicBezTo>
                <a:cubicBezTo>
                  <a:pt x="32250" y="14951"/>
                  <a:pt x="31977" y="14343"/>
                  <a:pt x="31703" y="13735"/>
                </a:cubicBezTo>
                <a:cubicBezTo>
                  <a:pt x="31460" y="13188"/>
                  <a:pt x="31217" y="12610"/>
                  <a:pt x="30943" y="12003"/>
                </a:cubicBezTo>
                <a:cubicBezTo>
                  <a:pt x="30852" y="11699"/>
                  <a:pt x="30700" y="11395"/>
                  <a:pt x="30731" y="11091"/>
                </a:cubicBezTo>
                <a:cubicBezTo>
                  <a:pt x="30731" y="10847"/>
                  <a:pt x="30852" y="10635"/>
                  <a:pt x="30943" y="10392"/>
                </a:cubicBezTo>
                <a:cubicBezTo>
                  <a:pt x="32068" y="8173"/>
                  <a:pt x="33284" y="5984"/>
                  <a:pt x="34682" y="3948"/>
                </a:cubicBezTo>
                <a:cubicBezTo>
                  <a:pt x="34804" y="3765"/>
                  <a:pt x="34956" y="3613"/>
                  <a:pt x="35108" y="3461"/>
                </a:cubicBezTo>
                <a:cubicBezTo>
                  <a:pt x="35305" y="3325"/>
                  <a:pt x="35541" y="3294"/>
                  <a:pt x="35788" y="3294"/>
                </a:cubicBezTo>
                <a:cubicBezTo>
                  <a:pt x="35985" y="3294"/>
                  <a:pt x="36190" y="3314"/>
                  <a:pt x="36389" y="3314"/>
                </a:cubicBezTo>
                <a:cubicBezTo>
                  <a:pt x="36438" y="3314"/>
                  <a:pt x="36488" y="3312"/>
                  <a:pt x="36536" y="3309"/>
                </a:cubicBezTo>
                <a:cubicBezTo>
                  <a:pt x="37294" y="3234"/>
                  <a:pt x="37968" y="2969"/>
                  <a:pt x="38732" y="2969"/>
                </a:cubicBezTo>
                <a:cubicBezTo>
                  <a:pt x="38888" y="2969"/>
                  <a:pt x="39047" y="2980"/>
                  <a:pt x="39211" y="3005"/>
                </a:cubicBezTo>
                <a:cubicBezTo>
                  <a:pt x="39248" y="3005"/>
                  <a:pt x="39338" y="3010"/>
                  <a:pt x="39440" y="3010"/>
                </a:cubicBezTo>
                <a:cubicBezTo>
                  <a:pt x="39594" y="3010"/>
                  <a:pt x="39776" y="2999"/>
                  <a:pt x="39849" y="2945"/>
                </a:cubicBezTo>
                <a:cubicBezTo>
                  <a:pt x="39880" y="2914"/>
                  <a:pt x="39880" y="2793"/>
                  <a:pt x="39880" y="2762"/>
                </a:cubicBezTo>
                <a:cubicBezTo>
                  <a:pt x="39984" y="2780"/>
                  <a:pt x="40109" y="2817"/>
                  <a:pt x="40225" y="2817"/>
                </a:cubicBezTo>
                <a:cubicBezTo>
                  <a:pt x="40311" y="2817"/>
                  <a:pt x="40393" y="2797"/>
                  <a:pt x="40457" y="2732"/>
                </a:cubicBezTo>
                <a:cubicBezTo>
                  <a:pt x="40579" y="2610"/>
                  <a:pt x="40518" y="2398"/>
                  <a:pt x="40457" y="2246"/>
                </a:cubicBezTo>
                <a:cubicBezTo>
                  <a:pt x="40336" y="2033"/>
                  <a:pt x="40153" y="2002"/>
                  <a:pt x="39971" y="1881"/>
                </a:cubicBezTo>
                <a:cubicBezTo>
                  <a:pt x="39697" y="1729"/>
                  <a:pt x="39515" y="1486"/>
                  <a:pt x="39211" y="1364"/>
                </a:cubicBezTo>
                <a:lnTo>
                  <a:pt x="39211" y="1364"/>
                </a:lnTo>
                <a:cubicBezTo>
                  <a:pt x="39439" y="1379"/>
                  <a:pt x="39667" y="1387"/>
                  <a:pt x="39895" y="1387"/>
                </a:cubicBezTo>
                <a:cubicBezTo>
                  <a:pt x="40123" y="1387"/>
                  <a:pt x="40351" y="1379"/>
                  <a:pt x="40579" y="1364"/>
                </a:cubicBezTo>
                <a:cubicBezTo>
                  <a:pt x="40761" y="1364"/>
                  <a:pt x="41795" y="1242"/>
                  <a:pt x="41217" y="939"/>
                </a:cubicBezTo>
                <a:cubicBezTo>
                  <a:pt x="41096" y="878"/>
                  <a:pt x="40944" y="878"/>
                  <a:pt x="40822" y="817"/>
                </a:cubicBezTo>
                <a:cubicBezTo>
                  <a:pt x="40062" y="726"/>
                  <a:pt x="39302" y="513"/>
                  <a:pt x="38603" y="270"/>
                </a:cubicBezTo>
                <a:cubicBezTo>
                  <a:pt x="38150" y="100"/>
                  <a:pt x="37767" y="0"/>
                  <a:pt x="37360" y="0"/>
                </a:cubicBezTo>
                <a:close/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6" name="Google Shape;1276;p169"/>
          <p:cNvSpPr txBox="1"/>
          <p:nvPr>
            <p:ph type="ctrTitle"/>
          </p:nvPr>
        </p:nvSpPr>
        <p:spPr>
          <a:xfrm>
            <a:off x="820938" y="412325"/>
            <a:ext cx="7502100" cy="152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/>
              <a:t>Étude des corrélations avec le paramètre de "Danceability" de spotify dans le genre Afrobeats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0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Google Shape;1281;p170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TABLE DES </a:t>
            </a:r>
            <a:r>
              <a:rPr lang="fr"/>
              <a:t>MATIÈRES</a:t>
            </a:r>
            <a:endParaRPr/>
          </a:p>
        </p:txBody>
      </p:sp>
      <p:sp>
        <p:nvSpPr>
          <p:cNvPr id="1282" name="Google Shape;1282;p170"/>
          <p:cNvSpPr txBox="1"/>
          <p:nvPr>
            <p:ph idx="2" type="title"/>
          </p:nvPr>
        </p:nvSpPr>
        <p:spPr>
          <a:xfrm>
            <a:off x="1002275" y="1384300"/>
            <a:ext cx="8439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01</a:t>
            </a:r>
            <a:endParaRPr/>
          </a:p>
        </p:txBody>
      </p:sp>
      <p:sp>
        <p:nvSpPr>
          <p:cNvPr id="1283" name="Google Shape;1283;p170"/>
          <p:cNvSpPr txBox="1"/>
          <p:nvPr>
            <p:ph idx="3" type="title"/>
          </p:nvPr>
        </p:nvSpPr>
        <p:spPr>
          <a:xfrm>
            <a:off x="1358675" y="2989338"/>
            <a:ext cx="8439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04</a:t>
            </a:r>
            <a:endParaRPr/>
          </a:p>
        </p:txBody>
      </p:sp>
      <p:sp>
        <p:nvSpPr>
          <p:cNvPr id="1284" name="Google Shape;1284;p170"/>
          <p:cNvSpPr txBox="1"/>
          <p:nvPr>
            <p:ph idx="4" type="title"/>
          </p:nvPr>
        </p:nvSpPr>
        <p:spPr>
          <a:xfrm>
            <a:off x="3544775" y="1384300"/>
            <a:ext cx="8439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02</a:t>
            </a:r>
            <a:endParaRPr/>
          </a:p>
        </p:txBody>
      </p:sp>
      <p:sp>
        <p:nvSpPr>
          <p:cNvPr id="1285" name="Google Shape;1285;p170"/>
          <p:cNvSpPr txBox="1"/>
          <p:nvPr>
            <p:ph idx="5" type="title"/>
          </p:nvPr>
        </p:nvSpPr>
        <p:spPr>
          <a:xfrm>
            <a:off x="3901175" y="2989339"/>
            <a:ext cx="8439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05</a:t>
            </a:r>
            <a:endParaRPr/>
          </a:p>
        </p:txBody>
      </p:sp>
      <p:sp>
        <p:nvSpPr>
          <p:cNvPr id="1286" name="Google Shape;1286;p170"/>
          <p:cNvSpPr txBox="1"/>
          <p:nvPr>
            <p:ph idx="6" type="title"/>
          </p:nvPr>
        </p:nvSpPr>
        <p:spPr>
          <a:xfrm>
            <a:off x="6087275" y="1384300"/>
            <a:ext cx="8457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03</a:t>
            </a:r>
            <a:endParaRPr/>
          </a:p>
        </p:txBody>
      </p:sp>
      <p:sp>
        <p:nvSpPr>
          <p:cNvPr id="1287" name="Google Shape;1287;p170"/>
          <p:cNvSpPr txBox="1"/>
          <p:nvPr>
            <p:ph idx="1" type="subTitle"/>
          </p:nvPr>
        </p:nvSpPr>
        <p:spPr>
          <a:xfrm>
            <a:off x="582550" y="1858475"/>
            <a:ext cx="2667900" cy="73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INTRODUCTION</a:t>
            </a:r>
            <a:endParaRPr/>
          </a:p>
        </p:txBody>
      </p:sp>
      <p:sp>
        <p:nvSpPr>
          <p:cNvPr id="1288" name="Google Shape;1288;p170"/>
          <p:cNvSpPr txBox="1"/>
          <p:nvPr>
            <p:ph idx="8" type="subTitle"/>
          </p:nvPr>
        </p:nvSpPr>
        <p:spPr>
          <a:xfrm>
            <a:off x="3544775" y="1831849"/>
            <a:ext cx="2054400" cy="73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MÉTHODE</a:t>
            </a:r>
            <a:endParaRPr/>
          </a:p>
        </p:txBody>
      </p:sp>
      <p:sp>
        <p:nvSpPr>
          <p:cNvPr id="1289" name="Google Shape;1289;p170"/>
          <p:cNvSpPr txBox="1"/>
          <p:nvPr>
            <p:ph idx="9" type="subTitle"/>
          </p:nvPr>
        </p:nvSpPr>
        <p:spPr>
          <a:xfrm>
            <a:off x="6087275" y="1831849"/>
            <a:ext cx="2054400" cy="73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CODE</a:t>
            </a:r>
            <a:endParaRPr/>
          </a:p>
        </p:txBody>
      </p:sp>
      <p:sp>
        <p:nvSpPr>
          <p:cNvPr id="1290" name="Google Shape;1290;p170"/>
          <p:cNvSpPr txBox="1"/>
          <p:nvPr>
            <p:ph idx="13" type="subTitle"/>
          </p:nvPr>
        </p:nvSpPr>
        <p:spPr>
          <a:xfrm>
            <a:off x="1358675" y="3436950"/>
            <a:ext cx="2223900" cy="73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NUAGES DE POINTS</a:t>
            </a:r>
            <a:endParaRPr/>
          </a:p>
        </p:txBody>
      </p:sp>
      <p:sp>
        <p:nvSpPr>
          <p:cNvPr id="1291" name="Google Shape;1291;p170"/>
          <p:cNvSpPr txBox="1"/>
          <p:nvPr>
            <p:ph idx="14" type="subTitle"/>
          </p:nvPr>
        </p:nvSpPr>
        <p:spPr>
          <a:xfrm>
            <a:off x="3901175" y="3436950"/>
            <a:ext cx="3031800" cy="73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INTERPRÉTATION ET CONCLUSION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5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" name="Google Shape;1296;p171"/>
          <p:cNvSpPr/>
          <p:nvPr/>
        </p:nvSpPr>
        <p:spPr>
          <a:xfrm rot="-5625860">
            <a:off x="-1198101" y="1884406"/>
            <a:ext cx="4638049" cy="3518198"/>
          </a:xfrm>
          <a:custGeom>
            <a:rect b="b" l="l" r="r" t="t"/>
            <a:pathLst>
              <a:path extrusionOk="0" h="70100" w="92413">
                <a:moveTo>
                  <a:pt x="64951" y="1"/>
                </a:moveTo>
                <a:cubicBezTo>
                  <a:pt x="62821" y="1"/>
                  <a:pt x="60692" y="356"/>
                  <a:pt x="58686" y="1088"/>
                </a:cubicBezTo>
                <a:cubicBezTo>
                  <a:pt x="48087" y="4951"/>
                  <a:pt x="43233" y="17227"/>
                  <a:pt x="34109" y="23860"/>
                </a:cubicBezTo>
                <a:cubicBezTo>
                  <a:pt x="26636" y="29325"/>
                  <a:pt x="16623" y="30748"/>
                  <a:pt x="9633" y="36797"/>
                </a:cubicBezTo>
                <a:cubicBezTo>
                  <a:pt x="2796" y="42693"/>
                  <a:pt x="1" y="53317"/>
                  <a:pt x="4245" y="61323"/>
                </a:cubicBezTo>
                <a:cubicBezTo>
                  <a:pt x="7105" y="66733"/>
                  <a:pt x="13294" y="70099"/>
                  <a:pt x="19296" y="70099"/>
                </a:cubicBezTo>
                <a:cubicBezTo>
                  <a:pt x="22148" y="70099"/>
                  <a:pt x="24958" y="69339"/>
                  <a:pt x="27348" y="67677"/>
                </a:cubicBezTo>
                <a:cubicBezTo>
                  <a:pt x="34134" y="62899"/>
                  <a:pt x="36015" y="53063"/>
                  <a:pt x="43030" y="48666"/>
                </a:cubicBezTo>
                <a:cubicBezTo>
                  <a:pt x="49384" y="44701"/>
                  <a:pt x="57618" y="46506"/>
                  <a:pt x="64989" y="45083"/>
                </a:cubicBezTo>
                <a:cubicBezTo>
                  <a:pt x="83542" y="41524"/>
                  <a:pt x="92413" y="15473"/>
                  <a:pt x="76019" y="3528"/>
                </a:cubicBezTo>
                <a:cubicBezTo>
                  <a:pt x="72835" y="1218"/>
                  <a:pt x="68891" y="1"/>
                  <a:pt x="6495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7" name="Google Shape;1297;p171"/>
          <p:cNvSpPr txBox="1"/>
          <p:nvPr>
            <p:ph type="title"/>
          </p:nvPr>
        </p:nvSpPr>
        <p:spPr>
          <a:xfrm>
            <a:off x="-483375" y="2748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INTRODUCTION</a:t>
            </a:r>
            <a:endParaRPr/>
          </a:p>
        </p:txBody>
      </p:sp>
      <p:sp>
        <p:nvSpPr>
          <p:cNvPr id="1298" name="Google Shape;1298;p171"/>
          <p:cNvSpPr txBox="1"/>
          <p:nvPr>
            <p:ph idx="1" type="subTitle"/>
          </p:nvPr>
        </p:nvSpPr>
        <p:spPr>
          <a:xfrm>
            <a:off x="3300525" y="891150"/>
            <a:ext cx="49884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Pourquoi l’ Afrobeats ?</a:t>
            </a:r>
            <a:endParaRPr/>
          </a:p>
        </p:txBody>
      </p:sp>
      <p:sp>
        <p:nvSpPr>
          <p:cNvPr id="1299" name="Google Shape;1299;p171"/>
          <p:cNvSpPr txBox="1"/>
          <p:nvPr>
            <p:ph idx="2" type="subTitle"/>
          </p:nvPr>
        </p:nvSpPr>
        <p:spPr>
          <a:xfrm>
            <a:off x="2601250" y="1260600"/>
            <a:ext cx="5687700" cy="102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fr"/>
              <a:t>Genre de musique ayant popularité internationale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fr"/>
              <a:t>Nombreux morceaux avec un coefficient élevé de “Danceability”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fr"/>
              <a:t>Diversité des scores de popularité des artistes, des morceaux et de la “Valence” des morceaux</a:t>
            </a:r>
            <a:endParaRPr/>
          </a:p>
        </p:txBody>
      </p:sp>
      <p:sp>
        <p:nvSpPr>
          <p:cNvPr id="1300" name="Google Shape;1300;p171"/>
          <p:cNvSpPr txBox="1"/>
          <p:nvPr>
            <p:ph idx="3" type="subTitle"/>
          </p:nvPr>
        </p:nvSpPr>
        <p:spPr>
          <a:xfrm>
            <a:off x="3300525" y="2190248"/>
            <a:ext cx="49884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“Danceability” vs “Valence”</a:t>
            </a:r>
            <a:endParaRPr/>
          </a:p>
        </p:txBody>
      </p:sp>
      <p:sp>
        <p:nvSpPr>
          <p:cNvPr id="1301" name="Google Shape;1301;p171"/>
          <p:cNvSpPr txBox="1"/>
          <p:nvPr>
            <p:ph idx="4" type="subTitle"/>
          </p:nvPr>
        </p:nvSpPr>
        <p:spPr>
          <a:xfrm>
            <a:off x="3300525" y="2581512"/>
            <a:ext cx="4988400" cy="102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fr"/>
              <a:t>Méthode de calcul : propriétés intellectuelles de Spotify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fr"/>
              <a:t>Valeur variant entre 0 et 1 (correspondant à un pourcentage)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fr"/>
              <a:t>Des calculs qui déterminent la dançabilité et l’énergie véhiculé</a:t>
            </a:r>
            <a:endParaRPr/>
          </a:p>
        </p:txBody>
      </p:sp>
      <p:sp>
        <p:nvSpPr>
          <p:cNvPr id="1302" name="Google Shape;1302;p171"/>
          <p:cNvSpPr/>
          <p:nvPr/>
        </p:nvSpPr>
        <p:spPr>
          <a:xfrm flipH="1">
            <a:off x="345100" y="622500"/>
            <a:ext cx="2397992" cy="4552156"/>
          </a:xfrm>
          <a:custGeom>
            <a:rect b="b" l="l" r="r" t="t"/>
            <a:pathLst>
              <a:path extrusionOk="0" h="77609" w="40883">
                <a:moveTo>
                  <a:pt x="12219" y="1"/>
                </a:moveTo>
                <a:cubicBezTo>
                  <a:pt x="12188" y="1"/>
                  <a:pt x="12158" y="1"/>
                  <a:pt x="12128" y="3"/>
                </a:cubicBezTo>
                <a:cubicBezTo>
                  <a:pt x="11763" y="33"/>
                  <a:pt x="11429" y="33"/>
                  <a:pt x="11095" y="94"/>
                </a:cubicBezTo>
                <a:cubicBezTo>
                  <a:pt x="11034" y="94"/>
                  <a:pt x="10973" y="94"/>
                  <a:pt x="10973" y="124"/>
                </a:cubicBezTo>
                <a:cubicBezTo>
                  <a:pt x="10943" y="155"/>
                  <a:pt x="10973" y="185"/>
                  <a:pt x="11004" y="246"/>
                </a:cubicBezTo>
                <a:cubicBezTo>
                  <a:pt x="11277" y="580"/>
                  <a:pt x="11885" y="489"/>
                  <a:pt x="12128" y="854"/>
                </a:cubicBezTo>
                <a:cubicBezTo>
                  <a:pt x="11976" y="854"/>
                  <a:pt x="11855" y="915"/>
                  <a:pt x="11763" y="1067"/>
                </a:cubicBezTo>
                <a:cubicBezTo>
                  <a:pt x="11703" y="1219"/>
                  <a:pt x="11855" y="1371"/>
                  <a:pt x="11763" y="1523"/>
                </a:cubicBezTo>
                <a:cubicBezTo>
                  <a:pt x="11703" y="1644"/>
                  <a:pt x="11429" y="1674"/>
                  <a:pt x="11308" y="1796"/>
                </a:cubicBezTo>
                <a:cubicBezTo>
                  <a:pt x="11216" y="1948"/>
                  <a:pt x="11125" y="2161"/>
                  <a:pt x="11247" y="2374"/>
                </a:cubicBezTo>
                <a:cubicBezTo>
                  <a:pt x="11368" y="2556"/>
                  <a:pt x="12037" y="2708"/>
                  <a:pt x="11976" y="3012"/>
                </a:cubicBezTo>
                <a:cubicBezTo>
                  <a:pt x="11942" y="3139"/>
                  <a:pt x="11789" y="3178"/>
                  <a:pt x="11603" y="3178"/>
                </a:cubicBezTo>
                <a:cubicBezTo>
                  <a:pt x="11298" y="3178"/>
                  <a:pt x="10904" y="3073"/>
                  <a:pt x="10791" y="3073"/>
                </a:cubicBezTo>
                <a:cubicBezTo>
                  <a:pt x="10730" y="3073"/>
                  <a:pt x="10669" y="3059"/>
                  <a:pt x="10608" y="3059"/>
                </a:cubicBezTo>
                <a:cubicBezTo>
                  <a:pt x="10578" y="3059"/>
                  <a:pt x="10548" y="3063"/>
                  <a:pt x="10517" y="3073"/>
                </a:cubicBezTo>
                <a:cubicBezTo>
                  <a:pt x="10456" y="3133"/>
                  <a:pt x="10365" y="3194"/>
                  <a:pt x="10396" y="3285"/>
                </a:cubicBezTo>
                <a:cubicBezTo>
                  <a:pt x="10396" y="3316"/>
                  <a:pt x="10456" y="3346"/>
                  <a:pt x="10456" y="3377"/>
                </a:cubicBezTo>
                <a:cubicBezTo>
                  <a:pt x="11156" y="4349"/>
                  <a:pt x="12615" y="4349"/>
                  <a:pt x="13678" y="4440"/>
                </a:cubicBezTo>
                <a:cubicBezTo>
                  <a:pt x="13786" y="4461"/>
                  <a:pt x="13899" y="4467"/>
                  <a:pt x="14016" y="4467"/>
                </a:cubicBezTo>
                <a:cubicBezTo>
                  <a:pt x="14257" y="4467"/>
                  <a:pt x="14511" y="4438"/>
                  <a:pt x="14752" y="4438"/>
                </a:cubicBezTo>
                <a:cubicBezTo>
                  <a:pt x="14920" y="4438"/>
                  <a:pt x="15082" y="4453"/>
                  <a:pt x="15229" y="4501"/>
                </a:cubicBezTo>
                <a:cubicBezTo>
                  <a:pt x="15685" y="4592"/>
                  <a:pt x="15958" y="5018"/>
                  <a:pt x="16171" y="5444"/>
                </a:cubicBezTo>
                <a:cubicBezTo>
                  <a:pt x="17174" y="7115"/>
                  <a:pt x="18116" y="8787"/>
                  <a:pt x="18967" y="10520"/>
                </a:cubicBezTo>
                <a:cubicBezTo>
                  <a:pt x="19028" y="10672"/>
                  <a:pt x="19089" y="10824"/>
                  <a:pt x="19089" y="10976"/>
                </a:cubicBezTo>
                <a:cubicBezTo>
                  <a:pt x="19150" y="11188"/>
                  <a:pt x="19058" y="11371"/>
                  <a:pt x="19028" y="11553"/>
                </a:cubicBezTo>
                <a:cubicBezTo>
                  <a:pt x="18846" y="12252"/>
                  <a:pt x="18694" y="12921"/>
                  <a:pt x="18572" y="13650"/>
                </a:cubicBezTo>
                <a:cubicBezTo>
                  <a:pt x="18420" y="14593"/>
                  <a:pt x="18420" y="15504"/>
                  <a:pt x="18329" y="16447"/>
                </a:cubicBezTo>
                <a:cubicBezTo>
                  <a:pt x="18329" y="16811"/>
                  <a:pt x="18299" y="17146"/>
                  <a:pt x="18238" y="17511"/>
                </a:cubicBezTo>
                <a:cubicBezTo>
                  <a:pt x="17964" y="17328"/>
                  <a:pt x="17660" y="17207"/>
                  <a:pt x="17326" y="17207"/>
                </a:cubicBezTo>
                <a:cubicBezTo>
                  <a:pt x="17083" y="17267"/>
                  <a:pt x="16900" y="17298"/>
                  <a:pt x="16688" y="17298"/>
                </a:cubicBezTo>
                <a:cubicBezTo>
                  <a:pt x="16140" y="17298"/>
                  <a:pt x="16140" y="16690"/>
                  <a:pt x="15837" y="16356"/>
                </a:cubicBezTo>
                <a:cubicBezTo>
                  <a:pt x="15563" y="15991"/>
                  <a:pt x="15198" y="15748"/>
                  <a:pt x="14773" y="15626"/>
                </a:cubicBezTo>
                <a:cubicBezTo>
                  <a:pt x="14693" y="15586"/>
                  <a:pt x="14602" y="15564"/>
                  <a:pt x="14517" y="15564"/>
                </a:cubicBezTo>
                <a:cubicBezTo>
                  <a:pt x="14407" y="15564"/>
                  <a:pt x="14307" y="15601"/>
                  <a:pt x="14256" y="15687"/>
                </a:cubicBezTo>
                <a:lnTo>
                  <a:pt x="14256" y="15383"/>
                </a:lnTo>
                <a:cubicBezTo>
                  <a:pt x="14146" y="15317"/>
                  <a:pt x="14024" y="15295"/>
                  <a:pt x="13897" y="15295"/>
                </a:cubicBezTo>
                <a:cubicBezTo>
                  <a:pt x="13674" y="15295"/>
                  <a:pt x="13436" y="15364"/>
                  <a:pt x="13222" y="15383"/>
                </a:cubicBezTo>
                <a:cubicBezTo>
                  <a:pt x="13139" y="15398"/>
                  <a:pt x="13053" y="15404"/>
                  <a:pt x="12967" y="15404"/>
                </a:cubicBezTo>
                <a:cubicBezTo>
                  <a:pt x="12708" y="15404"/>
                  <a:pt x="12440" y="15353"/>
                  <a:pt x="12189" y="15353"/>
                </a:cubicBezTo>
                <a:cubicBezTo>
                  <a:pt x="11551" y="15383"/>
                  <a:pt x="10973" y="15656"/>
                  <a:pt x="10487" y="16052"/>
                </a:cubicBezTo>
                <a:cubicBezTo>
                  <a:pt x="10153" y="16264"/>
                  <a:pt x="9788" y="16447"/>
                  <a:pt x="9484" y="16720"/>
                </a:cubicBezTo>
                <a:cubicBezTo>
                  <a:pt x="9332" y="16872"/>
                  <a:pt x="9241" y="17055"/>
                  <a:pt x="9119" y="17267"/>
                </a:cubicBezTo>
                <a:cubicBezTo>
                  <a:pt x="9028" y="17359"/>
                  <a:pt x="8997" y="17480"/>
                  <a:pt x="8937" y="17602"/>
                </a:cubicBezTo>
                <a:cubicBezTo>
                  <a:pt x="8845" y="17723"/>
                  <a:pt x="8724" y="17784"/>
                  <a:pt x="8663" y="17875"/>
                </a:cubicBezTo>
                <a:cubicBezTo>
                  <a:pt x="8572" y="17936"/>
                  <a:pt x="8481" y="18058"/>
                  <a:pt x="8481" y="18179"/>
                </a:cubicBezTo>
                <a:cubicBezTo>
                  <a:pt x="8481" y="18270"/>
                  <a:pt x="8511" y="18392"/>
                  <a:pt x="8542" y="18514"/>
                </a:cubicBezTo>
                <a:cubicBezTo>
                  <a:pt x="8572" y="18726"/>
                  <a:pt x="8542" y="18878"/>
                  <a:pt x="8481" y="19091"/>
                </a:cubicBezTo>
                <a:cubicBezTo>
                  <a:pt x="8420" y="19182"/>
                  <a:pt x="8420" y="19304"/>
                  <a:pt x="8481" y="19395"/>
                </a:cubicBezTo>
                <a:cubicBezTo>
                  <a:pt x="8542" y="19456"/>
                  <a:pt x="8663" y="19486"/>
                  <a:pt x="8785" y="19547"/>
                </a:cubicBezTo>
                <a:cubicBezTo>
                  <a:pt x="8997" y="19638"/>
                  <a:pt x="9028" y="19881"/>
                  <a:pt x="9028" y="20094"/>
                </a:cubicBezTo>
                <a:cubicBezTo>
                  <a:pt x="9089" y="20398"/>
                  <a:pt x="9149" y="20672"/>
                  <a:pt x="9241" y="20976"/>
                </a:cubicBezTo>
                <a:cubicBezTo>
                  <a:pt x="9271" y="21067"/>
                  <a:pt x="9271" y="21128"/>
                  <a:pt x="9301" y="21158"/>
                </a:cubicBezTo>
                <a:cubicBezTo>
                  <a:pt x="9332" y="21219"/>
                  <a:pt x="9393" y="21249"/>
                  <a:pt x="9423" y="21310"/>
                </a:cubicBezTo>
                <a:cubicBezTo>
                  <a:pt x="9453" y="21371"/>
                  <a:pt x="9453" y="21432"/>
                  <a:pt x="9453" y="21492"/>
                </a:cubicBezTo>
                <a:cubicBezTo>
                  <a:pt x="9453" y="21736"/>
                  <a:pt x="9453" y="22040"/>
                  <a:pt x="9393" y="22313"/>
                </a:cubicBezTo>
                <a:cubicBezTo>
                  <a:pt x="9332" y="22495"/>
                  <a:pt x="9271" y="22739"/>
                  <a:pt x="9241" y="22921"/>
                </a:cubicBezTo>
                <a:cubicBezTo>
                  <a:pt x="9241" y="22951"/>
                  <a:pt x="9241" y="23043"/>
                  <a:pt x="9271" y="23103"/>
                </a:cubicBezTo>
                <a:cubicBezTo>
                  <a:pt x="9301" y="23134"/>
                  <a:pt x="9393" y="23225"/>
                  <a:pt x="9453" y="23225"/>
                </a:cubicBezTo>
                <a:lnTo>
                  <a:pt x="9697" y="23225"/>
                </a:lnTo>
                <a:cubicBezTo>
                  <a:pt x="9849" y="23225"/>
                  <a:pt x="10061" y="23316"/>
                  <a:pt x="10061" y="23499"/>
                </a:cubicBezTo>
                <a:cubicBezTo>
                  <a:pt x="10061" y="23559"/>
                  <a:pt x="10031" y="23590"/>
                  <a:pt x="10031" y="23681"/>
                </a:cubicBezTo>
                <a:cubicBezTo>
                  <a:pt x="10031" y="23802"/>
                  <a:pt x="10061" y="23863"/>
                  <a:pt x="10153" y="23954"/>
                </a:cubicBezTo>
                <a:cubicBezTo>
                  <a:pt x="10195" y="23997"/>
                  <a:pt x="10269" y="24040"/>
                  <a:pt x="10330" y="24040"/>
                </a:cubicBezTo>
                <a:cubicBezTo>
                  <a:pt x="10355" y="24040"/>
                  <a:pt x="10378" y="24033"/>
                  <a:pt x="10396" y="24015"/>
                </a:cubicBezTo>
                <a:cubicBezTo>
                  <a:pt x="10456" y="24228"/>
                  <a:pt x="10517" y="24410"/>
                  <a:pt x="10639" y="24532"/>
                </a:cubicBezTo>
                <a:cubicBezTo>
                  <a:pt x="10659" y="24542"/>
                  <a:pt x="10696" y="24545"/>
                  <a:pt x="10739" y="24545"/>
                </a:cubicBezTo>
                <a:cubicBezTo>
                  <a:pt x="10825" y="24545"/>
                  <a:pt x="10933" y="24532"/>
                  <a:pt x="10973" y="24532"/>
                </a:cubicBezTo>
                <a:lnTo>
                  <a:pt x="11095" y="24532"/>
                </a:lnTo>
                <a:cubicBezTo>
                  <a:pt x="11156" y="24532"/>
                  <a:pt x="11216" y="24623"/>
                  <a:pt x="11247" y="24714"/>
                </a:cubicBezTo>
                <a:cubicBezTo>
                  <a:pt x="11308" y="24927"/>
                  <a:pt x="11429" y="25109"/>
                  <a:pt x="11581" y="25292"/>
                </a:cubicBezTo>
                <a:cubicBezTo>
                  <a:pt x="11581" y="25322"/>
                  <a:pt x="11611" y="25353"/>
                  <a:pt x="11672" y="25353"/>
                </a:cubicBezTo>
                <a:cubicBezTo>
                  <a:pt x="11733" y="25353"/>
                  <a:pt x="11794" y="25383"/>
                  <a:pt x="11885" y="25383"/>
                </a:cubicBezTo>
                <a:cubicBezTo>
                  <a:pt x="12189" y="25383"/>
                  <a:pt x="12523" y="25109"/>
                  <a:pt x="12736" y="24897"/>
                </a:cubicBezTo>
                <a:cubicBezTo>
                  <a:pt x="12759" y="24874"/>
                  <a:pt x="12800" y="24815"/>
                  <a:pt x="12858" y="24815"/>
                </a:cubicBezTo>
                <a:cubicBezTo>
                  <a:pt x="12876" y="24815"/>
                  <a:pt x="12897" y="24821"/>
                  <a:pt x="12919" y="24836"/>
                </a:cubicBezTo>
                <a:lnTo>
                  <a:pt x="12949" y="24866"/>
                </a:lnTo>
                <a:cubicBezTo>
                  <a:pt x="13131" y="25049"/>
                  <a:pt x="13374" y="25231"/>
                  <a:pt x="13405" y="25505"/>
                </a:cubicBezTo>
                <a:cubicBezTo>
                  <a:pt x="13040" y="25839"/>
                  <a:pt x="12736" y="26265"/>
                  <a:pt x="12432" y="26690"/>
                </a:cubicBezTo>
                <a:cubicBezTo>
                  <a:pt x="11703" y="27541"/>
                  <a:pt x="11034" y="28575"/>
                  <a:pt x="10365" y="29608"/>
                </a:cubicBezTo>
                <a:cubicBezTo>
                  <a:pt x="10183" y="29912"/>
                  <a:pt x="10001" y="30186"/>
                  <a:pt x="9849" y="30490"/>
                </a:cubicBezTo>
                <a:cubicBezTo>
                  <a:pt x="9636" y="30793"/>
                  <a:pt x="9423" y="31128"/>
                  <a:pt x="9332" y="31493"/>
                </a:cubicBezTo>
                <a:cubicBezTo>
                  <a:pt x="9028" y="32830"/>
                  <a:pt x="10274" y="33894"/>
                  <a:pt x="10456" y="35140"/>
                </a:cubicBezTo>
                <a:cubicBezTo>
                  <a:pt x="10608" y="36356"/>
                  <a:pt x="9362" y="38119"/>
                  <a:pt x="8694" y="39031"/>
                </a:cubicBezTo>
                <a:cubicBezTo>
                  <a:pt x="8359" y="39487"/>
                  <a:pt x="7934" y="39943"/>
                  <a:pt x="7660" y="40459"/>
                </a:cubicBezTo>
                <a:cubicBezTo>
                  <a:pt x="7265" y="41280"/>
                  <a:pt x="7113" y="42131"/>
                  <a:pt x="6687" y="42952"/>
                </a:cubicBezTo>
                <a:cubicBezTo>
                  <a:pt x="6353" y="43590"/>
                  <a:pt x="5806" y="44076"/>
                  <a:pt x="5441" y="44684"/>
                </a:cubicBezTo>
                <a:cubicBezTo>
                  <a:pt x="5046" y="45292"/>
                  <a:pt x="4772" y="46052"/>
                  <a:pt x="5076" y="46751"/>
                </a:cubicBezTo>
                <a:cubicBezTo>
                  <a:pt x="4408" y="47450"/>
                  <a:pt x="3952" y="48423"/>
                  <a:pt x="3557" y="49335"/>
                </a:cubicBezTo>
                <a:cubicBezTo>
                  <a:pt x="2675" y="51371"/>
                  <a:pt x="1854" y="53469"/>
                  <a:pt x="1125" y="55596"/>
                </a:cubicBezTo>
                <a:cubicBezTo>
                  <a:pt x="578" y="57238"/>
                  <a:pt x="0" y="59274"/>
                  <a:pt x="882" y="60915"/>
                </a:cubicBezTo>
                <a:cubicBezTo>
                  <a:pt x="1064" y="61280"/>
                  <a:pt x="1338" y="61645"/>
                  <a:pt x="1551" y="61979"/>
                </a:cubicBezTo>
                <a:cubicBezTo>
                  <a:pt x="1794" y="62374"/>
                  <a:pt x="2006" y="62770"/>
                  <a:pt x="2189" y="63195"/>
                </a:cubicBezTo>
                <a:cubicBezTo>
                  <a:pt x="3800" y="66235"/>
                  <a:pt x="6201" y="68849"/>
                  <a:pt x="8481" y="71372"/>
                </a:cubicBezTo>
                <a:cubicBezTo>
                  <a:pt x="8268" y="72435"/>
                  <a:pt x="7782" y="73438"/>
                  <a:pt x="7022" y="74198"/>
                </a:cubicBezTo>
                <a:cubicBezTo>
                  <a:pt x="6748" y="74533"/>
                  <a:pt x="6414" y="74776"/>
                  <a:pt x="6231" y="75141"/>
                </a:cubicBezTo>
                <a:cubicBezTo>
                  <a:pt x="6049" y="75475"/>
                  <a:pt x="5958" y="75931"/>
                  <a:pt x="6201" y="76265"/>
                </a:cubicBezTo>
                <a:cubicBezTo>
                  <a:pt x="6444" y="76691"/>
                  <a:pt x="7022" y="76721"/>
                  <a:pt x="7508" y="76721"/>
                </a:cubicBezTo>
                <a:cubicBezTo>
                  <a:pt x="8025" y="76721"/>
                  <a:pt x="8481" y="76721"/>
                  <a:pt x="8967" y="76752"/>
                </a:cubicBezTo>
                <a:cubicBezTo>
                  <a:pt x="9301" y="76752"/>
                  <a:pt x="9636" y="76752"/>
                  <a:pt x="9909" y="76600"/>
                </a:cubicBezTo>
                <a:cubicBezTo>
                  <a:pt x="10183" y="76448"/>
                  <a:pt x="10335" y="76235"/>
                  <a:pt x="10548" y="76022"/>
                </a:cubicBezTo>
                <a:cubicBezTo>
                  <a:pt x="11156" y="75475"/>
                  <a:pt x="12037" y="75262"/>
                  <a:pt x="12767" y="74928"/>
                </a:cubicBezTo>
                <a:cubicBezTo>
                  <a:pt x="12919" y="74867"/>
                  <a:pt x="13101" y="74745"/>
                  <a:pt x="13192" y="74593"/>
                </a:cubicBezTo>
                <a:cubicBezTo>
                  <a:pt x="13253" y="74442"/>
                  <a:pt x="13222" y="74259"/>
                  <a:pt x="13192" y="74107"/>
                </a:cubicBezTo>
                <a:cubicBezTo>
                  <a:pt x="12949" y="73134"/>
                  <a:pt x="12645" y="72192"/>
                  <a:pt x="12311" y="71250"/>
                </a:cubicBezTo>
                <a:cubicBezTo>
                  <a:pt x="12219" y="71068"/>
                  <a:pt x="12159" y="70824"/>
                  <a:pt x="12007" y="70672"/>
                </a:cubicBezTo>
                <a:cubicBezTo>
                  <a:pt x="11923" y="70589"/>
                  <a:pt x="11803" y="70542"/>
                  <a:pt x="11681" y="70542"/>
                </a:cubicBezTo>
                <a:cubicBezTo>
                  <a:pt x="11582" y="70542"/>
                  <a:pt x="11481" y="70574"/>
                  <a:pt x="11399" y="70642"/>
                </a:cubicBezTo>
                <a:cubicBezTo>
                  <a:pt x="10852" y="69761"/>
                  <a:pt x="10517" y="68727"/>
                  <a:pt x="10456" y="67663"/>
                </a:cubicBezTo>
                <a:cubicBezTo>
                  <a:pt x="10365" y="66356"/>
                  <a:pt x="9879" y="65201"/>
                  <a:pt x="8967" y="64229"/>
                </a:cubicBezTo>
                <a:cubicBezTo>
                  <a:pt x="8815" y="64016"/>
                  <a:pt x="8633" y="63864"/>
                  <a:pt x="8511" y="63651"/>
                </a:cubicBezTo>
                <a:cubicBezTo>
                  <a:pt x="8420" y="63499"/>
                  <a:pt x="8390" y="63317"/>
                  <a:pt x="8359" y="63104"/>
                </a:cubicBezTo>
                <a:cubicBezTo>
                  <a:pt x="8238" y="62739"/>
                  <a:pt x="8025" y="62405"/>
                  <a:pt x="7660" y="62162"/>
                </a:cubicBezTo>
                <a:cubicBezTo>
                  <a:pt x="7599" y="62101"/>
                  <a:pt x="7478" y="62010"/>
                  <a:pt x="7447" y="61888"/>
                </a:cubicBezTo>
                <a:cubicBezTo>
                  <a:pt x="7417" y="61797"/>
                  <a:pt x="7478" y="61675"/>
                  <a:pt x="7508" y="61554"/>
                </a:cubicBezTo>
                <a:cubicBezTo>
                  <a:pt x="7660" y="61067"/>
                  <a:pt x="7356" y="60490"/>
                  <a:pt x="6900" y="60338"/>
                </a:cubicBezTo>
                <a:cubicBezTo>
                  <a:pt x="7052" y="59578"/>
                  <a:pt x="7417" y="59061"/>
                  <a:pt x="7751" y="58362"/>
                </a:cubicBezTo>
                <a:cubicBezTo>
                  <a:pt x="8572" y="56721"/>
                  <a:pt x="9697" y="55140"/>
                  <a:pt x="10821" y="53651"/>
                </a:cubicBezTo>
                <a:cubicBezTo>
                  <a:pt x="11095" y="53317"/>
                  <a:pt x="11399" y="52921"/>
                  <a:pt x="11824" y="52709"/>
                </a:cubicBezTo>
                <a:cubicBezTo>
                  <a:pt x="12311" y="52435"/>
                  <a:pt x="12919" y="52405"/>
                  <a:pt x="13435" y="52131"/>
                </a:cubicBezTo>
                <a:cubicBezTo>
                  <a:pt x="16171" y="53621"/>
                  <a:pt x="17934" y="56052"/>
                  <a:pt x="19575" y="58666"/>
                </a:cubicBezTo>
                <a:cubicBezTo>
                  <a:pt x="19818" y="59122"/>
                  <a:pt x="20092" y="59548"/>
                  <a:pt x="20426" y="60004"/>
                </a:cubicBezTo>
                <a:cubicBezTo>
                  <a:pt x="23010" y="63560"/>
                  <a:pt x="27417" y="65353"/>
                  <a:pt x="30457" y="68575"/>
                </a:cubicBezTo>
                <a:cubicBezTo>
                  <a:pt x="30839" y="68958"/>
                  <a:pt x="31250" y="69397"/>
                  <a:pt x="31745" y="69397"/>
                </a:cubicBezTo>
                <a:cubicBezTo>
                  <a:pt x="31761" y="69397"/>
                  <a:pt x="31778" y="69397"/>
                  <a:pt x="31794" y="69396"/>
                </a:cubicBezTo>
                <a:cubicBezTo>
                  <a:pt x="31956" y="69396"/>
                  <a:pt x="32166" y="69300"/>
                  <a:pt x="32339" y="69300"/>
                </a:cubicBezTo>
                <a:cubicBezTo>
                  <a:pt x="32361" y="69300"/>
                  <a:pt x="32382" y="69301"/>
                  <a:pt x="32402" y="69305"/>
                </a:cubicBezTo>
                <a:cubicBezTo>
                  <a:pt x="32706" y="69305"/>
                  <a:pt x="32949" y="69548"/>
                  <a:pt x="33162" y="69730"/>
                </a:cubicBezTo>
                <a:cubicBezTo>
                  <a:pt x="33648" y="70156"/>
                  <a:pt x="34104" y="70551"/>
                  <a:pt x="34621" y="70976"/>
                </a:cubicBezTo>
                <a:cubicBezTo>
                  <a:pt x="35259" y="71524"/>
                  <a:pt x="35107" y="72375"/>
                  <a:pt x="35442" y="73134"/>
                </a:cubicBezTo>
                <a:cubicBezTo>
                  <a:pt x="35624" y="73560"/>
                  <a:pt x="35837" y="74016"/>
                  <a:pt x="35898" y="74472"/>
                </a:cubicBezTo>
                <a:cubicBezTo>
                  <a:pt x="36019" y="75110"/>
                  <a:pt x="35867" y="75809"/>
                  <a:pt x="36080" y="76417"/>
                </a:cubicBezTo>
                <a:cubicBezTo>
                  <a:pt x="36354" y="77056"/>
                  <a:pt x="36992" y="77451"/>
                  <a:pt x="37691" y="77542"/>
                </a:cubicBezTo>
                <a:cubicBezTo>
                  <a:pt x="37946" y="77588"/>
                  <a:pt x="38206" y="77608"/>
                  <a:pt x="38466" y="77608"/>
                </a:cubicBezTo>
                <a:cubicBezTo>
                  <a:pt x="38885" y="77608"/>
                  <a:pt x="39303" y="77556"/>
                  <a:pt x="39697" y="77481"/>
                </a:cubicBezTo>
                <a:cubicBezTo>
                  <a:pt x="39849" y="77451"/>
                  <a:pt x="40001" y="77451"/>
                  <a:pt x="40123" y="77329"/>
                </a:cubicBezTo>
                <a:cubicBezTo>
                  <a:pt x="40244" y="77208"/>
                  <a:pt x="40275" y="77086"/>
                  <a:pt x="40305" y="76934"/>
                </a:cubicBezTo>
                <a:cubicBezTo>
                  <a:pt x="40579" y="76113"/>
                  <a:pt x="40883" y="75171"/>
                  <a:pt x="40548" y="74320"/>
                </a:cubicBezTo>
                <a:cubicBezTo>
                  <a:pt x="40335" y="73803"/>
                  <a:pt x="39940" y="73378"/>
                  <a:pt x="39636" y="72891"/>
                </a:cubicBezTo>
                <a:cubicBezTo>
                  <a:pt x="39241" y="72253"/>
                  <a:pt x="39120" y="71524"/>
                  <a:pt x="38907" y="70794"/>
                </a:cubicBezTo>
                <a:cubicBezTo>
                  <a:pt x="38664" y="70065"/>
                  <a:pt x="38329" y="69335"/>
                  <a:pt x="37721" y="68970"/>
                </a:cubicBezTo>
                <a:cubicBezTo>
                  <a:pt x="37417" y="68788"/>
                  <a:pt x="37053" y="68666"/>
                  <a:pt x="36688" y="68545"/>
                </a:cubicBezTo>
                <a:cubicBezTo>
                  <a:pt x="36202" y="68362"/>
                  <a:pt x="35138" y="67967"/>
                  <a:pt x="34864" y="67481"/>
                </a:cubicBezTo>
                <a:cubicBezTo>
                  <a:pt x="34621" y="67025"/>
                  <a:pt x="35138" y="66539"/>
                  <a:pt x="34682" y="65961"/>
                </a:cubicBezTo>
                <a:cubicBezTo>
                  <a:pt x="34408" y="65627"/>
                  <a:pt x="34044" y="65384"/>
                  <a:pt x="33740" y="65080"/>
                </a:cubicBezTo>
                <a:cubicBezTo>
                  <a:pt x="33344" y="64685"/>
                  <a:pt x="33132" y="64107"/>
                  <a:pt x="32585" y="63925"/>
                </a:cubicBezTo>
                <a:cubicBezTo>
                  <a:pt x="32402" y="63833"/>
                  <a:pt x="32220" y="63803"/>
                  <a:pt x="32037" y="63681"/>
                </a:cubicBezTo>
                <a:cubicBezTo>
                  <a:pt x="31733" y="63529"/>
                  <a:pt x="31581" y="63195"/>
                  <a:pt x="31369" y="62922"/>
                </a:cubicBezTo>
                <a:cubicBezTo>
                  <a:pt x="30305" y="61128"/>
                  <a:pt x="28633" y="59730"/>
                  <a:pt x="26657" y="59061"/>
                </a:cubicBezTo>
                <a:cubicBezTo>
                  <a:pt x="26749" y="58757"/>
                  <a:pt x="26445" y="58453"/>
                  <a:pt x="26171" y="58332"/>
                </a:cubicBezTo>
                <a:cubicBezTo>
                  <a:pt x="25897" y="58180"/>
                  <a:pt x="25563" y="58058"/>
                  <a:pt x="25381" y="57785"/>
                </a:cubicBezTo>
                <a:cubicBezTo>
                  <a:pt x="25138" y="57420"/>
                  <a:pt x="25259" y="56842"/>
                  <a:pt x="24894" y="56569"/>
                </a:cubicBezTo>
                <a:cubicBezTo>
                  <a:pt x="24773" y="56508"/>
                  <a:pt x="24651" y="56508"/>
                  <a:pt x="24530" y="56387"/>
                </a:cubicBezTo>
                <a:cubicBezTo>
                  <a:pt x="24469" y="56326"/>
                  <a:pt x="24438" y="56204"/>
                  <a:pt x="24378" y="56083"/>
                </a:cubicBezTo>
                <a:cubicBezTo>
                  <a:pt x="23983" y="54988"/>
                  <a:pt x="23618" y="53894"/>
                  <a:pt x="23375" y="52739"/>
                </a:cubicBezTo>
                <a:cubicBezTo>
                  <a:pt x="23162" y="51918"/>
                  <a:pt x="23010" y="51037"/>
                  <a:pt x="22797" y="50186"/>
                </a:cubicBezTo>
                <a:cubicBezTo>
                  <a:pt x="22615" y="49517"/>
                  <a:pt x="22220" y="48757"/>
                  <a:pt x="22341" y="48058"/>
                </a:cubicBezTo>
                <a:cubicBezTo>
                  <a:pt x="22372" y="47845"/>
                  <a:pt x="22463" y="47602"/>
                  <a:pt x="22402" y="47389"/>
                </a:cubicBezTo>
                <a:cubicBezTo>
                  <a:pt x="22372" y="47207"/>
                  <a:pt x="22220" y="46994"/>
                  <a:pt x="22159" y="46842"/>
                </a:cubicBezTo>
                <a:cubicBezTo>
                  <a:pt x="21885" y="46386"/>
                  <a:pt x="21946" y="45627"/>
                  <a:pt x="21855" y="45110"/>
                </a:cubicBezTo>
                <a:cubicBezTo>
                  <a:pt x="21703" y="44471"/>
                  <a:pt x="21490" y="43803"/>
                  <a:pt x="21247" y="43164"/>
                </a:cubicBezTo>
                <a:cubicBezTo>
                  <a:pt x="20882" y="42374"/>
                  <a:pt x="20426" y="41614"/>
                  <a:pt x="20335" y="40763"/>
                </a:cubicBezTo>
                <a:cubicBezTo>
                  <a:pt x="20213" y="39851"/>
                  <a:pt x="20092" y="39031"/>
                  <a:pt x="20244" y="38149"/>
                </a:cubicBezTo>
                <a:cubicBezTo>
                  <a:pt x="20487" y="37116"/>
                  <a:pt x="20669" y="36113"/>
                  <a:pt x="20882" y="35079"/>
                </a:cubicBezTo>
                <a:cubicBezTo>
                  <a:pt x="21095" y="34076"/>
                  <a:pt x="21308" y="33104"/>
                  <a:pt x="21460" y="32070"/>
                </a:cubicBezTo>
                <a:cubicBezTo>
                  <a:pt x="21916" y="29031"/>
                  <a:pt x="21916" y="25930"/>
                  <a:pt x="22098" y="22830"/>
                </a:cubicBezTo>
                <a:cubicBezTo>
                  <a:pt x="22341" y="19638"/>
                  <a:pt x="22554" y="16416"/>
                  <a:pt x="22797" y="13225"/>
                </a:cubicBezTo>
                <a:cubicBezTo>
                  <a:pt x="22949" y="11188"/>
                  <a:pt x="22797" y="9121"/>
                  <a:pt x="21429" y="7541"/>
                </a:cubicBezTo>
                <a:lnTo>
                  <a:pt x="19606" y="5352"/>
                </a:lnTo>
                <a:cubicBezTo>
                  <a:pt x="18694" y="4289"/>
                  <a:pt x="17812" y="3225"/>
                  <a:pt x="16900" y="2161"/>
                </a:cubicBezTo>
                <a:cubicBezTo>
                  <a:pt x="16536" y="1705"/>
                  <a:pt x="16110" y="1249"/>
                  <a:pt x="15563" y="945"/>
                </a:cubicBezTo>
                <a:cubicBezTo>
                  <a:pt x="15198" y="732"/>
                  <a:pt x="14742" y="611"/>
                  <a:pt x="14317" y="489"/>
                </a:cubicBezTo>
                <a:cubicBezTo>
                  <a:pt x="13619" y="315"/>
                  <a:pt x="12893" y="1"/>
                  <a:pt x="1221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3" name="Google Shape;1303;p171"/>
          <p:cNvSpPr/>
          <p:nvPr/>
        </p:nvSpPr>
        <p:spPr>
          <a:xfrm flipH="1">
            <a:off x="497500" y="698700"/>
            <a:ext cx="2397992" cy="4552156"/>
          </a:xfrm>
          <a:custGeom>
            <a:rect b="b" l="l" r="r" t="t"/>
            <a:pathLst>
              <a:path extrusionOk="0" h="77609" w="40883">
                <a:moveTo>
                  <a:pt x="12219" y="1"/>
                </a:moveTo>
                <a:cubicBezTo>
                  <a:pt x="12188" y="1"/>
                  <a:pt x="12158" y="1"/>
                  <a:pt x="12128" y="3"/>
                </a:cubicBezTo>
                <a:cubicBezTo>
                  <a:pt x="11763" y="33"/>
                  <a:pt x="11429" y="33"/>
                  <a:pt x="11095" y="94"/>
                </a:cubicBezTo>
                <a:cubicBezTo>
                  <a:pt x="11034" y="94"/>
                  <a:pt x="10973" y="94"/>
                  <a:pt x="10973" y="124"/>
                </a:cubicBezTo>
                <a:cubicBezTo>
                  <a:pt x="10943" y="155"/>
                  <a:pt x="10973" y="185"/>
                  <a:pt x="11004" y="246"/>
                </a:cubicBezTo>
                <a:cubicBezTo>
                  <a:pt x="11277" y="580"/>
                  <a:pt x="11885" y="489"/>
                  <a:pt x="12128" y="854"/>
                </a:cubicBezTo>
                <a:cubicBezTo>
                  <a:pt x="11976" y="854"/>
                  <a:pt x="11855" y="915"/>
                  <a:pt x="11763" y="1067"/>
                </a:cubicBezTo>
                <a:cubicBezTo>
                  <a:pt x="11703" y="1219"/>
                  <a:pt x="11855" y="1371"/>
                  <a:pt x="11763" y="1523"/>
                </a:cubicBezTo>
                <a:cubicBezTo>
                  <a:pt x="11703" y="1644"/>
                  <a:pt x="11429" y="1674"/>
                  <a:pt x="11308" y="1796"/>
                </a:cubicBezTo>
                <a:cubicBezTo>
                  <a:pt x="11216" y="1948"/>
                  <a:pt x="11125" y="2161"/>
                  <a:pt x="11247" y="2374"/>
                </a:cubicBezTo>
                <a:cubicBezTo>
                  <a:pt x="11368" y="2556"/>
                  <a:pt x="12037" y="2708"/>
                  <a:pt x="11976" y="3012"/>
                </a:cubicBezTo>
                <a:cubicBezTo>
                  <a:pt x="11942" y="3139"/>
                  <a:pt x="11789" y="3178"/>
                  <a:pt x="11603" y="3178"/>
                </a:cubicBezTo>
                <a:cubicBezTo>
                  <a:pt x="11298" y="3178"/>
                  <a:pt x="10904" y="3073"/>
                  <a:pt x="10791" y="3073"/>
                </a:cubicBezTo>
                <a:cubicBezTo>
                  <a:pt x="10730" y="3073"/>
                  <a:pt x="10669" y="3059"/>
                  <a:pt x="10608" y="3059"/>
                </a:cubicBezTo>
                <a:cubicBezTo>
                  <a:pt x="10578" y="3059"/>
                  <a:pt x="10548" y="3063"/>
                  <a:pt x="10517" y="3073"/>
                </a:cubicBezTo>
                <a:cubicBezTo>
                  <a:pt x="10456" y="3133"/>
                  <a:pt x="10365" y="3194"/>
                  <a:pt x="10396" y="3285"/>
                </a:cubicBezTo>
                <a:cubicBezTo>
                  <a:pt x="10396" y="3316"/>
                  <a:pt x="10456" y="3346"/>
                  <a:pt x="10456" y="3377"/>
                </a:cubicBezTo>
                <a:cubicBezTo>
                  <a:pt x="11156" y="4349"/>
                  <a:pt x="12615" y="4349"/>
                  <a:pt x="13678" y="4440"/>
                </a:cubicBezTo>
                <a:cubicBezTo>
                  <a:pt x="13786" y="4461"/>
                  <a:pt x="13899" y="4467"/>
                  <a:pt x="14016" y="4467"/>
                </a:cubicBezTo>
                <a:cubicBezTo>
                  <a:pt x="14257" y="4467"/>
                  <a:pt x="14511" y="4438"/>
                  <a:pt x="14752" y="4438"/>
                </a:cubicBezTo>
                <a:cubicBezTo>
                  <a:pt x="14920" y="4438"/>
                  <a:pt x="15082" y="4453"/>
                  <a:pt x="15229" y="4501"/>
                </a:cubicBezTo>
                <a:cubicBezTo>
                  <a:pt x="15685" y="4592"/>
                  <a:pt x="15958" y="5018"/>
                  <a:pt x="16171" y="5444"/>
                </a:cubicBezTo>
                <a:cubicBezTo>
                  <a:pt x="17174" y="7115"/>
                  <a:pt x="18116" y="8787"/>
                  <a:pt x="18967" y="10520"/>
                </a:cubicBezTo>
                <a:cubicBezTo>
                  <a:pt x="19028" y="10672"/>
                  <a:pt x="19089" y="10824"/>
                  <a:pt x="19089" y="10976"/>
                </a:cubicBezTo>
                <a:cubicBezTo>
                  <a:pt x="19150" y="11188"/>
                  <a:pt x="19058" y="11371"/>
                  <a:pt x="19028" y="11553"/>
                </a:cubicBezTo>
                <a:cubicBezTo>
                  <a:pt x="18846" y="12252"/>
                  <a:pt x="18694" y="12921"/>
                  <a:pt x="18572" y="13650"/>
                </a:cubicBezTo>
                <a:cubicBezTo>
                  <a:pt x="18420" y="14593"/>
                  <a:pt x="18420" y="15504"/>
                  <a:pt x="18329" y="16447"/>
                </a:cubicBezTo>
                <a:cubicBezTo>
                  <a:pt x="18329" y="16811"/>
                  <a:pt x="18299" y="17146"/>
                  <a:pt x="18238" y="17511"/>
                </a:cubicBezTo>
                <a:cubicBezTo>
                  <a:pt x="17964" y="17328"/>
                  <a:pt x="17660" y="17207"/>
                  <a:pt x="17326" y="17207"/>
                </a:cubicBezTo>
                <a:cubicBezTo>
                  <a:pt x="17083" y="17267"/>
                  <a:pt x="16900" y="17298"/>
                  <a:pt x="16688" y="17298"/>
                </a:cubicBezTo>
                <a:cubicBezTo>
                  <a:pt x="16140" y="17298"/>
                  <a:pt x="16140" y="16690"/>
                  <a:pt x="15837" y="16356"/>
                </a:cubicBezTo>
                <a:cubicBezTo>
                  <a:pt x="15563" y="15991"/>
                  <a:pt x="15198" y="15748"/>
                  <a:pt x="14773" y="15626"/>
                </a:cubicBezTo>
                <a:cubicBezTo>
                  <a:pt x="14693" y="15586"/>
                  <a:pt x="14602" y="15564"/>
                  <a:pt x="14517" y="15564"/>
                </a:cubicBezTo>
                <a:cubicBezTo>
                  <a:pt x="14407" y="15564"/>
                  <a:pt x="14307" y="15601"/>
                  <a:pt x="14256" y="15687"/>
                </a:cubicBezTo>
                <a:lnTo>
                  <a:pt x="14256" y="15383"/>
                </a:lnTo>
                <a:cubicBezTo>
                  <a:pt x="14146" y="15317"/>
                  <a:pt x="14024" y="15295"/>
                  <a:pt x="13897" y="15295"/>
                </a:cubicBezTo>
                <a:cubicBezTo>
                  <a:pt x="13674" y="15295"/>
                  <a:pt x="13436" y="15364"/>
                  <a:pt x="13222" y="15383"/>
                </a:cubicBezTo>
                <a:cubicBezTo>
                  <a:pt x="13139" y="15398"/>
                  <a:pt x="13053" y="15404"/>
                  <a:pt x="12967" y="15404"/>
                </a:cubicBezTo>
                <a:cubicBezTo>
                  <a:pt x="12708" y="15404"/>
                  <a:pt x="12440" y="15353"/>
                  <a:pt x="12189" y="15353"/>
                </a:cubicBezTo>
                <a:cubicBezTo>
                  <a:pt x="11551" y="15383"/>
                  <a:pt x="10973" y="15656"/>
                  <a:pt x="10487" y="16052"/>
                </a:cubicBezTo>
                <a:cubicBezTo>
                  <a:pt x="10153" y="16264"/>
                  <a:pt x="9788" y="16447"/>
                  <a:pt x="9484" y="16720"/>
                </a:cubicBezTo>
                <a:cubicBezTo>
                  <a:pt x="9332" y="16872"/>
                  <a:pt x="9241" y="17055"/>
                  <a:pt x="9119" y="17267"/>
                </a:cubicBezTo>
                <a:cubicBezTo>
                  <a:pt x="9028" y="17359"/>
                  <a:pt x="8997" y="17480"/>
                  <a:pt x="8937" y="17602"/>
                </a:cubicBezTo>
                <a:cubicBezTo>
                  <a:pt x="8845" y="17723"/>
                  <a:pt x="8724" y="17784"/>
                  <a:pt x="8663" y="17875"/>
                </a:cubicBezTo>
                <a:cubicBezTo>
                  <a:pt x="8572" y="17936"/>
                  <a:pt x="8481" y="18058"/>
                  <a:pt x="8481" y="18179"/>
                </a:cubicBezTo>
                <a:cubicBezTo>
                  <a:pt x="8481" y="18270"/>
                  <a:pt x="8511" y="18392"/>
                  <a:pt x="8542" y="18514"/>
                </a:cubicBezTo>
                <a:cubicBezTo>
                  <a:pt x="8572" y="18726"/>
                  <a:pt x="8542" y="18878"/>
                  <a:pt x="8481" y="19091"/>
                </a:cubicBezTo>
                <a:cubicBezTo>
                  <a:pt x="8420" y="19182"/>
                  <a:pt x="8420" y="19304"/>
                  <a:pt x="8481" y="19395"/>
                </a:cubicBezTo>
                <a:cubicBezTo>
                  <a:pt x="8542" y="19456"/>
                  <a:pt x="8663" y="19486"/>
                  <a:pt x="8785" y="19547"/>
                </a:cubicBezTo>
                <a:cubicBezTo>
                  <a:pt x="8997" y="19638"/>
                  <a:pt x="9028" y="19881"/>
                  <a:pt x="9028" y="20094"/>
                </a:cubicBezTo>
                <a:cubicBezTo>
                  <a:pt x="9089" y="20398"/>
                  <a:pt x="9149" y="20672"/>
                  <a:pt x="9241" y="20976"/>
                </a:cubicBezTo>
                <a:cubicBezTo>
                  <a:pt x="9271" y="21067"/>
                  <a:pt x="9271" y="21128"/>
                  <a:pt x="9301" y="21158"/>
                </a:cubicBezTo>
                <a:cubicBezTo>
                  <a:pt x="9332" y="21219"/>
                  <a:pt x="9393" y="21249"/>
                  <a:pt x="9423" y="21310"/>
                </a:cubicBezTo>
                <a:cubicBezTo>
                  <a:pt x="9453" y="21371"/>
                  <a:pt x="9453" y="21432"/>
                  <a:pt x="9453" y="21492"/>
                </a:cubicBezTo>
                <a:cubicBezTo>
                  <a:pt x="9453" y="21736"/>
                  <a:pt x="9453" y="22040"/>
                  <a:pt x="9393" y="22313"/>
                </a:cubicBezTo>
                <a:cubicBezTo>
                  <a:pt x="9332" y="22495"/>
                  <a:pt x="9271" y="22739"/>
                  <a:pt x="9241" y="22921"/>
                </a:cubicBezTo>
                <a:cubicBezTo>
                  <a:pt x="9241" y="22951"/>
                  <a:pt x="9241" y="23043"/>
                  <a:pt x="9271" y="23103"/>
                </a:cubicBezTo>
                <a:cubicBezTo>
                  <a:pt x="9301" y="23134"/>
                  <a:pt x="9393" y="23225"/>
                  <a:pt x="9453" y="23225"/>
                </a:cubicBezTo>
                <a:lnTo>
                  <a:pt x="9697" y="23225"/>
                </a:lnTo>
                <a:cubicBezTo>
                  <a:pt x="9849" y="23225"/>
                  <a:pt x="10061" y="23316"/>
                  <a:pt x="10061" y="23499"/>
                </a:cubicBezTo>
                <a:cubicBezTo>
                  <a:pt x="10061" y="23559"/>
                  <a:pt x="10031" y="23590"/>
                  <a:pt x="10031" y="23681"/>
                </a:cubicBezTo>
                <a:cubicBezTo>
                  <a:pt x="10031" y="23802"/>
                  <a:pt x="10061" y="23863"/>
                  <a:pt x="10153" y="23954"/>
                </a:cubicBezTo>
                <a:cubicBezTo>
                  <a:pt x="10195" y="23997"/>
                  <a:pt x="10269" y="24040"/>
                  <a:pt x="10330" y="24040"/>
                </a:cubicBezTo>
                <a:cubicBezTo>
                  <a:pt x="10355" y="24040"/>
                  <a:pt x="10378" y="24033"/>
                  <a:pt x="10396" y="24015"/>
                </a:cubicBezTo>
                <a:cubicBezTo>
                  <a:pt x="10456" y="24228"/>
                  <a:pt x="10517" y="24410"/>
                  <a:pt x="10639" y="24532"/>
                </a:cubicBezTo>
                <a:cubicBezTo>
                  <a:pt x="10659" y="24542"/>
                  <a:pt x="10696" y="24545"/>
                  <a:pt x="10739" y="24545"/>
                </a:cubicBezTo>
                <a:cubicBezTo>
                  <a:pt x="10825" y="24545"/>
                  <a:pt x="10933" y="24532"/>
                  <a:pt x="10973" y="24532"/>
                </a:cubicBezTo>
                <a:lnTo>
                  <a:pt x="11095" y="24532"/>
                </a:lnTo>
                <a:cubicBezTo>
                  <a:pt x="11156" y="24532"/>
                  <a:pt x="11216" y="24623"/>
                  <a:pt x="11247" y="24714"/>
                </a:cubicBezTo>
                <a:cubicBezTo>
                  <a:pt x="11308" y="24927"/>
                  <a:pt x="11429" y="25109"/>
                  <a:pt x="11581" y="25292"/>
                </a:cubicBezTo>
                <a:cubicBezTo>
                  <a:pt x="11581" y="25322"/>
                  <a:pt x="11611" y="25353"/>
                  <a:pt x="11672" y="25353"/>
                </a:cubicBezTo>
                <a:cubicBezTo>
                  <a:pt x="11733" y="25353"/>
                  <a:pt x="11794" y="25383"/>
                  <a:pt x="11885" y="25383"/>
                </a:cubicBezTo>
                <a:cubicBezTo>
                  <a:pt x="12189" y="25383"/>
                  <a:pt x="12523" y="25109"/>
                  <a:pt x="12736" y="24897"/>
                </a:cubicBezTo>
                <a:cubicBezTo>
                  <a:pt x="12759" y="24874"/>
                  <a:pt x="12800" y="24815"/>
                  <a:pt x="12858" y="24815"/>
                </a:cubicBezTo>
                <a:cubicBezTo>
                  <a:pt x="12876" y="24815"/>
                  <a:pt x="12897" y="24821"/>
                  <a:pt x="12919" y="24836"/>
                </a:cubicBezTo>
                <a:lnTo>
                  <a:pt x="12949" y="24866"/>
                </a:lnTo>
                <a:cubicBezTo>
                  <a:pt x="13131" y="25049"/>
                  <a:pt x="13374" y="25231"/>
                  <a:pt x="13405" y="25505"/>
                </a:cubicBezTo>
                <a:cubicBezTo>
                  <a:pt x="13040" y="25839"/>
                  <a:pt x="12736" y="26265"/>
                  <a:pt x="12432" y="26690"/>
                </a:cubicBezTo>
                <a:cubicBezTo>
                  <a:pt x="11703" y="27541"/>
                  <a:pt x="11034" y="28575"/>
                  <a:pt x="10365" y="29608"/>
                </a:cubicBezTo>
                <a:cubicBezTo>
                  <a:pt x="10183" y="29912"/>
                  <a:pt x="10001" y="30186"/>
                  <a:pt x="9849" y="30490"/>
                </a:cubicBezTo>
                <a:cubicBezTo>
                  <a:pt x="9636" y="30793"/>
                  <a:pt x="9423" y="31128"/>
                  <a:pt x="9332" y="31493"/>
                </a:cubicBezTo>
                <a:cubicBezTo>
                  <a:pt x="9028" y="32830"/>
                  <a:pt x="10274" y="33894"/>
                  <a:pt x="10456" y="35140"/>
                </a:cubicBezTo>
                <a:cubicBezTo>
                  <a:pt x="10608" y="36356"/>
                  <a:pt x="9362" y="38119"/>
                  <a:pt x="8694" y="39031"/>
                </a:cubicBezTo>
                <a:cubicBezTo>
                  <a:pt x="8359" y="39487"/>
                  <a:pt x="7934" y="39943"/>
                  <a:pt x="7660" y="40459"/>
                </a:cubicBezTo>
                <a:cubicBezTo>
                  <a:pt x="7265" y="41280"/>
                  <a:pt x="7113" y="42131"/>
                  <a:pt x="6687" y="42952"/>
                </a:cubicBezTo>
                <a:cubicBezTo>
                  <a:pt x="6353" y="43590"/>
                  <a:pt x="5806" y="44076"/>
                  <a:pt x="5441" y="44684"/>
                </a:cubicBezTo>
                <a:cubicBezTo>
                  <a:pt x="5046" y="45292"/>
                  <a:pt x="4772" y="46052"/>
                  <a:pt x="5076" y="46751"/>
                </a:cubicBezTo>
                <a:cubicBezTo>
                  <a:pt x="4408" y="47450"/>
                  <a:pt x="3952" y="48423"/>
                  <a:pt x="3557" y="49335"/>
                </a:cubicBezTo>
                <a:cubicBezTo>
                  <a:pt x="2675" y="51371"/>
                  <a:pt x="1854" y="53469"/>
                  <a:pt x="1125" y="55596"/>
                </a:cubicBezTo>
                <a:cubicBezTo>
                  <a:pt x="578" y="57238"/>
                  <a:pt x="0" y="59274"/>
                  <a:pt x="882" y="60915"/>
                </a:cubicBezTo>
                <a:cubicBezTo>
                  <a:pt x="1064" y="61280"/>
                  <a:pt x="1338" y="61645"/>
                  <a:pt x="1551" y="61979"/>
                </a:cubicBezTo>
                <a:cubicBezTo>
                  <a:pt x="1794" y="62374"/>
                  <a:pt x="2006" y="62770"/>
                  <a:pt x="2189" y="63195"/>
                </a:cubicBezTo>
                <a:cubicBezTo>
                  <a:pt x="3800" y="66235"/>
                  <a:pt x="6201" y="68849"/>
                  <a:pt x="8481" y="71372"/>
                </a:cubicBezTo>
                <a:cubicBezTo>
                  <a:pt x="8268" y="72435"/>
                  <a:pt x="7782" y="73438"/>
                  <a:pt x="7022" y="74198"/>
                </a:cubicBezTo>
                <a:cubicBezTo>
                  <a:pt x="6748" y="74533"/>
                  <a:pt x="6414" y="74776"/>
                  <a:pt x="6231" y="75141"/>
                </a:cubicBezTo>
                <a:cubicBezTo>
                  <a:pt x="6049" y="75475"/>
                  <a:pt x="5958" y="75931"/>
                  <a:pt x="6201" y="76265"/>
                </a:cubicBezTo>
                <a:cubicBezTo>
                  <a:pt x="6444" y="76691"/>
                  <a:pt x="7022" y="76721"/>
                  <a:pt x="7508" y="76721"/>
                </a:cubicBezTo>
                <a:cubicBezTo>
                  <a:pt x="8025" y="76721"/>
                  <a:pt x="8481" y="76721"/>
                  <a:pt x="8967" y="76752"/>
                </a:cubicBezTo>
                <a:cubicBezTo>
                  <a:pt x="9301" y="76752"/>
                  <a:pt x="9636" y="76752"/>
                  <a:pt x="9909" y="76600"/>
                </a:cubicBezTo>
                <a:cubicBezTo>
                  <a:pt x="10183" y="76448"/>
                  <a:pt x="10335" y="76235"/>
                  <a:pt x="10548" y="76022"/>
                </a:cubicBezTo>
                <a:cubicBezTo>
                  <a:pt x="11156" y="75475"/>
                  <a:pt x="12037" y="75262"/>
                  <a:pt x="12767" y="74928"/>
                </a:cubicBezTo>
                <a:cubicBezTo>
                  <a:pt x="12919" y="74867"/>
                  <a:pt x="13101" y="74745"/>
                  <a:pt x="13192" y="74593"/>
                </a:cubicBezTo>
                <a:cubicBezTo>
                  <a:pt x="13253" y="74442"/>
                  <a:pt x="13222" y="74259"/>
                  <a:pt x="13192" y="74107"/>
                </a:cubicBezTo>
                <a:cubicBezTo>
                  <a:pt x="12949" y="73134"/>
                  <a:pt x="12645" y="72192"/>
                  <a:pt x="12311" y="71250"/>
                </a:cubicBezTo>
                <a:cubicBezTo>
                  <a:pt x="12219" y="71068"/>
                  <a:pt x="12159" y="70824"/>
                  <a:pt x="12007" y="70672"/>
                </a:cubicBezTo>
                <a:cubicBezTo>
                  <a:pt x="11923" y="70589"/>
                  <a:pt x="11803" y="70542"/>
                  <a:pt x="11681" y="70542"/>
                </a:cubicBezTo>
                <a:cubicBezTo>
                  <a:pt x="11582" y="70542"/>
                  <a:pt x="11481" y="70574"/>
                  <a:pt x="11399" y="70642"/>
                </a:cubicBezTo>
                <a:cubicBezTo>
                  <a:pt x="10852" y="69761"/>
                  <a:pt x="10517" y="68727"/>
                  <a:pt x="10456" y="67663"/>
                </a:cubicBezTo>
                <a:cubicBezTo>
                  <a:pt x="10365" y="66356"/>
                  <a:pt x="9879" y="65201"/>
                  <a:pt x="8967" y="64229"/>
                </a:cubicBezTo>
                <a:cubicBezTo>
                  <a:pt x="8815" y="64016"/>
                  <a:pt x="8633" y="63864"/>
                  <a:pt x="8511" y="63651"/>
                </a:cubicBezTo>
                <a:cubicBezTo>
                  <a:pt x="8420" y="63499"/>
                  <a:pt x="8390" y="63317"/>
                  <a:pt x="8359" y="63104"/>
                </a:cubicBezTo>
                <a:cubicBezTo>
                  <a:pt x="8238" y="62739"/>
                  <a:pt x="8025" y="62405"/>
                  <a:pt x="7660" y="62162"/>
                </a:cubicBezTo>
                <a:cubicBezTo>
                  <a:pt x="7599" y="62101"/>
                  <a:pt x="7478" y="62010"/>
                  <a:pt x="7447" y="61888"/>
                </a:cubicBezTo>
                <a:cubicBezTo>
                  <a:pt x="7417" y="61797"/>
                  <a:pt x="7478" y="61675"/>
                  <a:pt x="7508" y="61554"/>
                </a:cubicBezTo>
                <a:cubicBezTo>
                  <a:pt x="7660" y="61067"/>
                  <a:pt x="7356" y="60490"/>
                  <a:pt x="6900" y="60338"/>
                </a:cubicBezTo>
                <a:cubicBezTo>
                  <a:pt x="7052" y="59578"/>
                  <a:pt x="7417" y="59061"/>
                  <a:pt x="7751" y="58362"/>
                </a:cubicBezTo>
                <a:cubicBezTo>
                  <a:pt x="8572" y="56721"/>
                  <a:pt x="9697" y="55140"/>
                  <a:pt x="10821" y="53651"/>
                </a:cubicBezTo>
                <a:cubicBezTo>
                  <a:pt x="11095" y="53317"/>
                  <a:pt x="11399" y="52921"/>
                  <a:pt x="11824" y="52709"/>
                </a:cubicBezTo>
                <a:cubicBezTo>
                  <a:pt x="12311" y="52435"/>
                  <a:pt x="12919" y="52405"/>
                  <a:pt x="13435" y="52131"/>
                </a:cubicBezTo>
                <a:cubicBezTo>
                  <a:pt x="16171" y="53621"/>
                  <a:pt x="17934" y="56052"/>
                  <a:pt x="19575" y="58666"/>
                </a:cubicBezTo>
                <a:cubicBezTo>
                  <a:pt x="19818" y="59122"/>
                  <a:pt x="20092" y="59548"/>
                  <a:pt x="20426" y="60004"/>
                </a:cubicBezTo>
                <a:cubicBezTo>
                  <a:pt x="23010" y="63560"/>
                  <a:pt x="27417" y="65353"/>
                  <a:pt x="30457" y="68575"/>
                </a:cubicBezTo>
                <a:cubicBezTo>
                  <a:pt x="30839" y="68958"/>
                  <a:pt x="31250" y="69397"/>
                  <a:pt x="31745" y="69397"/>
                </a:cubicBezTo>
                <a:cubicBezTo>
                  <a:pt x="31761" y="69397"/>
                  <a:pt x="31778" y="69397"/>
                  <a:pt x="31794" y="69396"/>
                </a:cubicBezTo>
                <a:cubicBezTo>
                  <a:pt x="31956" y="69396"/>
                  <a:pt x="32166" y="69300"/>
                  <a:pt x="32339" y="69300"/>
                </a:cubicBezTo>
                <a:cubicBezTo>
                  <a:pt x="32361" y="69300"/>
                  <a:pt x="32382" y="69301"/>
                  <a:pt x="32402" y="69305"/>
                </a:cubicBezTo>
                <a:cubicBezTo>
                  <a:pt x="32706" y="69305"/>
                  <a:pt x="32949" y="69548"/>
                  <a:pt x="33162" y="69730"/>
                </a:cubicBezTo>
                <a:cubicBezTo>
                  <a:pt x="33648" y="70156"/>
                  <a:pt x="34104" y="70551"/>
                  <a:pt x="34621" y="70976"/>
                </a:cubicBezTo>
                <a:cubicBezTo>
                  <a:pt x="35259" y="71524"/>
                  <a:pt x="35107" y="72375"/>
                  <a:pt x="35442" y="73134"/>
                </a:cubicBezTo>
                <a:cubicBezTo>
                  <a:pt x="35624" y="73560"/>
                  <a:pt x="35837" y="74016"/>
                  <a:pt x="35898" y="74472"/>
                </a:cubicBezTo>
                <a:cubicBezTo>
                  <a:pt x="36019" y="75110"/>
                  <a:pt x="35867" y="75809"/>
                  <a:pt x="36080" y="76417"/>
                </a:cubicBezTo>
                <a:cubicBezTo>
                  <a:pt x="36354" y="77056"/>
                  <a:pt x="36992" y="77451"/>
                  <a:pt x="37691" y="77542"/>
                </a:cubicBezTo>
                <a:cubicBezTo>
                  <a:pt x="37946" y="77588"/>
                  <a:pt x="38206" y="77608"/>
                  <a:pt x="38466" y="77608"/>
                </a:cubicBezTo>
                <a:cubicBezTo>
                  <a:pt x="38885" y="77608"/>
                  <a:pt x="39303" y="77556"/>
                  <a:pt x="39697" y="77481"/>
                </a:cubicBezTo>
                <a:cubicBezTo>
                  <a:pt x="39849" y="77451"/>
                  <a:pt x="40001" y="77451"/>
                  <a:pt x="40123" y="77329"/>
                </a:cubicBezTo>
                <a:cubicBezTo>
                  <a:pt x="40244" y="77208"/>
                  <a:pt x="40275" y="77086"/>
                  <a:pt x="40305" y="76934"/>
                </a:cubicBezTo>
                <a:cubicBezTo>
                  <a:pt x="40579" y="76113"/>
                  <a:pt x="40883" y="75171"/>
                  <a:pt x="40548" y="74320"/>
                </a:cubicBezTo>
                <a:cubicBezTo>
                  <a:pt x="40335" y="73803"/>
                  <a:pt x="39940" y="73378"/>
                  <a:pt x="39636" y="72891"/>
                </a:cubicBezTo>
                <a:cubicBezTo>
                  <a:pt x="39241" y="72253"/>
                  <a:pt x="39120" y="71524"/>
                  <a:pt x="38907" y="70794"/>
                </a:cubicBezTo>
                <a:cubicBezTo>
                  <a:pt x="38664" y="70065"/>
                  <a:pt x="38329" y="69335"/>
                  <a:pt x="37721" y="68970"/>
                </a:cubicBezTo>
                <a:cubicBezTo>
                  <a:pt x="37417" y="68788"/>
                  <a:pt x="37053" y="68666"/>
                  <a:pt x="36688" y="68545"/>
                </a:cubicBezTo>
                <a:cubicBezTo>
                  <a:pt x="36202" y="68362"/>
                  <a:pt x="35138" y="67967"/>
                  <a:pt x="34864" y="67481"/>
                </a:cubicBezTo>
                <a:cubicBezTo>
                  <a:pt x="34621" y="67025"/>
                  <a:pt x="35138" y="66539"/>
                  <a:pt x="34682" y="65961"/>
                </a:cubicBezTo>
                <a:cubicBezTo>
                  <a:pt x="34408" y="65627"/>
                  <a:pt x="34044" y="65384"/>
                  <a:pt x="33740" y="65080"/>
                </a:cubicBezTo>
                <a:cubicBezTo>
                  <a:pt x="33344" y="64685"/>
                  <a:pt x="33132" y="64107"/>
                  <a:pt x="32585" y="63925"/>
                </a:cubicBezTo>
                <a:cubicBezTo>
                  <a:pt x="32402" y="63833"/>
                  <a:pt x="32220" y="63803"/>
                  <a:pt x="32037" y="63681"/>
                </a:cubicBezTo>
                <a:cubicBezTo>
                  <a:pt x="31733" y="63529"/>
                  <a:pt x="31581" y="63195"/>
                  <a:pt x="31369" y="62922"/>
                </a:cubicBezTo>
                <a:cubicBezTo>
                  <a:pt x="30305" y="61128"/>
                  <a:pt x="28633" y="59730"/>
                  <a:pt x="26657" y="59061"/>
                </a:cubicBezTo>
                <a:cubicBezTo>
                  <a:pt x="26749" y="58757"/>
                  <a:pt x="26445" y="58453"/>
                  <a:pt x="26171" y="58332"/>
                </a:cubicBezTo>
                <a:cubicBezTo>
                  <a:pt x="25897" y="58180"/>
                  <a:pt x="25563" y="58058"/>
                  <a:pt x="25381" y="57785"/>
                </a:cubicBezTo>
                <a:cubicBezTo>
                  <a:pt x="25138" y="57420"/>
                  <a:pt x="25259" y="56842"/>
                  <a:pt x="24894" y="56569"/>
                </a:cubicBezTo>
                <a:cubicBezTo>
                  <a:pt x="24773" y="56508"/>
                  <a:pt x="24651" y="56508"/>
                  <a:pt x="24530" y="56387"/>
                </a:cubicBezTo>
                <a:cubicBezTo>
                  <a:pt x="24469" y="56326"/>
                  <a:pt x="24438" y="56204"/>
                  <a:pt x="24378" y="56083"/>
                </a:cubicBezTo>
                <a:cubicBezTo>
                  <a:pt x="23983" y="54988"/>
                  <a:pt x="23618" y="53894"/>
                  <a:pt x="23375" y="52739"/>
                </a:cubicBezTo>
                <a:cubicBezTo>
                  <a:pt x="23162" y="51918"/>
                  <a:pt x="23010" y="51037"/>
                  <a:pt x="22797" y="50186"/>
                </a:cubicBezTo>
                <a:cubicBezTo>
                  <a:pt x="22615" y="49517"/>
                  <a:pt x="22220" y="48757"/>
                  <a:pt x="22341" y="48058"/>
                </a:cubicBezTo>
                <a:cubicBezTo>
                  <a:pt x="22372" y="47845"/>
                  <a:pt x="22463" y="47602"/>
                  <a:pt x="22402" y="47389"/>
                </a:cubicBezTo>
                <a:cubicBezTo>
                  <a:pt x="22372" y="47207"/>
                  <a:pt x="22220" y="46994"/>
                  <a:pt x="22159" y="46842"/>
                </a:cubicBezTo>
                <a:cubicBezTo>
                  <a:pt x="21885" y="46386"/>
                  <a:pt x="21946" y="45627"/>
                  <a:pt x="21855" y="45110"/>
                </a:cubicBezTo>
                <a:cubicBezTo>
                  <a:pt x="21703" y="44471"/>
                  <a:pt x="21490" y="43803"/>
                  <a:pt x="21247" y="43164"/>
                </a:cubicBezTo>
                <a:cubicBezTo>
                  <a:pt x="20882" y="42374"/>
                  <a:pt x="20426" y="41614"/>
                  <a:pt x="20335" y="40763"/>
                </a:cubicBezTo>
                <a:cubicBezTo>
                  <a:pt x="20213" y="39851"/>
                  <a:pt x="20092" y="39031"/>
                  <a:pt x="20244" y="38149"/>
                </a:cubicBezTo>
                <a:cubicBezTo>
                  <a:pt x="20487" y="37116"/>
                  <a:pt x="20669" y="36113"/>
                  <a:pt x="20882" y="35079"/>
                </a:cubicBezTo>
                <a:cubicBezTo>
                  <a:pt x="21095" y="34076"/>
                  <a:pt x="21308" y="33104"/>
                  <a:pt x="21460" y="32070"/>
                </a:cubicBezTo>
                <a:cubicBezTo>
                  <a:pt x="21916" y="29031"/>
                  <a:pt x="21916" y="25930"/>
                  <a:pt x="22098" y="22830"/>
                </a:cubicBezTo>
                <a:cubicBezTo>
                  <a:pt x="22341" y="19638"/>
                  <a:pt x="22554" y="16416"/>
                  <a:pt x="22797" y="13225"/>
                </a:cubicBezTo>
                <a:cubicBezTo>
                  <a:pt x="22949" y="11188"/>
                  <a:pt x="22797" y="9121"/>
                  <a:pt x="21429" y="7541"/>
                </a:cubicBezTo>
                <a:lnTo>
                  <a:pt x="19606" y="5352"/>
                </a:lnTo>
                <a:cubicBezTo>
                  <a:pt x="18694" y="4289"/>
                  <a:pt x="17812" y="3225"/>
                  <a:pt x="16900" y="2161"/>
                </a:cubicBezTo>
                <a:cubicBezTo>
                  <a:pt x="16536" y="1705"/>
                  <a:pt x="16110" y="1249"/>
                  <a:pt x="15563" y="945"/>
                </a:cubicBezTo>
                <a:cubicBezTo>
                  <a:pt x="15198" y="732"/>
                  <a:pt x="14742" y="611"/>
                  <a:pt x="14317" y="489"/>
                </a:cubicBezTo>
                <a:cubicBezTo>
                  <a:pt x="13619" y="315"/>
                  <a:pt x="12893" y="1"/>
                  <a:pt x="12219" y="1"/>
                </a:cubicBezTo>
                <a:close/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4" name="Google Shape;1304;p171"/>
          <p:cNvSpPr/>
          <p:nvPr/>
        </p:nvSpPr>
        <p:spPr>
          <a:xfrm rot="6284368">
            <a:off x="1131308" y="468250"/>
            <a:ext cx="530615" cy="371390"/>
          </a:xfrm>
          <a:custGeom>
            <a:rect b="b" l="l" r="r" t="t"/>
            <a:pathLst>
              <a:path extrusionOk="0" fill="none" h="8362" w="11947">
                <a:moveTo>
                  <a:pt x="1" y="0"/>
                </a:moveTo>
                <a:cubicBezTo>
                  <a:pt x="1297" y="636"/>
                  <a:pt x="306" y="2643"/>
                  <a:pt x="1577" y="3279"/>
                </a:cubicBezTo>
                <a:cubicBezTo>
                  <a:pt x="2898" y="3914"/>
                  <a:pt x="3839" y="1906"/>
                  <a:pt x="5135" y="2542"/>
                </a:cubicBezTo>
                <a:cubicBezTo>
                  <a:pt x="6456" y="3177"/>
                  <a:pt x="5465" y="5185"/>
                  <a:pt x="6761" y="5820"/>
                </a:cubicBezTo>
                <a:cubicBezTo>
                  <a:pt x="8058" y="6456"/>
                  <a:pt x="9023" y="4448"/>
                  <a:pt x="10320" y="5083"/>
                </a:cubicBezTo>
                <a:cubicBezTo>
                  <a:pt x="11616" y="5719"/>
                  <a:pt x="10650" y="7727"/>
                  <a:pt x="11946" y="8362"/>
                </a:cubicBezTo>
              </a:path>
            </a:pathLst>
          </a:custGeom>
          <a:noFill/>
          <a:ln cap="rnd" cmpd="sng" w="184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5" name="Google Shape;1305;p171"/>
          <p:cNvSpPr txBox="1"/>
          <p:nvPr>
            <p:ph idx="4294967295" type="title"/>
          </p:nvPr>
        </p:nvSpPr>
        <p:spPr>
          <a:xfrm>
            <a:off x="2437175" y="259950"/>
            <a:ext cx="843900" cy="631200"/>
          </a:xfrm>
          <a:prstGeom prst="rect">
            <a:avLst/>
          </a:prstGeom>
          <a:solidFill>
            <a:schemeClr val="accent3"/>
          </a:solidFill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01</a:t>
            </a:r>
            <a:endParaRPr/>
          </a:p>
        </p:txBody>
      </p:sp>
      <p:sp>
        <p:nvSpPr>
          <p:cNvPr id="1306" name="Google Shape;1306;p171"/>
          <p:cNvSpPr txBox="1"/>
          <p:nvPr>
            <p:ph idx="3" type="subTitle"/>
          </p:nvPr>
        </p:nvSpPr>
        <p:spPr>
          <a:xfrm>
            <a:off x="3442375" y="3779798"/>
            <a:ext cx="49884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Problématique</a:t>
            </a:r>
            <a:endParaRPr/>
          </a:p>
        </p:txBody>
      </p:sp>
      <p:sp>
        <p:nvSpPr>
          <p:cNvPr id="1307" name="Google Shape;1307;p171"/>
          <p:cNvSpPr txBox="1"/>
          <p:nvPr>
            <p:ph idx="4" type="subTitle"/>
          </p:nvPr>
        </p:nvSpPr>
        <p:spPr>
          <a:xfrm>
            <a:off x="3442375" y="4149250"/>
            <a:ext cx="4988400" cy="102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fr"/>
              <a:t>Le coefficient de “Danceability” est-il corrélé aux scores de </a:t>
            </a:r>
            <a:r>
              <a:rPr lang="fr"/>
              <a:t>popularité</a:t>
            </a:r>
            <a:r>
              <a:rPr lang="fr"/>
              <a:t> des artistes, des morceaux et aux coefficients de la “Valence” 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1" name="Shape 1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312;p172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Méthode</a:t>
            </a:r>
            <a:endParaRPr/>
          </a:p>
        </p:txBody>
      </p:sp>
      <p:sp>
        <p:nvSpPr>
          <p:cNvPr id="1313" name="Google Shape;1313;p172"/>
          <p:cNvSpPr txBox="1"/>
          <p:nvPr>
            <p:ph idx="1" type="subTitle"/>
          </p:nvPr>
        </p:nvSpPr>
        <p:spPr>
          <a:xfrm>
            <a:off x="1537163" y="1176525"/>
            <a:ext cx="60579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le jeu de donnée</a:t>
            </a:r>
            <a:endParaRPr/>
          </a:p>
        </p:txBody>
      </p:sp>
      <p:sp>
        <p:nvSpPr>
          <p:cNvPr id="1314" name="Google Shape;1314;p172"/>
          <p:cNvSpPr txBox="1"/>
          <p:nvPr>
            <p:ph idx="2" type="subTitle"/>
          </p:nvPr>
        </p:nvSpPr>
        <p:spPr>
          <a:xfrm>
            <a:off x="1188850" y="1590700"/>
            <a:ext cx="6859500" cy="128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ctr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fr"/>
              <a:t>Musique entendue dans tout le Nigeria, ainsi que de nombreuses valeurs sur chaque morceau. Quelques titres catégorisés dans un style “Amapiano”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4800" lvl="0" marL="457200" rtl="0" algn="ctr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fr"/>
              <a:t>Directement issus de la plateforme Spotify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4800" lvl="0" marL="457200" rtl="0" algn="ctr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fr"/>
              <a:t>Pas de valeurs manquantes, ni aberrantes, mais de nombreux morceaux présentent des valeurs extrêmes</a:t>
            </a:r>
            <a:endParaRPr/>
          </a:p>
        </p:txBody>
      </p:sp>
      <p:sp>
        <p:nvSpPr>
          <p:cNvPr id="1315" name="Google Shape;1315;p172"/>
          <p:cNvSpPr txBox="1"/>
          <p:nvPr>
            <p:ph idx="3" type="subTitle"/>
          </p:nvPr>
        </p:nvSpPr>
        <p:spPr>
          <a:xfrm>
            <a:off x="1537163" y="2996191"/>
            <a:ext cx="60579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Questionnement</a:t>
            </a:r>
            <a:endParaRPr/>
          </a:p>
        </p:txBody>
      </p:sp>
      <p:sp>
        <p:nvSpPr>
          <p:cNvPr id="1316" name="Google Shape;1316;p172"/>
          <p:cNvSpPr txBox="1"/>
          <p:nvPr>
            <p:ph idx="4" type="subTitle"/>
          </p:nvPr>
        </p:nvSpPr>
        <p:spPr>
          <a:xfrm>
            <a:off x="1543050" y="3481900"/>
            <a:ext cx="6057900" cy="108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ctr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fr"/>
              <a:t>Partant d’une méthode Hypothético-déductive, nous émettons que la “Danceability” est corrélée aux scores de popularité des artistes, des morceaux et au coefficient de “Valence”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4800" lvl="0" marL="457200" rtl="0" algn="ctr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fr"/>
              <a:t>Quel calcul de corrélation ? Pearson et hypothèse nulle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4800" lvl="0" marL="457200" rtl="0" algn="ctr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fr"/>
              <a:t>Ecoute des quelques morceaux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7" name="Google Shape;1317;p172"/>
          <p:cNvSpPr/>
          <p:nvPr/>
        </p:nvSpPr>
        <p:spPr>
          <a:xfrm rot="-10497511">
            <a:off x="7590747" y="220643"/>
            <a:ext cx="5194995" cy="3940670"/>
          </a:xfrm>
          <a:custGeom>
            <a:rect b="b" l="l" r="r" t="t"/>
            <a:pathLst>
              <a:path extrusionOk="0" h="70100" w="92413">
                <a:moveTo>
                  <a:pt x="64951" y="1"/>
                </a:moveTo>
                <a:cubicBezTo>
                  <a:pt x="62821" y="1"/>
                  <a:pt x="60692" y="356"/>
                  <a:pt x="58686" y="1088"/>
                </a:cubicBezTo>
                <a:cubicBezTo>
                  <a:pt x="48087" y="4951"/>
                  <a:pt x="43233" y="17227"/>
                  <a:pt x="34109" y="23860"/>
                </a:cubicBezTo>
                <a:cubicBezTo>
                  <a:pt x="26636" y="29325"/>
                  <a:pt x="16623" y="30748"/>
                  <a:pt x="9633" y="36797"/>
                </a:cubicBezTo>
                <a:cubicBezTo>
                  <a:pt x="2796" y="42693"/>
                  <a:pt x="1" y="53317"/>
                  <a:pt x="4245" y="61323"/>
                </a:cubicBezTo>
                <a:cubicBezTo>
                  <a:pt x="7105" y="66733"/>
                  <a:pt x="13294" y="70099"/>
                  <a:pt x="19296" y="70099"/>
                </a:cubicBezTo>
                <a:cubicBezTo>
                  <a:pt x="22148" y="70099"/>
                  <a:pt x="24958" y="69339"/>
                  <a:pt x="27348" y="67677"/>
                </a:cubicBezTo>
                <a:cubicBezTo>
                  <a:pt x="34134" y="62899"/>
                  <a:pt x="36015" y="53063"/>
                  <a:pt x="43030" y="48666"/>
                </a:cubicBezTo>
                <a:cubicBezTo>
                  <a:pt x="49384" y="44701"/>
                  <a:pt x="57618" y="46506"/>
                  <a:pt x="64989" y="45083"/>
                </a:cubicBezTo>
                <a:cubicBezTo>
                  <a:pt x="83542" y="41524"/>
                  <a:pt x="92413" y="15473"/>
                  <a:pt x="76019" y="3528"/>
                </a:cubicBezTo>
                <a:cubicBezTo>
                  <a:pt x="72835" y="1218"/>
                  <a:pt x="68891" y="1"/>
                  <a:pt x="6495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8" name="Google Shape;1318;p172"/>
          <p:cNvSpPr/>
          <p:nvPr/>
        </p:nvSpPr>
        <p:spPr>
          <a:xfrm>
            <a:off x="-1809099" y="-1718300"/>
            <a:ext cx="2997956" cy="2964270"/>
          </a:xfrm>
          <a:custGeom>
            <a:rect b="b" l="l" r="r" t="t"/>
            <a:pathLst>
              <a:path extrusionOk="0" h="80518" w="81433">
                <a:moveTo>
                  <a:pt x="28054" y="1"/>
                </a:moveTo>
                <a:cubicBezTo>
                  <a:pt x="25711" y="1"/>
                  <a:pt x="23142" y="619"/>
                  <a:pt x="20333" y="2015"/>
                </a:cubicBezTo>
                <a:cubicBezTo>
                  <a:pt x="6227" y="9005"/>
                  <a:pt x="0" y="29769"/>
                  <a:pt x="12937" y="41054"/>
                </a:cubicBezTo>
                <a:cubicBezTo>
                  <a:pt x="20663" y="47764"/>
                  <a:pt x="32533" y="47916"/>
                  <a:pt x="40157" y="54728"/>
                </a:cubicBezTo>
                <a:cubicBezTo>
                  <a:pt x="48519" y="62149"/>
                  <a:pt x="50654" y="76509"/>
                  <a:pt x="61329" y="79940"/>
                </a:cubicBezTo>
                <a:cubicBezTo>
                  <a:pt x="62549" y="80333"/>
                  <a:pt x="63804" y="80517"/>
                  <a:pt x="65058" y="80517"/>
                </a:cubicBezTo>
                <a:cubicBezTo>
                  <a:pt x="71507" y="80517"/>
                  <a:pt x="77931" y="75645"/>
                  <a:pt x="79526" y="69240"/>
                </a:cubicBezTo>
                <a:cubicBezTo>
                  <a:pt x="81433" y="61590"/>
                  <a:pt x="76959" y="53101"/>
                  <a:pt x="69868" y="49543"/>
                </a:cubicBezTo>
                <a:cubicBezTo>
                  <a:pt x="65446" y="47306"/>
                  <a:pt x="60236" y="46772"/>
                  <a:pt x="56271" y="43875"/>
                </a:cubicBezTo>
                <a:cubicBezTo>
                  <a:pt x="51391" y="40291"/>
                  <a:pt x="49434" y="33963"/>
                  <a:pt x="48367" y="28016"/>
                </a:cubicBezTo>
                <a:cubicBezTo>
                  <a:pt x="46424" y="17002"/>
                  <a:pt x="40341" y="1"/>
                  <a:pt x="2805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9" name="Google Shape;1319;p172"/>
          <p:cNvSpPr/>
          <p:nvPr/>
        </p:nvSpPr>
        <p:spPr>
          <a:xfrm rot="6284368">
            <a:off x="8030158" y="1526863"/>
            <a:ext cx="530615" cy="371390"/>
          </a:xfrm>
          <a:custGeom>
            <a:rect b="b" l="l" r="r" t="t"/>
            <a:pathLst>
              <a:path extrusionOk="0" fill="none" h="8362" w="11947">
                <a:moveTo>
                  <a:pt x="1" y="0"/>
                </a:moveTo>
                <a:cubicBezTo>
                  <a:pt x="1297" y="636"/>
                  <a:pt x="306" y="2643"/>
                  <a:pt x="1577" y="3279"/>
                </a:cubicBezTo>
                <a:cubicBezTo>
                  <a:pt x="2898" y="3914"/>
                  <a:pt x="3839" y="1906"/>
                  <a:pt x="5135" y="2542"/>
                </a:cubicBezTo>
                <a:cubicBezTo>
                  <a:pt x="6456" y="3177"/>
                  <a:pt x="5465" y="5185"/>
                  <a:pt x="6761" y="5820"/>
                </a:cubicBezTo>
                <a:cubicBezTo>
                  <a:pt x="8058" y="6456"/>
                  <a:pt x="9023" y="4448"/>
                  <a:pt x="10320" y="5083"/>
                </a:cubicBezTo>
                <a:cubicBezTo>
                  <a:pt x="11616" y="5719"/>
                  <a:pt x="10650" y="7727"/>
                  <a:pt x="11946" y="8362"/>
                </a:cubicBezTo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0" name="Google Shape;1320;p172"/>
          <p:cNvSpPr/>
          <p:nvPr/>
        </p:nvSpPr>
        <p:spPr>
          <a:xfrm>
            <a:off x="922650" y="1408714"/>
            <a:ext cx="266197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1" name="Google Shape;1321;p172"/>
          <p:cNvSpPr/>
          <p:nvPr/>
        </p:nvSpPr>
        <p:spPr>
          <a:xfrm>
            <a:off x="8048375" y="4193689"/>
            <a:ext cx="266197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2" name="Google Shape;1322;p172"/>
          <p:cNvSpPr txBox="1"/>
          <p:nvPr/>
        </p:nvSpPr>
        <p:spPr>
          <a:xfrm>
            <a:off x="2430225" y="507575"/>
            <a:ext cx="843900" cy="447600"/>
          </a:xfrm>
          <a:prstGeom prst="rect">
            <a:avLst/>
          </a:prstGeom>
          <a:solidFill>
            <a:srgbClr val="FFE4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400">
                <a:solidFill>
                  <a:srgbClr val="292929"/>
                </a:solidFill>
                <a:latin typeface="Krona One"/>
                <a:ea typeface="Krona One"/>
                <a:cs typeface="Krona One"/>
                <a:sym typeface="Krona One"/>
              </a:rPr>
              <a:t>02</a:t>
            </a:r>
            <a:endParaRPr b="1" sz="2400">
              <a:solidFill>
                <a:srgbClr val="292929"/>
              </a:solidFill>
              <a:latin typeface="Krona One"/>
              <a:ea typeface="Krona One"/>
              <a:cs typeface="Krona One"/>
              <a:sym typeface="Krona On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p173"/>
          <p:cNvSpPr/>
          <p:nvPr/>
        </p:nvSpPr>
        <p:spPr>
          <a:xfrm rot="-9670427">
            <a:off x="4356379" y="2744521"/>
            <a:ext cx="2997916" cy="2964231"/>
          </a:xfrm>
          <a:custGeom>
            <a:rect b="b" l="l" r="r" t="t"/>
            <a:pathLst>
              <a:path extrusionOk="0" h="80518" w="81433">
                <a:moveTo>
                  <a:pt x="28054" y="1"/>
                </a:moveTo>
                <a:cubicBezTo>
                  <a:pt x="25711" y="1"/>
                  <a:pt x="23142" y="619"/>
                  <a:pt x="20333" y="2015"/>
                </a:cubicBezTo>
                <a:cubicBezTo>
                  <a:pt x="6227" y="9005"/>
                  <a:pt x="0" y="29769"/>
                  <a:pt x="12937" y="41054"/>
                </a:cubicBezTo>
                <a:cubicBezTo>
                  <a:pt x="20663" y="47764"/>
                  <a:pt x="32533" y="47916"/>
                  <a:pt x="40157" y="54728"/>
                </a:cubicBezTo>
                <a:cubicBezTo>
                  <a:pt x="48519" y="62149"/>
                  <a:pt x="50654" y="76509"/>
                  <a:pt x="61329" y="79940"/>
                </a:cubicBezTo>
                <a:cubicBezTo>
                  <a:pt x="62549" y="80333"/>
                  <a:pt x="63804" y="80517"/>
                  <a:pt x="65058" y="80517"/>
                </a:cubicBezTo>
                <a:cubicBezTo>
                  <a:pt x="71507" y="80517"/>
                  <a:pt x="77931" y="75645"/>
                  <a:pt x="79526" y="69240"/>
                </a:cubicBezTo>
                <a:cubicBezTo>
                  <a:pt x="81433" y="61590"/>
                  <a:pt x="76959" y="53101"/>
                  <a:pt x="69868" y="49543"/>
                </a:cubicBezTo>
                <a:cubicBezTo>
                  <a:pt x="65446" y="47306"/>
                  <a:pt x="60236" y="46772"/>
                  <a:pt x="56271" y="43875"/>
                </a:cubicBezTo>
                <a:cubicBezTo>
                  <a:pt x="51391" y="40291"/>
                  <a:pt x="49434" y="33963"/>
                  <a:pt x="48367" y="28016"/>
                </a:cubicBezTo>
                <a:cubicBezTo>
                  <a:pt x="46424" y="17002"/>
                  <a:pt x="40341" y="1"/>
                  <a:pt x="2805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8" name="Google Shape;1328;p173"/>
          <p:cNvSpPr/>
          <p:nvPr/>
        </p:nvSpPr>
        <p:spPr>
          <a:xfrm rot="-9788680">
            <a:off x="6228993" y="-652993"/>
            <a:ext cx="4638080" cy="3518221"/>
          </a:xfrm>
          <a:custGeom>
            <a:rect b="b" l="l" r="r" t="t"/>
            <a:pathLst>
              <a:path extrusionOk="0" h="70100" w="92413">
                <a:moveTo>
                  <a:pt x="64951" y="1"/>
                </a:moveTo>
                <a:cubicBezTo>
                  <a:pt x="62821" y="1"/>
                  <a:pt x="60692" y="356"/>
                  <a:pt x="58686" y="1088"/>
                </a:cubicBezTo>
                <a:cubicBezTo>
                  <a:pt x="48087" y="4951"/>
                  <a:pt x="43233" y="17227"/>
                  <a:pt x="34109" y="23860"/>
                </a:cubicBezTo>
                <a:cubicBezTo>
                  <a:pt x="26636" y="29325"/>
                  <a:pt x="16623" y="30748"/>
                  <a:pt x="9633" y="36797"/>
                </a:cubicBezTo>
                <a:cubicBezTo>
                  <a:pt x="2796" y="42693"/>
                  <a:pt x="1" y="53317"/>
                  <a:pt x="4245" y="61323"/>
                </a:cubicBezTo>
                <a:cubicBezTo>
                  <a:pt x="7105" y="66733"/>
                  <a:pt x="13294" y="70099"/>
                  <a:pt x="19296" y="70099"/>
                </a:cubicBezTo>
                <a:cubicBezTo>
                  <a:pt x="22148" y="70099"/>
                  <a:pt x="24958" y="69339"/>
                  <a:pt x="27348" y="67677"/>
                </a:cubicBezTo>
                <a:cubicBezTo>
                  <a:pt x="34134" y="62899"/>
                  <a:pt x="36015" y="53063"/>
                  <a:pt x="43030" y="48666"/>
                </a:cubicBezTo>
                <a:cubicBezTo>
                  <a:pt x="49384" y="44701"/>
                  <a:pt x="57618" y="46506"/>
                  <a:pt x="64989" y="45083"/>
                </a:cubicBezTo>
                <a:cubicBezTo>
                  <a:pt x="83542" y="41524"/>
                  <a:pt x="92413" y="15473"/>
                  <a:pt x="76019" y="3528"/>
                </a:cubicBezTo>
                <a:cubicBezTo>
                  <a:pt x="72835" y="1218"/>
                  <a:pt x="68891" y="1"/>
                  <a:pt x="6495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9" name="Google Shape;1329;p173"/>
          <p:cNvSpPr txBox="1"/>
          <p:nvPr>
            <p:ph type="title"/>
          </p:nvPr>
        </p:nvSpPr>
        <p:spPr>
          <a:xfrm flipH="1">
            <a:off x="713300" y="2433200"/>
            <a:ext cx="3921000" cy="14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Le code</a:t>
            </a:r>
            <a:endParaRPr/>
          </a:p>
        </p:txBody>
      </p:sp>
      <p:sp>
        <p:nvSpPr>
          <p:cNvPr id="1330" name="Google Shape;1330;p173"/>
          <p:cNvSpPr txBox="1"/>
          <p:nvPr>
            <p:ph idx="2" type="title"/>
          </p:nvPr>
        </p:nvSpPr>
        <p:spPr>
          <a:xfrm flipH="1">
            <a:off x="713100" y="1287100"/>
            <a:ext cx="1585200" cy="101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03</a:t>
            </a:r>
            <a:endParaRPr/>
          </a:p>
        </p:txBody>
      </p:sp>
      <p:sp>
        <p:nvSpPr>
          <p:cNvPr id="1331" name="Google Shape;1331;p173"/>
          <p:cNvSpPr/>
          <p:nvPr/>
        </p:nvSpPr>
        <p:spPr>
          <a:xfrm>
            <a:off x="6840650" y="546300"/>
            <a:ext cx="1297150" cy="4580903"/>
          </a:xfrm>
          <a:custGeom>
            <a:rect b="b" l="l" r="r" t="t"/>
            <a:pathLst>
              <a:path extrusionOk="0" h="38045" w="10773">
                <a:moveTo>
                  <a:pt x="6657" y="14833"/>
                </a:moveTo>
                <a:cubicBezTo>
                  <a:pt x="6657" y="14833"/>
                  <a:pt x="6778" y="14955"/>
                  <a:pt x="6717" y="14985"/>
                </a:cubicBezTo>
                <a:cubicBezTo>
                  <a:pt x="6687" y="15046"/>
                  <a:pt x="6687" y="15259"/>
                  <a:pt x="6717" y="15350"/>
                </a:cubicBezTo>
                <a:cubicBezTo>
                  <a:pt x="6778" y="15411"/>
                  <a:pt x="6778" y="15533"/>
                  <a:pt x="6778" y="15685"/>
                </a:cubicBezTo>
                <a:cubicBezTo>
                  <a:pt x="6717" y="15806"/>
                  <a:pt x="6687" y="16140"/>
                  <a:pt x="6717" y="16171"/>
                </a:cubicBezTo>
                <a:cubicBezTo>
                  <a:pt x="6717" y="16201"/>
                  <a:pt x="6809" y="16505"/>
                  <a:pt x="6839" y="16596"/>
                </a:cubicBezTo>
                <a:cubicBezTo>
                  <a:pt x="6839" y="16657"/>
                  <a:pt x="6809" y="16870"/>
                  <a:pt x="6809" y="16870"/>
                </a:cubicBezTo>
                <a:cubicBezTo>
                  <a:pt x="6809" y="16870"/>
                  <a:pt x="6201" y="15897"/>
                  <a:pt x="6110" y="15806"/>
                </a:cubicBezTo>
                <a:cubicBezTo>
                  <a:pt x="6049" y="15715"/>
                  <a:pt x="6110" y="15593"/>
                  <a:pt x="6170" y="15563"/>
                </a:cubicBezTo>
                <a:cubicBezTo>
                  <a:pt x="6201" y="15533"/>
                  <a:pt x="6231" y="15381"/>
                  <a:pt x="6322" y="15289"/>
                </a:cubicBezTo>
                <a:cubicBezTo>
                  <a:pt x="6383" y="15229"/>
                  <a:pt x="6657" y="14894"/>
                  <a:pt x="6657" y="14833"/>
                </a:cubicBezTo>
                <a:close/>
                <a:moveTo>
                  <a:pt x="4073" y="24955"/>
                </a:moveTo>
                <a:cubicBezTo>
                  <a:pt x="4103" y="24986"/>
                  <a:pt x="4225" y="25685"/>
                  <a:pt x="4377" y="25867"/>
                </a:cubicBezTo>
                <a:cubicBezTo>
                  <a:pt x="4529" y="26049"/>
                  <a:pt x="4590" y="26293"/>
                  <a:pt x="4590" y="26445"/>
                </a:cubicBezTo>
                <a:cubicBezTo>
                  <a:pt x="4620" y="26597"/>
                  <a:pt x="4742" y="26992"/>
                  <a:pt x="4833" y="27113"/>
                </a:cubicBezTo>
                <a:cubicBezTo>
                  <a:pt x="4894" y="27235"/>
                  <a:pt x="4985" y="27600"/>
                  <a:pt x="5137" y="27812"/>
                </a:cubicBezTo>
                <a:cubicBezTo>
                  <a:pt x="5289" y="27995"/>
                  <a:pt x="5289" y="27904"/>
                  <a:pt x="5441" y="28329"/>
                </a:cubicBezTo>
                <a:cubicBezTo>
                  <a:pt x="5593" y="28755"/>
                  <a:pt x="5654" y="29271"/>
                  <a:pt x="5745" y="29697"/>
                </a:cubicBezTo>
                <a:cubicBezTo>
                  <a:pt x="5806" y="30122"/>
                  <a:pt x="5927" y="31156"/>
                  <a:pt x="6049" y="31490"/>
                </a:cubicBezTo>
                <a:cubicBezTo>
                  <a:pt x="6140" y="31794"/>
                  <a:pt x="6353" y="32736"/>
                  <a:pt x="6353" y="32736"/>
                </a:cubicBezTo>
                <a:lnTo>
                  <a:pt x="6231" y="32584"/>
                </a:lnTo>
                <a:lnTo>
                  <a:pt x="5958" y="32098"/>
                </a:lnTo>
                <a:cubicBezTo>
                  <a:pt x="5958" y="32098"/>
                  <a:pt x="6049" y="32007"/>
                  <a:pt x="5958" y="31855"/>
                </a:cubicBezTo>
                <a:cubicBezTo>
                  <a:pt x="5897" y="31673"/>
                  <a:pt x="5532" y="31308"/>
                  <a:pt x="5471" y="31034"/>
                </a:cubicBezTo>
                <a:cubicBezTo>
                  <a:pt x="5380" y="30761"/>
                  <a:pt x="5106" y="30153"/>
                  <a:pt x="4985" y="29788"/>
                </a:cubicBezTo>
                <a:cubicBezTo>
                  <a:pt x="4863" y="29423"/>
                  <a:pt x="4195" y="28572"/>
                  <a:pt x="3739" y="28268"/>
                </a:cubicBezTo>
                <a:cubicBezTo>
                  <a:pt x="3222" y="27964"/>
                  <a:pt x="2736" y="27600"/>
                  <a:pt x="2705" y="27569"/>
                </a:cubicBezTo>
                <a:cubicBezTo>
                  <a:pt x="2675" y="27539"/>
                  <a:pt x="2705" y="27296"/>
                  <a:pt x="2827" y="27083"/>
                </a:cubicBezTo>
                <a:cubicBezTo>
                  <a:pt x="2918" y="26840"/>
                  <a:pt x="4073" y="24955"/>
                  <a:pt x="4073" y="24955"/>
                </a:cubicBezTo>
                <a:close/>
                <a:moveTo>
                  <a:pt x="9301" y="0"/>
                </a:moveTo>
                <a:cubicBezTo>
                  <a:pt x="9119" y="0"/>
                  <a:pt x="9088" y="244"/>
                  <a:pt x="8967" y="456"/>
                </a:cubicBezTo>
                <a:cubicBezTo>
                  <a:pt x="8815" y="639"/>
                  <a:pt x="8815" y="608"/>
                  <a:pt x="8693" y="669"/>
                </a:cubicBezTo>
                <a:cubicBezTo>
                  <a:pt x="8602" y="760"/>
                  <a:pt x="8450" y="1095"/>
                  <a:pt x="8298" y="1399"/>
                </a:cubicBezTo>
                <a:cubicBezTo>
                  <a:pt x="8176" y="1703"/>
                  <a:pt x="8085" y="1733"/>
                  <a:pt x="8055" y="1763"/>
                </a:cubicBezTo>
                <a:cubicBezTo>
                  <a:pt x="8049" y="1775"/>
                  <a:pt x="8044" y="1779"/>
                  <a:pt x="8038" y="1779"/>
                </a:cubicBezTo>
                <a:cubicBezTo>
                  <a:pt x="8022" y="1779"/>
                  <a:pt x="8004" y="1754"/>
                  <a:pt x="7973" y="1754"/>
                </a:cubicBezTo>
                <a:cubicBezTo>
                  <a:pt x="7948" y="1754"/>
                  <a:pt x="7916" y="1769"/>
                  <a:pt x="7872" y="1824"/>
                </a:cubicBezTo>
                <a:cubicBezTo>
                  <a:pt x="7751" y="1976"/>
                  <a:pt x="7265" y="2523"/>
                  <a:pt x="7143" y="2645"/>
                </a:cubicBezTo>
                <a:cubicBezTo>
                  <a:pt x="7021" y="2736"/>
                  <a:pt x="6565" y="3222"/>
                  <a:pt x="6170" y="3648"/>
                </a:cubicBezTo>
                <a:cubicBezTo>
                  <a:pt x="5745" y="4043"/>
                  <a:pt x="5015" y="4955"/>
                  <a:pt x="4955" y="5350"/>
                </a:cubicBezTo>
                <a:cubicBezTo>
                  <a:pt x="4955" y="5350"/>
                  <a:pt x="4590" y="5684"/>
                  <a:pt x="4529" y="5988"/>
                </a:cubicBezTo>
                <a:cubicBezTo>
                  <a:pt x="4438" y="6292"/>
                  <a:pt x="4529" y="6596"/>
                  <a:pt x="4407" y="6627"/>
                </a:cubicBezTo>
                <a:cubicBezTo>
                  <a:pt x="4286" y="6718"/>
                  <a:pt x="4043" y="7022"/>
                  <a:pt x="3891" y="7083"/>
                </a:cubicBezTo>
                <a:cubicBezTo>
                  <a:pt x="3739" y="7204"/>
                  <a:pt x="3891" y="7295"/>
                  <a:pt x="3982" y="7326"/>
                </a:cubicBezTo>
                <a:cubicBezTo>
                  <a:pt x="4134" y="7356"/>
                  <a:pt x="4134" y="7387"/>
                  <a:pt x="4103" y="7478"/>
                </a:cubicBezTo>
                <a:cubicBezTo>
                  <a:pt x="4073" y="7539"/>
                  <a:pt x="3799" y="7782"/>
                  <a:pt x="4195" y="7964"/>
                </a:cubicBezTo>
                <a:cubicBezTo>
                  <a:pt x="4195" y="7964"/>
                  <a:pt x="3921" y="8238"/>
                  <a:pt x="4043" y="8268"/>
                </a:cubicBezTo>
                <a:cubicBezTo>
                  <a:pt x="4103" y="8298"/>
                  <a:pt x="4195" y="8390"/>
                  <a:pt x="4103" y="8542"/>
                </a:cubicBezTo>
                <a:cubicBezTo>
                  <a:pt x="4043" y="8694"/>
                  <a:pt x="3891" y="9028"/>
                  <a:pt x="4681" y="9149"/>
                </a:cubicBezTo>
                <a:cubicBezTo>
                  <a:pt x="4681" y="9149"/>
                  <a:pt x="4681" y="9271"/>
                  <a:pt x="4559" y="9301"/>
                </a:cubicBezTo>
                <a:cubicBezTo>
                  <a:pt x="4438" y="9332"/>
                  <a:pt x="4377" y="9453"/>
                  <a:pt x="4286" y="9666"/>
                </a:cubicBezTo>
                <a:cubicBezTo>
                  <a:pt x="4225" y="9879"/>
                  <a:pt x="4286" y="9818"/>
                  <a:pt x="3921" y="10031"/>
                </a:cubicBezTo>
                <a:cubicBezTo>
                  <a:pt x="3526" y="10213"/>
                  <a:pt x="2979" y="10669"/>
                  <a:pt x="2827" y="10882"/>
                </a:cubicBezTo>
                <a:cubicBezTo>
                  <a:pt x="2675" y="11125"/>
                  <a:pt x="2675" y="11186"/>
                  <a:pt x="2553" y="11429"/>
                </a:cubicBezTo>
                <a:cubicBezTo>
                  <a:pt x="2432" y="11612"/>
                  <a:pt x="2462" y="11642"/>
                  <a:pt x="2462" y="11794"/>
                </a:cubicBezTo>
                <a:cubicBezTo>
                  <a:pt x="2432" y="11915"/>
                  <a:pt x="2310" y="12159"/>
                  <a:pt x="2158" y="12311"/>
                </a:cubicBezTo>
                <a:cubicBezTo>
                  <a:pt x="2067" y="12463"/>
                  <a:pt x="1763" y="12675"/>
                  <a:pt x="1793" y="12767"/>
                </a:cubicBezTo>
                <a:cubicBezTo>
                  <a:pt x="1824" y="12858"/>
                  <a:pt x="1915" y="12858"/>
                  <a:pt x="1915" y="12858"/>
                </a:cubicBezTo>
                <a:cubicBezTo>
                  <a:pt x="1915" y="12858"/>
                  <a:pt x="1915" y="13010"/>
                  <a:pt x="1854" y="13222"/>
                </a:cubicBezTo>
                <a:cubicBezTo>
                  <a:pt x="1824" y="13405"/>
                  <a:pt x="1945" y="13526"/>
                  <a:pt x="1824" y="13678"/>
                </a:cubicBezTo>
                <a:cubicBezTo>
                  <a:pt x="1672" y="13830"/>
                  <a:pt x="1672" y="13891"/>
                  <a:pt x="1733" y="13891"/>
                </a:cubicBezTo>
                <a:cubicBezTo>
                  <a:pt x="1778" y="13906"/>
                  <a:pt x="1839" y="13906"/>
                  <a:pt x="1888" y="13906"/>
                </a:cubicBezTo>
                <a:cubicBezTo>
                  <a:pt x="1938" y="13906"/>
                  <a:pt x="1976" y="13906"/>
                  <a:pt x="1976" y="13922"/>
                </a:cubicBezTo>
                <a:cubicBezTo>
                  <a:pt x="1976" y="13982"/>
                  <a:pt x="1945" y="14378"/>
                  <a:pt x="1945" y="14438"/>
                </a:cubicBezTo>
                <a:cubicBezTo>
                  <a:pt x="1945" y="14469"/>
                  <a:pt x="1945" y="14621"/>
                  <a:pt x="2037" y="14621"/>
                </a:cubicBezTo>
                <a:cubicBezTo>
                  <a:pt x="2037" y="14621"/>
                  <a:pt x="1793" y="15988"/>
                  <a:pt x="1945" y="16596"/>
                </a:cubicBezTo>
                <a:cubicBezTo>
                  <a:pt x="1945" y="16596"/>
                  <a:pt x="1854" y="16596"/>
                  <a:pt x="1854" y="16779"/>
                </a:cubicBezTo>
                <a:cubicBezTo>
                  <a:pt x="1854" y="16931"/>
                  <a:pt x="1793" y="17964"/>
                  <a:pt x="1976" y="18451"/>
                </a:cubicBezTo>
                <a:cubicBezTo>
                  <a:pt x="2158" y="18937"/>
                  <a:pt x="2553" y="20001"/>
                  <a:pt x="2614" y="20213"/>
                </a:cubicBezTo>
                <a:cubicBezTo>
                  <a:pt x="2614" y="20213"/>
                  <a:pt x="2462" y="20609"/>
                  <a:pt x="2006" y="21217"/>
                </a:cubicBezTo>
                <a:cubicBezTo>
                  <a:pt x="1550" y="21824"/>
                  <a:pt x="790" y="23253"/>
                  <a:pt x="486" y="24803"/>
                </a:cubicBezTo>
                <a:cubicBezTo>
                  <a:pt x="213" y="26353"/>
                  <a:pt x="0" y="27448"/>
                  <a:pt x="152" y="27843"/>
                </a:cubicBezTo>
                <a:cubicBezTo>
                  <a:pt x="334" y="28208"/>
                  <a:pt x="942" y="28724"/>
                  <a:pt x="1216" y="28967"/>
                </a:cubicBezTo>
                <a:cubicBezTo>
                  <a:pt x="1429" y="29241"/>
                  <a:pt x="2097" y="29788"/>
                  <a:pt x="2492" y="30396"/>
                </a:cubicBezTo>
                <a:cubicBezTo>
                  <a:pt x="2948" y="31004"/>
                  <a:pt x="3252" y="31095"/>
                  <a:pt x="3556" y="31490"/>
                </a:cubicBezTo>
                <a:cubicBezTo>
                  <a:pt x="3860" y="31855"/>
                  <a:pt x="4164" y="32281"/>
                  <a:pt x="4225" y="32433"/>
                </a:cubicBezTo>
                <a:cubicBezTo>
                  <a:pt x="4225" y="32463"/>
                  <a:pt x="4255" y="32524"/>
                  <a:pt x="4255" y="32524"/>
                </a:cubicBezTo>
                <a:cubicBezTo>
                  <a:pt x="4242" y="32524"/>
                  <a:pt x="4216" y="32512"/>
                  <a:pt x="4192" y="32512"/>
                </a:cubicBezTo>
                <a:cubicBezTo>
                  <a:pt x="4162" y="32512"/>
                  <a:pt x="4134" y="32530"/>
                  <a:pt x="4134" y="32615"/>
                </a:cubicBezTo>
                <a:cubicBezTo>
                  <a:pt x="4134" y="32828"/>
                  <a:pt x="4316" y="33162"/>
                  <a:pt x="4103" y="33223"/>
                </a:cubicBezTo>
                <a:cubicBezTo>
                  <a:pt x="3860" y="33314"/>
                  <a:pt x="3769" y="33284"/>
                  <a:pt x="3647" y="33375"/>
                </a:cubicBezTo>
                <a:cubicBezTo>
                  <a:pt x="3526" y="33527"/>
                  <a:pt x="3374" y="33496"/>
                  <a:pt x="3252" y="33588"/>
                </a:cubicBezTo>
                <a:cubicBezTo>
                  <a:pt x="3161" y="33648"/>
                  <a:pt x="3040" y="33618"/>
                  <a:pt x="2948" y="33740"/>
                </a:cubicBezTo>
                <a:cubicBezTo>
                  <a:pt x="2888" y="33800"/>
                  <a:pt x="2857" y="33952"/>
                  <a:pt x="2766" y="33952"/>
                </a:cubicBezTo>
                <a:cubicBezTo>
                  <a:pt x="2757" y="33952"/>
                  <a:pt x="2731" y="33952"/>
                  <a:pt x="2695" y="33952"/>
                </a:cubicBezTo>
                <a:cubicBezTo>
                  <a:pt x="2492" y="33952"/>
                  <a:pt x="1934" y="33973"/>
                  <a:pt x="1702" y="34256"/>
                </a:cubicBezTo>
                <a:cubicBezTo>
                  <a:pt x="1429" y="34591"/>
                  <a:pt x="1520" y="35107"/>
                  <a:pt x="2462" y="35138"/>
                </a:cubicBezTo>
                <a:cubicBezTo>
                  <a:pt x="2534" y="35140"/>
                  <a:pt x="2604" y="35141"/>
                  <a:pt x="2671" y="35141"/>
                </a:cubicBezTo>
                <a:cubicBezTo>
                  <a:pt x="3487" y="35141"/>
                  <a:pt x="3984" y="34983"/>
                  <a:pt x="4377" y="34955"/>
                </a:cubicBezTo>
                <a:cubicBezTo>
                  <a:pt x="4509" y="34935"/>
                  <a:pt x="4732" y="34928"/>
                  <a:pt x="4970" y="34928"/>
                </a:cubicBezTo>
                <a:cubicBezTo>
                  <a:pt x="5448" y="34928"/>
                  <a:pt x="5988" y="34955"/>
                  <a:pt x="5988" y="34955"/>
                </a:cubicBezTo>
                <a:cubicBezTo>
                  <a:pt x="5988" y="34955"/>
                  <a:pt x="5927" y="35047"/>
                  <a:pt x="5927" y="35138"/>
                </a:cubicBezTo>
                <a:cubicBezTo>
                  <a:pt x="5897" y="35259"/>
                  <a:pt x="5958" y="35290"/>
                  <a:pt x="5836" y="35350"/>
                </a:cubicBezTo>
                <a:cubicBezTo>
                  <a:pt x="5775" y="35442"/>
                  <a:pt x="5654" y="35563"/>
                  <a:pt x="5654" y="35624"/>
                </a:cubicBezTo>
                <a:cubicBezTo>
                  <a:pt x="5623" y="35715"/>
                  <a:pt x="5654" y="35746"/>
                  <a:pt x="5471" y="35776"/>
                </a:cubicBezTo>
                <a:cubicBezTo>
                  <a:pt x="5289" y="35806"/>
                  <a:pt x="5198" y="35898"/>
                  <a:pt x="5198" y="35898"/>
                </a:cubicBezTo>
                <a:cubicBezTo>
                  <a:pt x="5137" y="35958"/>
                  <a:pt x="5076" y="36019"/>
                  <a:pt x="5015" y="36019"/>
                </a:cubicBezTo>
                <a:cubicBezTo>
                  <a:pt x="4955" y="36019"/>
                  <a:pt x="4907" y="35965"/>
                  <a:pt x="4855" y="35965"/>
                </a:cubicBezTo>
                <a:cubicBezTo>
                  <a:pt x="4830" y="35965"/>
                  <a:pt x="4803" y="35979"/>
                  <a:pt x="4772" y="36019"/>
                </a:cubicBezTo>
                <a:cubicBezTo>
                  <a:pt x="4711" y="36110"/>
                  <a:pt x="4711" y="36110"/>
                  <a:pt x="4590" y="36232"/>
                </a:cubicBezTo>
                <a:cubicBezTo>
                  <a:pt x="4468" y="36354"/>
                  <a:pt x="4438" y="36414"/>
                  <a:pt x="4377" y="36414"/>
                </a:cubicBezTo>
                <a:cubicBezTo>
                  <a:pt x="4286" y="36475"/>
                  <a:pt x="3921" y="36657"/>
                  <a:pt x="3647" y="36657"/>
                </a:cubicBezTo>
                <a:cubicBezTo>
                  <a:pt x="3344" y="36657"/>
                  <a:pt x="2918" y="36688"/>
                  <a:pt x="2857" y="37113"/>
                </a:cubicBezTo>
                <a:cubicBezTo>
                  <a:pt x="2766" y="37539"/>
                  <a:pt x="3496" y="37934"/>
                  <a:pt x="3982" y="38025"/>
                </a:cubicBezTo>
                <a:cubicBezTo>
                  <a:pt x="4088" y="38039"/>
                  <a:pt x="4229" y="38045"/>
                  <a:pt x="4391" y="38045"/>
                </a:cubicBezTo>
                <a:cubicBezTo>
                  <a:pt x="4967" y="38045"/>
                  <a:pt x="5820" y="37968"/>
                  <a:pt x="6413" y="37873"/>
                </a:cubicBezTo>
                <a:cubicBezTo>
                  <a:pt x="6574" y="37848"/>
                  <a:pt x="6780" y="37841"/>
                  <a:pt x="7005" y="37841"/>
                </a:cubicBezTo>
                <a:cubicBezTo>
                  <a:pt x="7247" y="37841"/>
                  <a:pt x="7512" y="37849"/>
                  <a:pt x="7767" y="37849"/>
                </a:cubicBezTo>
                <a:cubicBezTo>
                  <a:pt x="8394" y="37849"/>
                  <a:pt x="8963" y="37802"/>
                  <a:pt x="8997" y="37478"/>
                </a:cubicBezTo>
                <a:cubicBezTo>
                  <a:pt x="9088" y="36961"/>
                  <a:pt x="8997" y="36384"/>
                  <a:pt x="8876" y="36050"/>
                </a:cubicBezTo>
                <a:cubicBezTo>
                  <a:pt x="8789" y="35676"/>
                  <a:pt x="8703" y="34948"/>
                  <a:pt x="8514" y="34948"/>
                </a:cubicBezTo>
                <a:cubicBezTo>
                  <a:pt x="8503" y="34948"/>
                  <a:pt x="8492" y="34950"/>
                  <a:pt x="8480" y="34955"/>
                </a:cubicBezTo>
                <a:cubicBezTo>
                  <a:pt x="8480" y="34955"/>
                  <a:pt x="8389" y="34712"/>
                  <a:pt x="8420" y="34560"/>
                </a:cubicBezTo>
                <a:lnTo>
                  <a:pt x="8420" y="34226"/>
                </a:lnTo>
                <a:cubicBezTo>
                  <a:pt x="8420" y="34226"/>
                  <a:pt x="8427" y="34228"/>
                  <a:pt x="8439" y="34228"/>
                </a:cubicBezTo>
                <a:cubicBezTo>
                  <a:pt x="8473" y="34228"/>
                  <a:pt x="8541" y="34211"/>
                  <a:pt x="8541" y="34074"/>
                </a:cubicBezTo>
                <a:cubicBezTo>
                  <a:pt x="8541" y="33891"/>
                  <a:pt x="8693" y="31673"/>
                  <a:pt x="8663" y="31004"/>
                </a:cubicBezTo>
                <a:cubicBezTo>
                  <a:pt x="8632" y="30274"/>
                  <a:pt x="8359" y="29241"/>
                  <a:pt x="7903" y="28208"/>
                </a:cubicBezTo>
                <a:cubicBezTo>
                  <a:pt x="7447" y="27204"/>
                  <a:pt x="7417" y="26961"/>
                  <a:pt x="7295" y="26657"/>
                </a:cubicBezTo>
                <a:cubicBezTo>
                  <a:pt x="7204" y="26384"/>
                  <a:pt x="7052" y="25989"/>
                  <a:pt x="7113" y="25472"/>
                </a:cubicBezTo>
                <a:cubicBezTo>
                  <a:pt x="7143" y="25016"/>
                  <a:pt x="7143" y="22949"/>
                  <a:pt x="7143" y="22949"/>
                </a:cubicBezTo>
                <a:cubicBezTo>
                  <a:pt x="7143" y="22949"/>
                  <a:pt x="7143" y="22888"/>
                  <a:pt x="7325" y="22827"/>
                </a:cubicBezTo>
                <a:cubicBezTo>
                  <a:pt x="7508" y="22736"/>
                  <a:pt x="7660" y="22676"/>
                  <a:pt x="7721" y="22645"/>
                </a:cubicBezTo>
                <a:cubicBezTo>
                  <a:pt x="7726" y="22633"/>
                  <a:pt x="7731" y="22630"/>
                  <a:pt x="7736" y="22630"/>
                </a:cubicBezTo>
                <a:cubicBezTo>
                  <a:pt x="7745" y="22630"/>
                  <a:pt x="7754" y="22642"/>
                  <a:pt x="7772" y="22642"/>
                </a:cubicBezTo>
                <a:cubicBezTo>
                  <a:pt x="7796" y="22642"/>
                  <a:pt x="7833" y="22621"/>
                  <a:pt x="7903" y="22524"/>
                </a:cubicBezTo>
                <a:cubicBezTo>
                  <a:pt x="8055" y="22280"/>
                  <a:pt x="8176" y="21885"/>
                  <a:pt x="8237" y="21794"/>
                </a:cubicBezTo>
                <a:cubicBezTo>
                  <a:pt x="8328" y="21733"/>
                  <a:pt x="8237" y="21642"/>
                  <a:pt x="8328" y="21338"/>
                </a:cubicBezTo>
                <a:cubicBezTo>
                  <a:pt x="8389" y="21034"/>
                  <a:pt x="8389" y="20153"/>
                  <a:pt x="8420" y="19970"/>
                </a:cubicBezTo>
                <a:cubicBezTo>
                  <a:pt x="8480" y="19788"/>
                  <a:pt x="8511" y="19788"/>
                  <a:pt x="8511" y="19788"/>
                </a:cubicBezTo>
                <a:cubicBezTo>
                  <a:pt x="8511" y="19788"/>
                  <a:pt x="8522" y="19834"/>
                  <a:pt x="8531" y="19834"/>
                </a:cubicBezTo>
                <a:cubicBezTo>
                  <a:pt x="8537" y="19834"/>
                  <a:pt x="8541" y="19816"/>
                  <a:pt x="8541" y="19758"/>
                </a:cubicBezTo>
                <a:cubicBezTo>
                  <a:pt x="8572" y="19545"/>
                  <a:pt x="8572" y="18998"/>
                  <a:pt x="8572" y="18998"/>
                </a:cubicBezTo>
                <a:cubicBezTo>
                  <a:pt x="8572" y="18998"/>
                  <a:pt x="8663" y="18998"/>
                  <a:pt x="8724" y="18846"/>
                </a:cubicBezTo>
                <a:cubicBezTo>
                  <a:pt x="8815" y="18694"/>
                  <a:pt x="8784" y="18481"/>
                  <a:pt x="8724" y="18390"/>
                </a:cubicBezTo>
                <a:cubicBezTo>
                  <a:pt x="8693" y="18268"/>
                  <a:pt x="8693" y="18147"/>
                  <a:pt x="8724" y="18116"/>
                </a:cubicBezTo>
                <a:cubicBezTo>
                  <a:pt x="8724" y="18086"/>
                  <a:pt x="8815" y="17539"/>
                  <a:pt x="8815" y="17417"/>
                </a:cubicBezTo>
                <a:cubicBezTo>
                  <a:pt x="8815" y="17326"/>
                  <a:pt x="8784" y="17204"/>
                  <a:pt x="8784" y="17083"/>
                </a:cubicBezTo>
                <a:cubicBezTo>
                  <a:pt x="8784" y="16961"/>
                  <a:pt x="8784" y="16171"/>
                  <a:pt x="8724" y="16110"/>
                </a:cubicBezTo>
                <a:cubicBezTo>
                  <a:pt x="8724" y="15988"/>
                  <a:pt x="8693" y="15654"/>
                  <a:pt x="8693" y="15533"/>
                </a:cubicBezTo>
                <a:lnTo>
                  <a:pt x="8693" y="14925"/>
                </a:lnTo>
                <a:cubicBezTo>
                  <a:pt x="8693" y="14681"/>
                  <a:pt x="8693" y="14134"/>
                  <a:pt x="8724" y="13922"/>
                </a:cubicBezTo>
                <a:cubicBezTo>
                  <a:pt x="8724" y="13739"/>
                  <a:pt x="8815" y="13435"/>
                  <a:pt x="8845" y="13374"/>
                </a:cubicBezTo>
                <a:cubicBezTo>
                  <a:pt x="8876" y="13314"/>
                  <a:pt x="8967" y="13405"/>
                  <a:pt x="9028" y="13253"/>
                </a:cubicBezTo>
                <a:cubicBezTo>
                  <a:pt x="9149" y="13131"/>
                  <a:pt x="9149" y="12858"/>
                  <a:pt x="9180" y="12645"/>
                </a:cubicBezTo>
                <a:cubicBezTo>
                  <a:pt x="9240" y="12402"/>
                  <a:pt x="9180" y="12067"/>
                  <a:pt x="9271" y="12007"/>
                </a:cubicBezTo>
                <a:cubicBezTo>
                  <a:pt x="9331" y="11915"/>
                  <a:pt x="9483" y="11764"/>
                  <a:pt x="9544" y="11642"/>
                </a:cubicBezTo>
                <a:cubicBezTo>
                  <a:pt x="9575" y="11551"/>
                  <a:pt x="9635" y="11308"/>
                  <a:pt x="9453" y="11095"/>
                </a:cubicBezTo>
                <a:cubicBezTo>
                  <a:pt x="9271" y="10852"/>
                  <a:pt x="9088" y="10578"/>
                  <a:pt x="8997" y="10548"/>
                </a:cubicBezTo>
                <a:cubicBezTo>
                  <a:pt x="8936" y="10487"/>
                  <a:pt x="8845" y="10335"/>
                  <a:pt x="8845" y="10244"/>
                </a:cubicBezTo>
                <a:cubicBezTo>
                  <a:pt x="8845" y="10183"/>
                  <a:pt x="8997" y="9970"/>
                  <a:pt x="9028" y="9909"/>
                </a:cubicBezTo>
                <a:cubicBezTo>
                  <a:pt x="9088" y="9818"/>
                  <a:pt x="9149" y="8359"/>
                  <a:pt x="8572" y="7964"/>
                </a:cubicBezTo>
                <a:cubicBezTo>
                  <a:pt x="8572" y="7964"/>
                  <a:pt x="8815" y="7356"/>
                  <a:pt x="8632" y="7235"/>
                </a:cubicBezTo>
                <a:cubicBezTo>
                  <a:pt x="8632" y="7235"/>
                  <a:pt x="8997" y="5076"/>
                  <a:pt x="7477" y="4590"/>
                </a:cubicBezTo>
                <a:cubicBezTo>
                  <a:pt x="7477" y="4590"/>
                  <a:pt x="7812" y="4165"/>
                  <a:pt x="7933" y="4013"/>
                </a:cubicBezTo>
                <a:cubicBezTo>
                  <a:pt x="8055" y="3830"/>
                  <a:pt x="8328" y="3496"/>
                  <a:pt x="8268" y="3374"/>
                </a:cubicBezTo>
                <a:cubicBezTo>
                  <a:pt x="8237" y="3253"/>
                  <a:pt x="8268" y="3253"/>
                  <a:pt x="8480" y="3040"/>
                </a:cubicBezTo>
                <a:cubicBezTo>
                  <a:pt x="8663" y="2827"/>
                  <a:pt x="8967" y="2462"/>
                  <a:pt x="8876" y="2432"/>
                </a:cubicBezTo>
                <a:cubicBezTo>
                  <a:pt x="8876" y="2432"/>
                  <a:pt x="8936" y="2280"/>
                  <a:pt x="9028" y="2159"/>
                </a:cubicBezTo>
                <a:cubicBezTo>
                  <a:pt x="9149" y="2037"/>
                  <a:pt x="9180" y="2007"/>
                  <a:pt x="9423" y="1885"/>
                </a:cubicBezTo>
                <a:cubicBezTo>
                  <a:pt x="9635" y="1763"/>
                  <a:pt x="10000" y="1551"/>
                  <a:pt x="10213" y="1277"/>
                </a:cubicBezTo>
                <a:cubicBezTo>
                  <a:pt x="10421" y="1129"/>
                  <a:pt x="10773" y="546"/>
                  <a:pt x="10310" y="546"/>
                </a:cubicBezTo>
                <a:cubicBezTo>
                  <a:pt x="10298" y="546"/>
                  <a:pt x="10286" y="547"/>
                  <a:pt x="10274" y="548"/>
                </a:cubicBezTo>
                <a:cubicBezTo>
                  <a:pt x="10274" y="548"/>
                  <a:pt x="10294" y="287"/>
                  <a:pt x="10089" y="287"/>
                </a:cubicBezTo>
                <a:cubicBezTo>
                  <a:pt x="10042" y="287"/>
                  <a:pt x="9983" y="301"/>
                  <a:pt x="9909" y="335"/>
                </a:cubicBezTo>
                <a:cubicBezTo>
                  <a:pt x="9909" y="335"/>
                  <a:pt x="9909" y="62"/>
                  <a:pt x="9738" y="62"/>
                </a:cubicBezTo>
                <a:cubicBezTo>
                  <a:pt x="9667" y="62"/>
                  <a:pt x="9566" y="109"/>
                  <a:pt x="9423" y="244"/>
                </a:cubicBezTo>
                <a:cubicBezTo>
                  <a:pt x="9423" y="244"/>
                  <a:pt x="9514" y="0"/>
                  <a:pt x="930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2" name="Google Shape;1332;p173"/>
          <p:cNvSpPr/>
          <p:nvPr/>
        </p:nvSpPr>
        <p:spPr>
          <a:xfrm>
            <a:off x="4770825" y="1089846"/>
            <a:ext cx="1851308" cy="4037347"/>
          </a:xfrm>
          <a:custGeom>
            <a:rect b="b" l="l" r="r" t="t"/>
            <a:pathLst>
              <a:path extrusionOk="0" h="41431" w="18998">
                <a:moveTo>
                  <a:pt x="5264" y="1"/>
                </a:moveTo>
                <a:cubicBezTo>
                  <a:pt x="5159" y="1"/>
                  <a:pt x="5023" y="40"/>
                  <a:pt x="4894" y="88"/>
                </a:cubicBezTo>
                <a:cubicBezTo>
                  <a:pt x="4682" y="149"/>
                  <a:pt x="4499" y="332"/>
                  <a:pt x="4408" y="453"/>
                </a:cubicBezTo>
                <a:cubicBezTo>
                  <a:pt x="4378" y="575"/>
                  <a:pt x="4438" y="757"/>
                  <a:pt x="4408" y="909"/>
                </a:cubicBezTo>
                <a:cubicBezTo>
                  <a:pt x="4378" y="1061"/>
                  <a:pt x="4651" y="1365"/>
                  <a:pt x="4651" y="1395"/>
                </a:cubicBezTo>
                <a:cubicBezTo>
                  <a:pt x="4651" y="1395"/>
                  <a:pt x="4682" y="1547"/>
                  <a:pt x="4651" y="1639"/>
                </a:cubicBezTo>
                <a:cubicBezTo>
                  <a:pt x="4590" y="1699"/>
                  <a:pt x="4803" y="2095"/>
                  <a:pt x="4803" y="2095"/>
                </a:cubicBezTo>
                <a:cubicBezTo>
                  <a:pt x="4894" y="2307"/>
                  <a:pt x="4834" y="4040"/>
                  <a:pt x="4864" y="4526"/>
                </a:cubicBezTo>
                <a:cubicBezTo>
                  <a:pt x="4894" y="5043"/>
                  <a:pt x="4894" y="5590"/>
                  <a:pt x="4894" y="5590"/>
                </a:cubicBezTo>
                <a:lnTo>
                  <a:pt x="4803" y="5560"/>
                </a:lnTo>
                <a:cubicBezTo>
                  <a:pt x="4414" y="5337"/>
                  <a:pt x="3974" y="5191"/>
                  <a:pt x="3552" y="5191"/>
                </a:cubicBezTo>
                <a:cubicBezTo>
                  <a:pt x="3513" y="5191"/>
                  <a:pt x="3474" y="5192"/>
                  <a:pt x="3435" y="5195"/>
                </a:cubicBezTo>
                <a:cubicBezTo>
                  <a:pt x="2767" y="5286"/>
                  <a:pt x="2007" y="5620"/>
                  <a:pt x="1642" y="6168"/>
                </a:cubicBezTo>
                <a:cubicBezTo>
                  <a:pt x="1399" y="6471"/>
                  <a:pt x="1216" y="6806"/>
                  <a:pt x="1156" y="7171"/>
                </a:cubicBezTo>
                <a:cubicBezTo>
                  <a:pt x="1065" y="7444"/>
                  <a:pt x="1095" y="7718"/>
                  <a:pt x="1095" y="7991"/>
                </a:cubicBezTo>
                <a:cubicBezTo>
                  <a:pt x="1156" y="8174"/>
                  <a:pt x="1156" y="8356"/>
                  <a:pt x="1216" y="8508"/>
                </a:cubicBezTo>
                <a:cubicBezTo>
                  <a:pt x="1247" y="8660"/>
                  <a:pt x="1338" y="8812"/>
                  <a:pt x="1399" y="8964"/>
                </a:cubicBezTo>
                <a:cubicBezTo>
                  <a:pt x="1490" y="9116"/>
                  <a:pt x="1612" y="9237"/>
                  <a:pt x="1703" y="9389"/>
                </a:cubicBezTo>
                <a:cubicBezTo>
                  <a:pt x="2098" y="9754"/>
                  <a:pt x="2554" y="10058"/>
                  <a:pt x="2827" y="10575"/>
                </a:cubicBezTo>
                <a:cubicBezTo>
                  <a:pt x="2888" y="10727"/>
                  <a:pt x="2919" y="10818"/>
                  <a:pt x="2979" y="10970"/>
                </a:cubicBezTo>
                <a:cubicBezTo>
                  <a:pt x="3010" y="11122"/>
                  <a:pt x="3010" y="11274"/>
                  <a:pt x="3010" y="11426"/>
                </a:cubicBezTo>
                <a:cubicBezTo>
                  <a:pt x="2979" y="11669"/>
                  <a:pt x="2919" y="11943"/>
                  <a:pt x="2858" y="12155"/>
                </a:cubicBezTo>
                <a:cubicBezTo>
                  <a:pt x="2767" y="12338"/>
                  <a:pt x="2584" y="12459"/>
                  <a:pt x="2463" y="12642"/>
                </a:cubicBezTo>
                <a:cubicBezTo>
                  <a:pt x="2280" y="12885"/>
                  <a:pt x="1976" y="13219"/>
                  <a:pt x="1855" y="13523"/>
                </a:cubicBezTo>
                <a:cubicBezTo>
                  <a:pt x="1824" y="13645"/>
                  <a:pt x="2554" y="14222"/>
                  <a:pt x="2554" y="14222"/>
                </a:cubicBezTo>
                <a:cubicBezTo>
                  <a:pt x="2554" y="14222"/>
                  <a:pt x="2584" y="14283"/>
                  <a:pt x="2554" y="14618"/>
                </a:cubicBezTo>
                <a:cubicBezTo>
                  <a:pt x="2554" y="14982"/>
                  <a:pt x="2736" y="15529"/>
                  <a:pt x="3131" y="16228"/>
                </a:cubicBezTo>
                <a:cubicBezTo>
                  <a:pt x="3496" y="16958"/>
                  <a:pt x="4682" y="17657"/>
                  <a:pt x="4864" y="17809"/>
                </a:cubicBezTo>
                <a:cubicBezTo>
                  <a:pt x="5046" y="17961"/>
                  <a:pt x="5320" y="18113"/>
                  <a:pt x="5593" y="18235"/>
                </a:cubicBezTo>
                <a:cubicBezTo>
                  <a:pt x="5867" y="18356"/>
                  <a:pt x="5958" y="18630"/>
                  <a:pt x="6323" y="18812"/>
                </a:cubicBezTo>
                <a:cubicBezTo>
                  <a:pt x="6627" y="18994"/>
                  <a:pt x="7873" y="20058"/>
                  <a:pt x="7934" y="20150"/>
                </a:cubicBezTo>
                <a:cubicBezTo>
                  <a:pt x="7964" y="20180"/>
                  <a:pt x="7998" y="20190"/>
                  <a:pt x="8030" y="20190"/>
                </a:cubicBezTo>
                <a:cubicBezTo>
                  <a:pt x="8093" y="20190"/>
                  <a:pt x="8147" y="20150"/>
                  <a:pt x="8147" y="20150"/>
                </a:cubicBezTo>
                <a:lnTo>
                  <a:pt x="8390" y="20362"/>
                </a:lnTo>
                <a:cubicBezTo>
                  <a:pt x="8390" y="20362"/>
                  <a:pt x="8451" y="20362"/>
                  <a:pt x="8390" y="20393"/>
                </a:cubicBezTo>
                <a:cubicBezTo>
                  <a:pt x="8359" y="20453"/>
                  <a:pt x="8603" y="20849"/>
                  <a:pt x="8542" y="20970"/>
                </a:cubicBezTo>
                <a:cubicBezTo>
                  <a:pt x="8511" y="21061"/>
                  <a:pt x="8390" y="21122"/>
                  <a:pt x="8390" y="21396"/>
                </a:cubicBezTo>
                <a:cubicBezTo>
                  <a:pt x="8390" y="21608"/>
                  <a:pt x="8299" y="22034"/>
                  <a:pt x="8299" y="22034"/>
                </a:cubicBezTo>
                <a:cubicBezTo>
                  <a:pt x="7630" y="23645"/>
                  <a:pt x="8846" y="26715"/>
                  <a:pt x="8967" y="26928"/>
                </a:cubicBezTo>
                <a:cubicBezTo>
                  <a:pt x="9089" y="27171"/>
                  <a:pt x="9150" y="27627"/>
                  <a:pt x="9119" y="28447"/>
                </a:cubicBezTo>
                <a:cubicBezTo>
                  <a:pt x="9089" y="29299"/>
                  <a:pt x="9302" y="30423"/>
                  <a:pt x="9423" y="31031"/>
                </a:cubicBezTo>
                <a:cubicBezTo>
                  <a:pt x="9515" y="31639"/>
                  <a:pt x="9241" y="31913"/>
                  <a:pt x="9119" y="32034"/>
                </a:cubicBezTo>
                <a:cubicBezTo>
                  <a:pt x="8998" y="32156"/>
                  <a:pt x="8208" y="32338"/>
                  <a:pt x="7235" y="32946"/>
                </a:cubicBezTo>
                <a:cubicBezTo>
                  <a:pt x="6232" y="33554"/>
                  <a:pt x="4286" y="35651"/>
                  <a:pt x="4256" y="35682"/>
                </a:cubicBezTo>
                <a:cubicBezTo>
                  <a:pt x="4226" y="35712"/>
                  <a:pt x="3770" y="36138"/>
                  <a:pt x="3770" y="36138"/>
                </a:cubicBezTo>
                <a:cubicBezTo>
                  <a:pt x="3922" y="35986"/>
                  <a:pt x="3527" y="35894"/>
                  <a:pt x="3375" y="35682"/>
                </a:cubicBezTo>
                <a:cubicBezTo>
                  <a:pt x="3226" y="35444"/>
                  <a:pt x="2786" y="34769"/>
                  <a:pt x="2140" y="34769"/>
                </a:cubicBezTo>
                <a:cubicBezTo>
                  <a:pt x="2126" y="34769"/>
                  <a:pt x="2112" y="34769"/>
                  <a:pt x="2098" y="34770"/>
                </a:cubicBezTo>
                <a:cubicBezTo>
                  <a:pt x="1399" y="34800"/>
                  <a:pt x="1186" y="36472"/>
                  <a:pt x="730" y="37323"/>
                </a:cubicBezTo>
                <a:cubicBezTo>
                  <a:pt x="274" y="38144"/>
                  <a:pt x="1" y="38752"/>
                  <a:pt x="31" y="40089"/>
                </a:cubicBezTo>
                <a:cubicBezTo>
                  <a:pt x="76" y="41082"/>
                  <a:pt x="557" y="41354"/>
                  <a:pt x="926" y="41354"/>
                </a:cubicBezTo>
                <a:cubicBezTo>
                  <a:pt x="1054" y="41354"/>
                  <a:pt x="1169" y="41321"/>
                  <a:pt x="1247" y="41274"/>
                </a:cubicBezTo>
                <a:cubicBezTo>
                  <a:pt x="1520" y="41062"/>
                  <a:pt x="1460" y="39967"/>
                  <a:pt x="1612" y="39815"/>
                </a:cubicBezTo>
                <a:cubicBezTo>
                  <a:pt x="1764" y="39663"/>
                  <a:pt x="2979" y="39147"/>
                  <a:pt x="3435" y="38904"/>
                </a:cubicBezTo>
                <a:cubicBezTo>
                  <a:pt x="3891" y="38721"/>
                  <a:pt x="4043" y="38782"/>
                  <a:pt x="4499" y="38721"/>
                </a:cubicBezTo>
                <a:cubicBezTo>
                  <a:pt x="4986" y="38630"/>
                  <a:pt x="4712" y="37870"/>
                  <a:pt x="4712" y="37870"/>
                </a:cubicBezTo>
                <a:cubicBezTo>
                  <a:pt x="4712" y="37870"/>
                  <a:pt x="4803" y="37688"/>
                  <a:pt x="5046" y="37475"/>
                </a:cubicBezTo>
                <a:cubicBezTo>
                  <a:pt x="5320" y="37232"/>
                  <a:pt x="7843" y="35864"/>
                  <a:pt x="8390" y="35560"/>
                </a:cubicBezTo>
                <a:cubicBezTo>
                  <a:pt x="8967" y="35256"/>
                  <a:pt x="9606" y="34831"/>
                  <a:pt x="10518" y="34527"/>
                </a:cubicBezTo>
                <a:cubicBezTo>
                  <a:pt x="11399" y="34192"/>
                  <a:pt x="11946" y="33736"/>
                  <a:pt x="12311" y="33280"/>
                </a:cubicBezTo>
                <a:cubicBezTo>
                  <a:pt x="12706" y="32824"/>
                  <a:pt x="13071" y="31609"/>
                  <a:pt x="13162" y="30271"/>
                </a:cubicBezTo>
                <a:cubicBezTo>
                  <a:pt x="13223" y="28964"/>
                  <a:pt x="13375" y="27292"/>
                  <a:pt x="13375" y="27292"/>
                </a:cubicBezTo>
                <a:cubicBezTo>
                  <a:pt x="13375" y="27292"/>
                  <a:pt x="14743" y="28812"/>
                  <a:pt x="15138" y="29299"/>
                </a:cubicBezTo>
                <a:cubicBezTo>
                  <a:pt x="15502" y="29755"/>
                  <a:pt x="15746" y="30879"/>
                  <a:pt x="15806" y="31092"/>
                </a:cubicBezTo>
                <a:cubicBezTo>
                  <a:pt x="15898" y="31274"/>
                  <a:pt x="15746" y="31700"/>
                  <a:pt x="15381" y="32338"/>
                </a:cubicBezTo>
                <a:cubicBezTo>
                  <a:pt x="15047" y="32976"/>
                  <a:pt x="14895" y="34131"/>
                  <a:pt x="14986" y="34496"/>
                </a:cubicBezTo>
                <a:cubicBezTo>
                  <a:pt x="15016" y="34891"/>
                  <a:pt x="15077" y="35499"/>
                  <a:pt x="15138" y="36016"/>
                </a:cubicBezTo>
                <a:cubicBezTo>
                  <a:pt x="15168" y="36594"/>
                  <a:pt x="14986" y="37201"/>
                  <a:pt x="14986" y="37201"/>
                </a:cubicBezTo>
                <a:cubicBezTo>
                  <a:pt x="14980" y="37201"/>
                  <a:pt x="14974" y="37201"/>
                  <a:pt x="14968" y="37201"/>
                </a:cubicBezTo>
                <a:cubicBezTo>
                  <a:pt x="14682" y="37201"/>
                  <a:pt x="14682" y="37935"/>
                  <a:pt x="14712" y="38144"/>
                </a:cubicBezTo>
                <a:cubicBezTo>
                  <a:pt x="14743" y="38417"/>
                  <a:pt x="14682" y="38417"/>
                  <a:pt x="14591" y="39390"/>
                </a:cubicBezTo>
                <a:cubicBezTo>
                  <a:pt x="14530" y="40393"/>
                  <a:pt x="14895" y="40423"/>
                  <a:pt x="15229" y="40545"/>
                </a:cubicBezTo>
                <a:cubicBezTo>
                  <a:pt x="15594" y="40667"/>
                  <a:pt x="15472" y="40545"/>
                  <a:pt x="15958" y="41062"/>
                </a:cubicBezTo>
                <a:cubicBezTo>
                  <a:pt x="16207" y="41341"/>
                  <a:pt x="16686" y="41430"/>
                  <a:pt x="17171" y="41430"/>
                </a:cubicBezTo>
                <a:cubicBezTo>
                  <a:pt x="17636" y="41430"/>
                  <a:pt x="18108" y="41349"/>
                  <a:pt x="18390" y="41274"/>
                </a:cubicBezTo>
                <a:cubicBezTo>
                  <a:pt x="18998" y="41122"/>
                  <a:pt x="18208" y="40150"/>
                  <a:pt x="18056" y="40059"/>
                </a:cubicBezTo>
                <a:cubicBezTo>
                  <a:pt x="17934" y="39907"/>
                  <a:pt x="17873" y="39815"/>
                  <a:pt x="17752" y="39511"/>
                </a:cubicBezTo>
                <a:cubicBezTo>
                  <a:pt x="17630" y="39208"/>
                  <a:pt x="17417" y="39086"/>
                  <a:pt x="17326" y="38904"/>
                </a:cubicBezTo>
                <a:cubicBezTo>
                  <a:pt x="17265" y="38721"/>
                  <a:pt x="17113" y="38539"/>
                  <a:pt x="17053" y="38265"/>
                </a:cubicBezTo>
                <a:cubicBezTo>
                  <a:pt x="17022" y="37992"/>
                  <a:pt x="16809" y="37992"/>
                  <a:pt x="16809" y="37809"/>
                </a:cubicBezTo>
                <a:cubicBezTo>
                  <a:pt x="16809" y="37627"/>
                  <a:pt x="16749" y="37384"/>
                  <a:pt x="16749" y="37384"/>
                </a:cubicBezTo>
                <a:cubicBezTo>
                  <a:pt x="16809" y="37232"/>
                  <a:pt x="16961" y="37171"/>
                  <a:pt x="16961" y="37049"/>
                </a:cubicBezTo>
                <a:cubicBezTo>
                  <a:pt x="16961" y="36897"/>
                  <a:pt x="17174" y="36138"/>
                  <a:pt x="17326" y="35560"/>
                </a:cubicBezTo>
                <a:cubicBezTo>
                  <a:pt x="17478" y="35013"/>
                  <a:pt x="17813" y="34435"/>
                  <a:pt x="18117" y="33524"/>
                </a:cubicBezTo>
                <a:cubicBezTo>
                  <a:pt x="18420" y="32612"/>
                  <a:pt x="18572" y="32034"/>
                  <a:pt x="18572" y="31548"/>
                </a:cubicBezTo>
                <a:cubicBezTo>
                  <a:pt x="18572" y="31062"/>
                  <a:pt x="18694" y="30302"/>
                  <a:pt x="18724" y="30028"/>
                </a:cubicBezTo>
                <a:cubicBezTo>
                  <a:pt x="18785" y="29755"/>
                  <a:pt x="18724" y="29086"/>
                  <a:pt x="18512" y="28174"/>
                </a:cubicBezTo>
                <a:cubicBezTo>
                  <a:pt x="18268" y="27262"/>
                  <a:pt x="17600" y="25681"/>
                  <a:pt x="17053" y="24618"/>
                </a:cubicBezTo>
                <a:cubicBezTo>
                  <a:pt x="16536" y="23554"/>
                  <a:pt x="16141" y="23067"/>
                  <a:pt x="15928" y="22490"/>
                </a:cubicBezTo>
                <a:cubicBezTo>
                  <a:pt x="15685" y="21943"/>
                  <a:pt x="15199" y="21487"/>
                  <a:pt x="14986" y="21122"/>
                </a:cubicBezTo>
                <a:cubicBezTo>
                  <a:pt x="14743" y="20757"/>
                  <a:pt x="14560" y="20332"/>
                  <a:pt x="14408" y="20180"/>
                </a:cubicBezTo>
                <a:cubicBezTo>
                  <a:pt x="14256" y="20028"/>
                  <a:pt x="14074" y="19846"/>
                  <a:pt x="13952" y="19542"/>
                </a:cubicBezTo>
                <a:cubicBezTo>
                  <a:pt x="13800" y="19207"/>
                  <a:pt x="13527" y="18660"/>
                  <a:pt x="13466" y="18599"/>
                </a:cubicBezTo>
                <a:cubicBezTo>
                  <a:pt x="13446" y="18559"/>
                  <a:pt x="13422" y="18545"/>
                  <a:pt x="13400" y="18545"/>
                </a:cubicBezTo>
                <a:cubicBezTo>
                  <a:pt x="13355" y="18545"/>
                  <a:pt x="13314" y="18599"/>
                  <a:pt x="13314" y="18599"/>
                </a:cubicBezTo>
                <a:cubicBezTo>
                  <a:pt x="13314" y="18599"/>
                  <a:pt x="12949" y="18174"/>
                  <a:pt x="12736" y="17870"/>
                </a:cubicBezTo>
                <a:cubicBezTo>
                  <a:pt x="12493" y="17535"/>
                  <a:pt x="11946" y="16684"/>
                  <a:pt x="11551" y="16107"/>
                </a:cubicBezTo>
                <a:cubicBezTo>
                  <a:pt x="11217" y="15590"/>
                  <a:pt x="11065" y="15165"/>
                  <a:pt x="11065" y="15165"/>
                </a:cubicBezTo>
                <a:cubicBezTo>
                  <a:pt x="11065" y="15165"/>
                  <a:pt x="11095" y="15134"/>
                  <a:pt x="11095" y="15013"/>
                </a:cubicBezTo>
                <a:cubicBezTo>
                  <a:pt x="11065" y="14861"/>
                  <a:pt x="10031" y="14222"/>
                  <a:pt x="10031" y="14222"/>
                </a:cubicBezTo>
                <a:cubicBezTo>
                  <a:pt x="10031" y="14222"/>
                  <a:pt x="11490" y="13341"/>
                  <a:pt x="11825" y="13159"/>
                </a:cubicBezTo>
                <a:cubicBezTo>
                  <a:pt x="12159" y="12976"/>
                  <a:pt x="12281" y="12855"/>
                  <a:pt x="12281" y="12703"/>
                </a:cubicBezTo>
                <a:cubicBezTo>
                  <a:pt x="12281" y="12551"/>
                  <a:pt x="12159" y="11456"/>
                  <a:pt x="11977" y="10484"/>
                </a:cubicBezTo>
                <a:cubicBezTo>
                  <a:pt x="11825" y="9541"/>
                  <a:pt x="11247" y="8265"/>
                  <a:pt x="11186" y="7961"/>
                </a:cubicBezTo>
                <a:cubicBezTo>
                  <a:pt x="11095" y="7687"/>
                  <a:pt x="10882" y="7231"/>
                  <a:pt x="10791" y="6775"/>
                </a:cubicBezTo>
                <a:cubicBezTo>
                  <a:pt x="10730" y="6350"/>
                  <a:pt x="10639" y="6168"/>
                  <a:pt x="10457" y="5924"/>
                </a:cubicBezTo>
                <a:cubicBezTo>
                  <a:pt x="10274" y="5681"/>
                  <a:pt x="9970" y="5377"/>
                  <a:pt x="9879" y="5134"/>
                </a:cubicBezTo>
                <a:cubicBezTo>
                  <a:pt x="9818" y="4952"/>
                  <a:pt x="9849" y="4800"/>
                  <a:pt x="9606" y="4648"/>
                </a:cubicBezTo>
                <a:cubicBezTo>
                  <a:pt x="9553" y="4617"/>
                  <a:pt x="9505" y="4606"/>
                  <a:pt x="9464" y="4606"/>
                </a:cubicBezTo>
                <a:cubicBezTo>
                  <a:pt x="9340" y="4606"/>
                  <a:pt x="9271" y="4709"/>
                  <a:pt x="9271" y="4709"/>
                </a:cubicBezTo>
                <a:cubicBezTo>
                  <a:pt x="9260" y="4707"/>
                  <a:pt x="9249" y="4706"/>
                  <a:pt x="9239" y="4706"/>
                </a:cubicBezTo>
                <a:cubicBezTo>
                  <a:pt x="9049" y="4706"/>
                  <a:pt x="8967" y="4952"/>
                  <a:pt x="8967" y="4952"/>
                </a:cubicBezTo>
                <a:cubicBezTo>
                  <a:pt x="8957" y="4950"/>
                  <a:pt x="8946" y="4949"/>
                  <a:pt x="8936" y="4949"/>
                </a:cubicBezTo>
                <a:cubicBezTo>
                  <a:pt x="8771" y="4949"/>
                  <a:pt x="8663" y="5164"/>
                  <a:pt x="8663" y="5164"/>
                </a:cubicBezTo>
                <a:cubicBezTo>
                  <a:pt x="8481" y="5164"/>
                  <a:pt x="8359" y="5620"/>
                  <a:pt x="8299" y="5833"/>
                </a:cubicBezTo>
                <a:cubicBezTo>
                  <a:pt x="8208" y="6016"/>
                  <a:pt x="8238" y="6198"/>
                  <a:pt x="8329" y="6320"/>
                </a:cubicBezTo>
                <a:cubicBezTo>
                  <a:pt x="8451" y="6441"/>
                  <a:pt x="8785" y="6623"/>
                  <a:pt x="9059" y="6745"/>
                </a:cubicBezTo>
                <a:cubicBezTo>
                  <a:pt x="9302" y="6836"/>
                  <a:pt x="9454" y="6988"/>
                  <a:pt x="9666" y="7201"/>
                </a:cubicBezTo>
                <a:cubicBezTo>
                  <a:pt x="9849" y="7383"/>
                  <a:pt x="9849" y="7687"/>
                  <a:pt x="9910" y="8052"/>
                </a:cubicBezTo>
                <a:cubicBezTo>
                  <a:pt x="10031" y="8447"/>
                  <a:pt x="10062" y="8903"/>
                  <a:pt x="10183" y="9481"/>
                </a:cubicBezTo>
                <a:cubicBezTo>
                  <a:pt x="10305" y="10028"/>
                  <a:pt x="10183" y="11244"/>
                  <a:pt x="10122" y="11487"/>
                </a:cubicBezTo>
                <a:cubicBezTo>
                  <a:pt x="10031" y="11700"/>
                  <a:pt x="9879" y="11912"/>
                  <a:pt x="9879" y="11912"/>
                </a:cubicBezTo>
                <a:cubicBezTo>
                  <a:pt x="9666" y="11912"/>
                  <a:pt x="9363" y="11973"/>
                  <a:pt x="9119" y="12095"/>
                </a:cubicBezTo>
                <a:cubicBezTo>
                  <a:pt x="8937" y="12155"/>
                  <a:pt x="8755" y="12307"/>
                  <a:pt x="8511" y="12307"/>
                </a:cubicBezTo>
                <a:cubicBezTo>
                  <a:pt x="8238" y="12307"/>
                  <a:pt x="7995" y="12095"/>
                  <a:pt x="7752" y="11973"/>
                </a:cubicBezTo>
                <a:cubicBezTo>
                  <a:pt x="7478" y="11821"/>
                  <a:pt x="7265" y="11669"/>
                  <a:pt x="6992" y="11517"/>
                </a:cubicBezTo>
                <a:cubicBezTo>
                  <a:pt x="6657" y="11304"/>
                  <a:pt x="6475" y="11152"/>
                  <a:pt x="6262" y="10788"/>
                </a:cubicBezTo>
                <a:cubicBezTo>
                  <a:pt x="6232" y="10757"/>
                  <a:pt x="6232" y="10696"/>
                  <a:pt x="6201" y="10636"/>
                </a:cubicBezTo>
                <a:cubicBezTo>
                  <a:pt x="6171" y="10514"/>
                  <a:pt x="6171" y="10423"/>
                  <a:pt x="6201" y="10301"/>
                </a:cubicBezTo>
                <a:cubicBezTo>
                  <a:pt x="6232" y="10149"/>
                  <a:pt x="6536" y="10149"/>
                  <a:pt x="6627" y="10119"/>
                </a:cubicBezTo>
                <a:cubicBezTo>
                  <a:pt x="6809" y="10089"/>
                  <a:pt x="7083" y="9876"/>
                  <a:pt x="7113" y="9663"/>
                </a:cubicBezTo>
                <a:cubicBezTo>
                  <a:pt x="7113" y="9541"/>
                  <a:pt x="7022" y="9420"/>
                  <a:pt x="6961" y="9329"/>
                </a:cubicBezTo>
                <a:cubicBezTo>
                  <a:pt x="6840" y="9177"/>
                  <a:pt x="6931" y="9086"/>
                  <a:pt x="6992" y="8994"/>
                </a:cubicBezTo>
                <a:cubicBezTo>
                  <a:pt x="7083" y="8934"/>
                  <a:pt x="6718" y="8690"/>
                  <a:pt x="6718" y="8690"/>
                </a:cubicBezTo>
                <a:cubicBezTo>
                  <a:pt x="7113" y="8386"/>
                  <a:pt x="6718" y="8174"/>
                  <a:pt x="6688" y="8143"/>
                </a:cubicBezTo>
                <a:cubicBezTo>
                  <a:pt x="6627" y="8052"/>
                  <a:pt x="6627" y="8022"/>
                  <a:pt x="6779" y="7930"/>
                </a:cubicBezTo>
                <a:cubicBezTo>
                  <a:pt x="6931" y="7870"/>
                  <a:pt x="7022" y="7718"/>
                  <a:pt x="6840" y="7627"/>
                </a:cubicBezTo>
                <a:cubicBezTo>
                  <a:pt x="6779" y="7596"/>
                  <a:pt x="6657" y="7535"/>
                  <a:pt x="6505" y="7444"/>
                </a:cubicBezTo>
                <a:lnTo>
                  <a:pt x="6505" y="7383"/>
                </a:lnTo>
                <a:cubicBezTo>
                  <a:pt x="6505" y="6806"/>
                  <a:pt x="6505" y="6198"/>
                  <a:pt x="6657" y="5651"/>
                </a:cubicBezTo>
                <a:cubicBezTo>
                  <a:pt x="6779" y="5164"/>
                  <a:pt x="6536" y="3979"/>
                  <a:pt x="6384" y="3432"/>
                </a:cubicBezTo>
                <a:cubicBezTo>
                  <a:pt x="6232" y="2854"/>
                  <a:pt x="5897" y="2216"/>
                  <a:pt x="5867" y="2125"/>
                </a:cubicBezTo>
                <a:cubicBezTo>
                  <a:pt x="5806" y="2064"/>
                  <a:pt x="5776" y="1973"/>
                  <a:pt x="6080" y="1821"/>
                </a:cubicBezTo>
                <a:cubicBezTo>
                  <a:pt x="6384" y="1699"/>
                  <a:pt x="6232" y="1487"/>
                  <a:pt x="6110" y="1456"/>
                </a:cubicBezTo>
                <a:cubicBezTo>
                  <a:pt x="6019" y="1456"/>
                  <a:pt x="6080" y="1243"/>
                  <a:pt x="6232" y="1213"/>
                </a:cubicBezTo>
                <a:cubicBezTo>
                  <a:pt x="6384" y="1183"/>
                  <a:pt x="6232" y="909"/>
                  <a:pt x="6232" y="909"/>
                </a:cubicBezTo>
                <a:cubicBezTo>
                  <a:pt x="6171" y="696"/>
                  <a:pt x="5806" y="636"/>
                  <a:pt x="5806" y="636"/>
                </a:cubicBezTo>
                <a:cubicBezTo>
                  <a:pt x="5928" y="453"/>
                  <a:pt x="5593" y="301"/>
                  <a:pt x="5593" y="301"/>
                </a:cubicBezTo>
                <a:cubicBezTo>
                  <a:pt x="5624" y="149"/>
                  <a:pt x="5441" y="119"/>
                  <a:pt x="5441" y="119"/>
                </a:cubicBezTo>
                <a:cubicBezTo>
                  <a:pt x="5427" y="33"/>
                  <a:pt x="5358" y="1"/>
                  <a:pt x="5264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3" name="Google Shape;1333;p173"/>
          <p:cNvSpPr/>
          <p:nvPr/>
        </p:nvSpPr>
        <p:spPr>
          <a:xfrm rot="6284368">
            <a:off x="7300108" y="600325"/>
            <a:ext cx="530615" cy="371390"/>
          </a:xfrm>
          <a:custGeom>
            <a:rect b="b" l="l" r="r" t="t"/>
            <a:pathLst>
              <a:path extrusionOk="0" fill="none" h="8362" w="11947">
                <a:moveTo>
                  <a:pt x="1" y="0"/>
                </a:moveTo>
                <a:cubicBezTo>
                  <a:pt x="1297" y="636"/>
                  <a:pt x="306" y="2643"/>
                  <a:pt x="1577" y="3279"/>
                </a:cubicBezTo>
                <a:cubicBezTo>
                  <a:pt x="2898" y="3914"/>
                  <a:pt x="3839" y="1906"/>
                  <a:pt x="5135" y="2542"/>
                </a:cubicBezTo>
                <a:cubicBezTo>
                  <a:pt x="6456" y="3177"/>
                  <a:pt x="5465" y="5185"/>
                  <a:pt x="6761" y="5820"/>
                </a:cubicBezTo>
                <a:cubicBezTo>
                  <a:pt x="8058" y="6456"/>
                  <a:pt x="9023" y="4448"/>
                  <a:pt x="10320" y="5083"/>
                </a:cubicBezTo>
                <a:cubicBezTo>
                  <a:pt x="11616" y="5719"/>
                  <a:pt x="10650" y="7727"/>
                  <a:pt x="11946" y="8362"/>
                </a:cubicBezTo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4" name="Google Shape;1334;p173"/>
          <p:cNvSpPr/>
          <p:nvPr/>
        </p:nvSpPr>
        <p:spPr>
          <a:xfrm>
            <a:off x="4539325" y="3872376"/>
            <a:ext cx="415729" cy="395904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5" name="Google Shape;1335;p173"/>
          <p:cNvSpPr/>
          <p:nvPr/>
        </p:nvSpPr>
        <p:spPr>
          <a:xfrm>
            <a:off x="4974458" y="1166050"/>
            <a:ext cx="1851308" cy="4037347"/>
          </a:xfrm>
          <a:custGeom>
            <a:rect b="b" l="l" r="r" t="t"/>
            <a:pathLst>
              <a:path extrusionOk="0" h="41431" w="18998">
                <a:moveTo>
                  <a:pt x="5264" y="1"/>
                </a:moveTo>
                <a:cubicBezTo>
                  <a:pt x="5159" y="1"/>
                  <a:pt x="5023" y="40"/>
                  <a:pt x="4894" y="88"/>
                </a:cubicBezTo>
                <a:cubicBezTo>
                  <a:pt x="4682" y="149"/>
                  <a:pt x="4499" y="332"/>
                  <a:pt x="4408" y="453"/>
                </a:cubicBezTo>
                <a:cubicBezTo>
                  <a:pt x="4378" y="575"/>
                  <a:pt x="4438" y="757"/>
                  <a:pt x="4408" y="909"/>
                </a:cubicBezTo>
                <a:cubicBezTo>
                  <a:pt x="4378" y="1061"/>
                  <a:pt x="4651" y="1365"/>
                  <a:pt x="4651" y="1395"/>
                </a:cubicBezTo>
                <a:cubicBezTo>
                  <a:pt x="4651" y="1395"/>
                  <a:pt x="4682" y="1547"/>
                  <a:pt x="4651" y="1639"/>
                </a:cubicBezTo>
                <a:cubicBezTo>
                  <a:pt x="4590" y="1699"/>
                  <a:pt x="4803" y="2095"/>
                  <a:pt x="4803" y="2095"/>
                </a:cubicBezTo>
                <a:cubicBezTo>
                  <a:pt x="4894" y="2307"/>
                  <a:pt x="4834" y="4040"/>
                  <a:pt x="4864" y="4526"/>
                </a:cubicBezTo>
                <a:cubicBezTo>
                  <a:pt x="4894" y="5043"/>
                  <a:pt x="4894" y="5590"/>
                  <a:pt x="4894" y="5590"/>
                </a:cubicBezTo>
                <a:lnTo>
                  <a:pt x="4803" y="5560"/>
                </a:lnTo>
                <a:cubicBezTo>
                  <a:pt x="4414" y="5337"/>
                  <a:pt x="3974" y="5191"/>
                  <a:pt x="3552" y="5191"/>
                </a:cubicBezTo>
                <a:cubicBezTo>
                  <a:pt x="3513" y="5191"/>
                  <a:pt x="3474" y="5192"/>
                  <a:pt x="3435" y="5195"/>
                </a:cubicBezTo>
                <a:cubicBezTo>
                  <a:pt x="2767" y="5286"/>
                  <a:pt x="2007" y="5620"/>
                  <a:pt x="1642" y="6168"/>
                </a:cubicBezTo>
                <a:cubicBezTo>
                  <a:pt x="1399" y="6471"/>
                  <a:pt x="1216" y="6806"/>
                  <a:pt x="1156" y="7171"/>
                </a:cubicBezTo>
                <a:cubicBezTo>
                  <a:pt x="1065" y="7444"/>
                  <a:pt x="1095" y="7718"/>
                  <a:pt x="1095" y="7991"/>
                </a:cubicBezTo>
                <a:cubicBezTo>
                  <a:pt x="1156" y="8174"/>
                  <a:pt x="1156" y="8356"/>
                  <a:pt x="1216" y="8508"/>
                </a:cubicBezTo>
                <a:cubicBezTo>
                  <a:pt x="1247" y="8660"/>
                  <a:pt x="1338" y="8812"/>
                  <a:pt x="1399" y="8964"/>
                </a:cubicBezTo>
                <a:cubicBezTo>
                  <a:pt x="1490" y="9116"/>
                  <a:pt x="1612" y="9237"/>
                  <a:pt x="1703" y="9389"/>
                </a:cubicBezTo>
                <a:cubicBezTo>
                  <a:pt x="2098" y="9754"/>
                  <a:pt x="2554" y="10058"/>
                  <a:pt x="2827" y="10575"/>
                </a:cubicBezTo>
                <a:cubicBezTo>
                  <a:pt x="2888" y="10727"/>
                  <a:pt x="2919" y="10818"/>
                  <a:pt x="2979" y="10970"/>
                </a:cubicBezTo>
                <a:cubicBezTo>
                  <a:pt x="3010" y="11122"/>
                  <a:pt x="3010" y="11274"/>
                  <a:pt x="3010" y="11426"/>
                </a:cubicBezTo>
                <a:cubicBezTo>
                  <a:pt x="2979" y="11669"/>
                  <a:pt x="2919" y="11943"/>
                  <a:pt x="2858" y="12155"/>
                </a:cubicBezTo>
                <a:cubicBezTo>
                  <a:pt x="2767" y="12338"/>
                  <a:pt x="2584" y="12459"/>
                  <a:pt x="2463" y="12642"/>
                </a:cubicBezTo>
                <a:cubicBezTo>
                  <a:pt x="2280" y="12885"/>
                  <a:pt x="1976" y="13219"/>
                  <a:pt x="1855" y="13523"/>
                </a:cubicBezTo>
                <a:cubicBezTo>
                  <a:pt x="1824" y="13645"/>
                  <a:pt x="2554" y="14222"/>
                  <a:pt x="2554" y="14222"/>
                </a:cubicBezTo>
                <a:cubicBezTo>
                  <a:pt x="2554" y="14222"/>
                  <a:pt x="2584" y="14283"/>
                  <a:pt x="2554" y="14618"/>
                </a:cubicBezTo>
                <a:cubicBezTo>
                  <a:pt x="2554" y="14982"/>
                  <a:pt x="2736" y="15529"/>
                  <a:pt x="3131" y="16228"/>
                </a:cubicBezTo>
                <a:cubicBezTo>
                  <a:pt x="3496" y="16958"/>
                  <a:pt x="4682" y="17657"/>
                  <a:pt x="4864" y="17809"/>
                </a:cubicBezTo>
                <a:cubicBezTo>
                  <a:pt x="5046" y="17961"/>
                  <a:pt x="5320" y="18113"/>
                  <a:pt x="5593" y="18235"/>
                </a:cubicBezTo>
                <a:cubicBezTo>
                  <a:pt x="5867" y="18356"/>
                  <a:pt x="5958" y="18630"/>
                  <a:pt x="6323" y="18812"/>
                </a:cubicBezTo>
                <a:cubicBezTo>
                  <a:pt x="6627" y="18994"/>
                  <a:pt x="7873" y="20058"/>
                  <a:pt x="7934" y="20150"/>
                </a:cubicBezTo>
                <a:cubicBezTo>
                  <a:pt x="7964" y="20180"/>
                  <a:pt x="7998" y="20190"/>
                  <a:pt x="8030" y="20190"/>
                </a:cubicBezTo>
                <a:cubicBezTo>
                  <a:pt x="8093" y="20190"/>
                  <a:pt x="8147" y="20150"/>
                  <a:pt x="8147" y="20150"/>
                </a:cubicBezTo>
                <a:lnTo>
                  <a:pt x="8390" y="20362"/>
                </a:lnTo>
                <a:cubicBezTo>
                  <a:pt x="8390" y="20362"/>
                  <a:pt x="8451" y="20362"/>
                  <a:pt x="8390" y="20393"/>
                </a:cubicBezTo>
                <a:cubicBezTo>
                  <a:pt x="8359" y="20453"/>
                  <a:pt x="8603" y="20849"/>
                  <a:pt x="8542" y="20970"/>
                </a:cubicBezTo>
                <a:cubicBezTo>
                  <a:pt x="8511" y="21061"/>
                  <a:pt x="8390" y="21122"/>
                  <a:pt x="8390" y="21396"/>
                </a:cubicBezTo>
                <a:cubicBezTo>
                  <a:pt x="8390" y="21608"/>
                  <a:pt x="8299" y="22034"/>
                  <a:pt x="8299" y="22034"/>
                </a:cubicBezTo>
                <a:cubicBezTo>
                  <a:pt x="7630" y="23645"/>
                  <a:pt x="8846" y="26715"/>
                  <a:pt x="8967" y="26928"/>
                </a:cubicBezTo>
                <a:cubicBezTo>
                  <a:pt x="9089" y="27171"/>
                  <a:pt x="9150" y="27627"/>
                  <a:pt x="9119" y="28447"/>
                </a:cubicBezTo>
                <a:cubicBezTo>
                  <a:pt x="9089" y="29299"/>
                  <a:pt x="9302" y="30423"/>
                  <a:pt x="9423" y="31031"/>
                </a:cubicBezTo>
                <a:cubicBezTo>
                  <a:pt x="9515" y="31639"/>
                  <a:pt x="9241" y="31913"/>
                  <a:pt x="9119" y="32034"/>
                </a:cubicBezTo>
                <a:cubicBezTo>
                  <a:pt x="8998" y="32156"/>
                  <a:pt x="8208" y="32338"/>
                  <a:pt x="7235" y="32946"/>
                </a:cubicBezTo>
                <a:cubicBezTo>
                  <a:pt x="6232" y="33554"/>
                  <a:pt x="4286" y="35651"/>
                  <a:pt x="4256" y="35682"/>
                </a:cubicBezTo>
                <a:cubicBezTo>
                  <a:pt x="4226" y="35712"/>
                  <a:pt x="3770" y="36138"/>
                  <a:pt x="3770" y="36138"/>
                </a:cubicBezTo>
                <a:cubicBezTo>
                  <a:pt x="3922" y="35986"/>
                  <a:pt x="3527" y="35894"/>
                  <a:pt x="3375" y="35682"/>
                </a:cubicBezTo>
                <a:cubicBezTo>
                  <a:pt x="3226" y="35444"/>
                  <a:pt x="2786" y="34769"/>
                  <a:pt x="2140" y="34769"/>
                </a:cubicBezTo>
                <a:cubicBezTo>
                  <a:pt x="2126" y="34769"/>
                  <a:pt x="2112" y="34769"/>
                  <a:pt x="2098" y="34770"/>
                </a:cubicBezTo>
                <a:cubicBezTo>
                  <a:pt x="1399" y="34800"/>
                  <a:pt x="1186" y="36472"/>
                  <a:pt x="730" y="37323"/>
                </a:cubicBezTo>
                <a:cubicBezTo>
                  <a:pt x="274" y="38144"/>
                  <a:pt x="1" y="38752"/>
                  <a:pt x="31" y="40089"/>
                </a:cubicBezTo>
                <a:cubicBezTo>
                  <a:pt x="76" y="41082"/>
                  <a:pt x="557" y="41354"/>
                  <a:pt x="926" y="41354"/>
                </a:cubicBezTo>
                <a:cubicBezTo>
                  <a:pt x="1054" y="41354"/>
                  <a:pt x="1169" y="41321"/>
                  <a:pt x="1247" y="41274"/>
                </a:cubicBezTo>
                <a:cubicBezTo>
                  <a:pt x="1520" y="41062"/>
                  <a:pt x="1460" y="39967"/>
                  <a:pt x="1612" y="39815"/>
                </a:cubicBezTo>
                <a:cubicBezTo>
                  <a:pt x="1764" y="39663"/>
                  <a:pt x="2979" y="39147"/>
                  <a:pt x="3435" y="38904"/>
                </a:cubicBezTo>
                <a:cubicBezTo>
                  <a:pt x="3891" y="38721"/>
                  <a:pt x="4043" y="38782"/>
                  <a:pt x="4499" y="38721"/>
                </a:cubicBezTo>
                <a:cubicBezTo>
                  <a:pt x="4986" y="38630"/>
                  <a:pt x="4712" y="37870"/>
                  <a:pt x="4712" y="37870"/>
                </a:cubicBezTo>
                <a:cubicBezTo>
                  <a:pt x="4712" y="37870"/>
                  <a:pt x="4803" y="37688"/>
                  <a:pt x="5046" y="37475"/>
                </a:cubicBezTo>
                <a:cubicBezTo>
                  <a:pt x="5320" y="37232"/>
                  <a:pt x="7843" y="35864"/>
                  <a:pt x="8390" y="35560"/>
                </a:cubicBezTo>
                <a:cubicBezTo>
                  <a:pt x="8967" y="35256"/>
                  <a:pt x="9606" y="34831"/>
                  <a:pt x="10518" y="34527"/>
                </a:cubicBezTo>
                <a:cubicBezTo>
                  <a:pt x="11399" y="34192"/>
                  <a:pt x="11946" y="33736"/>
                  <a:pt x="12311" y="33280"/>
                </a:cubicBezTo>
                <a:cubicBezTo>
                  <a:pt x="12706" y="32824"/>
                  <a:pt x="13071" y="31609"/>
                  <a:pt x="13162" y="30271"/>
                </a:cubicBezTo>
                <a:cubicBezTo>
                  <a:pt x="13223" y="28964"/>
                  <a:pt x="13375" y="27292"/>
                  <a:pt x="13375" y="27292"/>
                </a:cubicBezTo>
                <a:cubicBezTo>
                  <a:pt x="13375" y="27292"/>
                  <a:pt x="14743" y="28812"/>
                  <a:pt x="15138" y="29299"/>
                </a:cubicBezTo>
                <a:cubicBezTo>
                  <a:pt x="15502" y="29755"/>
                  <a:pt x="15746" y="30879"/>
                  <a:pt x="15806" y="31092"/>
                </a:cubicBezTo>
                <a:cubicBezTo>
                  <a:pt x="15898" y="31274"/>
                  <a:pt x="15746" y="31700"/>
                  <a:pt x="15381" y="32338"/>
                </a:cubicBezTo>
                <a:cubicBezTo>
                  <a:pt x="15047" y="32976"/>
                  <a:pt x="14895" y="34131"/>
                  <a:pt x="14986" y="34496"/>
                </a:cubicBezTo>
                <a:cubicBezTo>
                  <a:pt x="15016" y="34891"/>
                  <a:pt x="15077" y="35499"/>
                  <a:pt x="15138" y="36016"/>
                </a:cubicBezTo>
                <a:cubicBezTo>
                  <a:pt x="15168" y="36594"/>
                  <a:pt x="14986" y="37201"/>
                  <a:pt x="14986" y="37201"/>
                </a:cubicBezTo>
                <a:cubicBezTo>
                  <a:pt x="14980" y="37201"/>
                  <a:pt x="14974" y="37201"/>
                  <a:pt x="14968" y="37201"/>
                </a:cubicBezTo>
                <a:cubicBezTo>
                  <a:pt x="14682" y="37201"/>
                  <a:pt x="14682" y="37935"/>
                  <a:pt x="14712" y="38144"/>
                </a:cubicBezTo>
                <a:cubicBezTo>
                  <a:pt x="14743" y="38417"/>
                  <a:pt x="14682" y="38417"/>
                  <a:pt x="14591" y="39390"/>
                </a:cubicBezTo>
                <a:cubicBezTo>
                  <a:pt x="14530" y="40393"/>
                  <a:pt x="14895" y="40423"/>
                  <a:pt x="15229" y="40545"/>
                </a:cubicBezTo>
                <a:cubicBezTo>
                  <a:pt x="15594" y="40667"/>
                  <a:pt x="15472" y="40545"/>
                  <a:pt x="15958" y="41062"/>
                </a:cubicBezTo>
                <a:cubicBezTo>
                  <a:pt x="16207" y="41341"/>
                  <a:pt x="16686" y="41430"/>
                  <a:pt x="17171" y="41430"/>
                </a:cubicBezTo>
                <a:cubicBezTo>
                  <a:pt x="17636" y="41430"/>
                  <a:pt x="18108" y="41349"/>
                  <a:pt x="18390" y="41274"/>
                </a:cubicBezTo>
                <a:cubicBezTo>
                  <a:pt x="18998" y="41122"/>
                  <a:pt x="18208" y="40150"/>
                  <a:pt x="18056" y="40059"/>
                </a:cubicBezTo>
                <a:cubicBezTo>
                  <a:pt x="17934" y="39907"/>
                  <a:pt x="17873" y="39815"/>
                  <a:pt x="17752" y="39511"/>
                </a:cubicBezTo>
                <a:cubicBezTo>
                  <a:pt x="17630" y="39208"/>
                  <a:pt x="17417" y="39086"/>
                  <a:pt x="17326" y="38904"/>
                </a:cubicBezTo>
                <a:cubicBezTo>
                  <a:pt x="17265" y="38721"/>
                  <a:pt x="17113" y="38539"/>
                  <a:pt x="17053" y="38265"/>
                </a:cubicBezTo>
                <a:cubicBezTo>
                  <a:pt x="17022" y="37992"/>
                  <a:pt x="16809" y="37992"/>
                  <a:pt x="16809" y="37809"/>
                </a:cubicBezTo>
                <a:cubicBezTo>
                  <a:pt x="16809" y="37627"/>
                  <a:pt x="16749" y="37384"/>
                  <a:pt x="16749" y="37384"/>
                </a:cubicBezTo>
                <a:cubicBezTo>
                  <a:pt x="16809" y="37232"/>
                  <a:pt x="16961" y="37171"/>
                  <a:pt x="16961" y="37049"/>
                </a:cubicBezTo>
                <a:cubicBezTo>
                  <a:pt x="16961" y="36897"/>
                  <a:pt x="17174" y="36138"/>
                  <a:pt x="17326" y="35560"/>
                </a:cubicBezTo>
                <a:cubicBezTo>
                  <a:pt x="17478" y="35013"/>
                  <a:pt x="17813" y="34435"/>
                  <a:pt x="18117" y="33524"/>
                </a:cubicBezTo>
                <a:cubicBezTo>
                  <a:pt x="18420" y="32612"/>
                  <a:pt x="18572" y="32034"/>
                  <a:pt x="18572" y="31548"/>
                </a:cubicBezTo>
                <a:cubicBezTo>
                  <a:pt x="18572" y="31062"/>
                  <a:pt x="18694" y="30302"/>
                  <a:pt x="18724" y="30028"/>
                </a:cubicBezTo>
                <a:cubicBezTo>
                  <a:pt x="18785" y="29755"/>
                  <a:pt x="18724" y="29086"/>
                  <a:pt x="18512" y="28174"/>
                </a:cubicBezTo>
                <a:cubicBezTo>
                  <a:pt x="18268" y="27262"/>
                  <a:pt x="17600" y="25681"/>
                  <a:pt x="17053" y="24618"/>
                </a:cubicBezTo>
                <a:cubicBezTo>
                  <a:pt x="16536" y="23554"/>
                  <a:pt x="16141" y="23067"/>
                  <a:pt x="15928" y="22490"/>
                </a:cubicBezTo>
                <a:cubicBezTo>
                  <a:pt x="15685" y="21943"/>
                  <a:pt x="15199" y="21487"/>
                  <a:pt x="14986" y="21122"/>
                </a:cubicBezTo>
                <a:cubicBezTo>
                  <a:pt x="14743" y="20757"/>
                  <a:pt x="14560" y="20332"/>
                  <a:pt x="14408" y="20180"/>
                </a:cubicBezTo>
                <a:cubicBezTo>
                  <a:pt x="14256" y="20028"/>
                  <a:pt x="14074" y="19846"/>
                  <a:pt x="13952" y="19542"/>
                </a:cubicBezTo>
                <a:cubicBezTo>
                  <a:pt x="13800" y="19207"/>
                  <a:pt x="13527" y="18660"/>
                  <a:pt x="13466" y="18599"/>
                </a:cubicBezTo>
                <a:cubicBezTo>
                  <a:pt x="13446" y="18559"/>
                  <a:pt x="13422" y="18545"/>
                  <a:pt x="13400" y="18545"/>
                </a:cubicBezTo>
                <a:cubicBezTo>
                  <a:pt x="13355" y="18545"/>
                  <a:pt x="13314" y="18599"/>
                  <a:pt x="13314" y="18599"/>
                </a:cubicBezTo>
                <a:cubicBezTo>
                  <a:pt x="13314" y="18599"/>
                  <a:pt x="12949" y="18174"/>
                  <a:pt x="12736" y="17870"/>
                </a:cubicBezTo>
                <a:cubicBezTo>
                  <a:pt x="12493" y="17535"/>
                  <a:pt x="11946" y="16684"/>
                  <a:pt x="11551" y="16107"/>
                </a:cubicBezTo>
                <a:cubicBezTo>
                  <a:pt x="11217" y="15590"/>
                  <a:pt x="11065" y="15165"/>
                  <a:pt x="11065" y="15165"/>
                </a:cubicBezTo>
                <a:cubicBezTo>
                  <a:pt x="11065" y="15165"/>
                  <a:pt x="11095" y="15134"/>
                  <a:pt x="11095" y="15013"/>
                </a:cubicBezTo>
                <a:cubicBezTo>
                  <a:pt x="11065" y="14861"/>
                  <a:pt x="10031" y="14222"/>
                  <a:pt x="10031" y="14222"/>
                </a:cubicBezTo>
                <a:cubicBezTo>
                  <a:pt x="10031" y="14222"/>
                  <a:pt x="11490" y="13341"/>
                  <a:pt x="11825" y="13159"/>
                </a:cubicBezTo>
                <a:cubicBezTo>
                  <a:pt x="12159" y="12976"/>
                  <a:pt x="12281" y="12855"/>
                  <a:pt x="12281" y="12703"/>
                </a:cubicBezTo>
                <a:cubicBezTo>
                  <a:pt x="12281" y="12551"/>
                  <a:pt x="12159" y="11456"/>
                  <a:pt x="11977" y="10484"/>
                </a:cubicBezTo>
                <a:cubicBezTo>
                  <a:pt x="11825" y="9541"/>
                  <a:pt x="11247" y="8265"/>
                  <a:pt x="11186" y="7961"/>
                </a:cubicBezTo>
                <a:cubicBezTo>
                  <a:pt x="11095" y="7687"/>
                  <a:pt x="10882" y="7231"/>
                  <a:pt x="10791" y="6775"/>
                </a:cubicBezTo>
                <a:cubicBezTo>
                  <a:pt x="10730" y="6350"/>
                  <a:pt x="10639" y="6168"/>
                  <a:pt x="10457" y="5924"/>
                </a:cubicBezTo>
                <a:cubicBezTo>
                  <a:pt x="10274" y="5681"/>
                  <a:pt x="9970" y="5377"/>
                  <a:pt x="9879" y="5134"/>
                </a:cubicBezTo>
                <a:cubicBezTo>
                  <a:pt x="9818" y="4952"/>
                  <a:pt x="9849" y="4800"/>
                  <a:pt x="9606" y="4648"/>
                </a:cubicBezTo>
                <a:cubicBezTo>
                  <a:pt x="9553" y="4617"/>
                  <a:pt x="9505" y="4606"/>
                  <a:pt x="9464" y="4606"/>
                </a:cubicBezTo>
                <a:cubicBezTo>
                  <a:pt x="9340" y="4606"/>
                  <a:pt x="9271" y="4709"/>
                  <a:pt x="9271" y="4709"/>
                </a:cubicBezTo>
                <a:cubicBezTo>
                  <a:pt x="9260" y="4707"/>
                  <a:pt x="9249" y="4706"/>
                  <a:pt x="9239" y="4706"/>
                </a:cubicBezTo>
                <a:cubicBezTo>
                  <a:pt x="9049" y="4706"/>
                  <a:pt x="8967" y="4952"/>
                  <a:pt x="8967" y="4952"/>
                </a:cubicBezTo>
                <a:cubicBezTo>
                  <a:pt x="8957" y="4950"/>
                  <a:pt x="8946" y="4949"/>
                  <a:pt x="8936" y="4949"/>
                </a:cubicBezTo>
                <a:cubicBezTo>
                  <a:pt x="8771" y="4949"/>
                  <a:pt x="8663" y="5164"/>
                  <a:pt x="8663" y="5164"/>
                </a:cubicBezTo>
                <a:cubicBezTo>
                  <a:pt x="8481" y="5164"/>
                  <a:pt x="8359" y="5620"/>
                  <a:pt x="8299" y="5833"/>
                </a:cubicBezTo>
                <a:cubicBezTo>
                  <a:pt x="8208" y="6016"/>
                  <a:pt x="8238" y="6198"/>
                  <a:pt x="8329" y="6320"/>
                </a:cubicBezTo>
                <a:cubicBezTo>
                  <a:pt x="8451" y="6441"/>
                  <a:pt x="8785" y="6623"/>
                  <a:pt x="9059" y="6745"/>
                </a:cubicBezTo>
                <a:cubicBezTo>
                  <a:pt x="9302" y="6836"/>
                  <a:pt x="9454" y="6988"/>
                  <a:pt x="9666" y="7201"/>
                </a:cubicBezTo>
                <a:cubicBezTo>
                  <a:pt x="9849" y="7383"/>
                  <a:pt x="9849" y="7687"/>
                  <a:pt x="9910" y="8052"/>
                </a:cubicBezTo>
                <a:cubicBezTo>
                  <a:pt x="10031" y="8447"/>
                  <a:pt x="10062" y="8903"/>
                  <a:pt x="10183" y="9481"/>
                </a:cubicBezTo>
                <a:cubicBezTo>
                  <a:pt x="10305" y="10028"/>
                  <a:pt x="10183" y="11244"/>
                  <a:pt x="10122" y="11487"/>
                </a:cubicBezTo>
                <a:cubicBezTo>
                  <a:pt x="10031" y="11700"/>
                  <a:pt x="9879" y="11912"/>
                  <a:pt x="9879" y="11912"/>
                </a:cubicBezTo>
                <a:cubicBezTo>
                  <a:pt x="9666" y="11912"/>
                  <a:pt x="9363" y="11973"/>
                  <a:pt x="9119" y="12095"/>
                </a:cubicBezTo>
                <a:cubicBezTo>
                  <a:pt x="8937" y="12155"/>
                  <a:pt x="8755" y="12307"/>
                  <a:pt x="8511" y="12307"/>
                </a:cubicBezTo>
                <a:cubicBezTo>
                  <a:pt x="8238" y="12307"/>
                  <a:pt x="7995" y="12095"/>
                  <a:pt x="7752" y="11973"/>
                </a:cubicBezTo>
                <a:cubicBezTo>
                  <a:pt x="7478" y="11821"/>
                  <a:pt x="7265" y="11669"/>
                  <a:pt x="6992" y="11517"/>
                </a:cubicBezTo>
                <a:cubicBezTo>
                  <a:pt x="6657" y="11304"/>
                  <a:pt x="6475" y="11152"/>
                  <a:pt x="6262" y="10788"/>
                </a:cubicBezTo>
                <a:cubicBezTo>
                  <a:pt x="6232" y="10757"/>
                  <a:pt x="6232" y="10696"/>
                  <a:pt x="6201" y="10636"/>
                </a:cubicBezTo>
                <a:cubicBezTo>
                  <a:pt x="6171" y="10514"/>
                  <a:pt x="6171" y="10423"/>
                  <a:pt x="6201" y="10301"/>
                </a:cubicBezTo>
                <a:cubicBezTo>
                  <a:pt x="6232" y="10149"/>
                  <a:pt x="6536" y="10149"/>
                  <a:pt x="6627" y="10119"/>
                </a:cubicBezTo>
                <a:cubicBezTo>
                  <a:pt x="6809" y="10089"/>
                  <a:pt x="7083" y="9876"/>
                  <a:pt x="7113" y="9663"/>
                </a:cubicBezTo>
                <a:cubicBezTo>
                  <a:pt x="7113" y="9541"/>
                  <a:pt x="7022" y="9420"/>
                  <a:pt x="6961" y="9329"/>
                </a:cubicBezTo>
                <a:cubicBezTo>
                  <a:pt x="6840" y="9177"/>
                  <a:pt x="6931" y="9086"/>
                  <a:pt x="6992" y="8994"/>
                </a:cubicBezTo>
                <a:cubicBezTo>
                  <a:pt x="7083" y="8934"/>
                  <a:pt x="6718" y="8690"/>
                  <a:pt x="6718" y="8690"/>
                </a:cubicBezTo>
                <a:cubicBezTo>
                  <a:pt x="7113" y="8386"/>
                  <a:pt x="6718" y="8174"/>
                  <a:pt x="6688" y="8143"/>
                </a:cubicBezTo>
                <a:cubicBezTo>
                  <a:pt x="6627" y="8052"/>
                  <a:pt x="6627" y="8022"/>
                  <a:pt x="6779" y="7930"/>
                </a:cubicBezTo>
                <a:cubicBezTo>
                  <a:pt x="6931" y="7870"/>
                  <a:pt x="7022" y="7718"/>
                  <a:pt x="6840" y="7627"/>
                </a:cubicBezTo>
                <a:cubicBezTo>
                  <a:pt x="6779" y="7596"/>
                  <a:pt x="6657" y="7535"/>
                  <a:pt x="6505" y="7444"/>
                </a:cubicBezTo>
                <a:lnTo>
                  <a:pt x="6505" y="7383"/>
                </a:lnTo>
                <a:cubicBezTo>
                  <a:pt x="6505" y="6806"/>
                  <a:pt x="6505" y="6198"/>
                  <a:pt x="6657" y="5651"/>
                </a:cubicBezTo>
                <a:cubicBezTo>
                  <a:pt x="6779" y="5164"/>
                  <a:pt x="6536" y="3979"/>
                  <a:pt x="6384" y="3432"/>
                </a:cubicBezTo>
                <a:cubicBezTo>
                  <a:pt x="6232" y="2854"/>
                  <a:pt x="5897" y="2216"/>
                  <a:pt x="5867" y="2125"/>
                </a:cubicBezTo>
                <a:cubicBezTo>
                  <a:pt x="5806" y="2064"/>
                  <a:pt x="5776" y="1973"/>
                  <a:pt x="6080" y="1821"/>
                </a:cubicBezTo>
                <a:cubicBezTo>
                  <a:pt x="6384" y="1699"/>
                  <a:pt x="6232" y="1487"/>
                  <a:pt x="6110" y="1456"/>
                </a:cubicBezTo>
                <a:cubicBezTo>
                  <a:pt x="6019" y="1456"/>
                  <a:pt x="6080" y="1243"/>
                  <a:pt x="6232" y="1213"/>
                </a:cubicBezTo>
                <a:cubicBezTo>
                  <a:pt x="6384" y="1183"/>
                  <a:pt x="6232" y="909"/>
                  <a:pt x="6232" y="909"/>
                </a:cubicBezTo>
                <a:cubicBezTo>
                  <a:pt x="6171" y="696"/>
                  <a:pt x="5806" y="636"/>
                  <a:pt x="5806" y="636"/>
                </a:cubicBezTo>
                <a:cubicBezTo>
                  <a:pt x="5928" y="453"/>
                  <a:pt x="5593" y="301"/>
                  <a:pt x="5593" y="301"/>
                </a:cubicBezTo>
                <a:cubicBezTo>
                  <a:pt x="5624" y="149"/>
                  <a:pt x="5441" y="119"/>
                  <a:pt x="5441" y="119"/>
                </a:cubicBezTo>
                <a:cubicBezTo>
                  <a:pt x="5427" y="33"/>
                  <a:pt x="5358" y="1"/>
                  <a:pt x="5264" y="1"/>
                </a:cubicBezTo>
                <a:close/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6" name="Google Shape;1336;p173"/>
          <p:cNvSpPr/>
          <p:nvPr/>
        </p:nvSpPr>
        <p:spPr>
          <a:xfrm>
            <a:off x="6987025" y="643075"/>
            <a:ext cx="1297150" cy="4580903"/>
          </a:xfrm>
          <a:custGeom>
            <a:rect b="b" l="l" r="r" t="t"/>
            <a:pathLst>
              <a:path extrusionOk="0" h="38045" w="10773">
                <a:moveTo>
                  <a:pt x="6657" y="14833"/>
                </a:moveTo>
                <a:cubicBezTo>
                  <a:pt x="6657" y="14833"/>
                  <a:pt x="6778" y="14955"/>
                  <a:pt x="6717" y="14985"/>
                </a:cubicBezTo>
                <a:cubicBezTo>
                  <a:pt x="6687" y="15046"/>
                  <a:pt x="6687" y="15259"/>
                  <a:pt x="6717" y="15350"/>
                </a:cubicBezTo>
                <a:cubicBezTo>
                  <a:pt x="6778" y="15411"/>
                  <a:pt x="6778" y="15533"/>
                  <a:pt x="6778" y="15685"/>
                </a:cubicBezTo>
                <a:cubicBezTo>
                  <a:pt x="6717" y="15806"/>
                  <a:pt x="6687" y="16140"/>
                  <a:pt x="6717" y="16171"/>
                </a:cubicBezTo>
                <a:cubicBezTo>
                  <a:pt x="6717" y="16201"/>
                  <a:pt x="6809" y="16505"/>
                  <a:pt x="6839" y="16596"/>
                </a:cubicBezTo>
                <a:cubicBezTo>
                  <a:pt x="6839" y="16657"/>
                  <a:pt x="6809" y="16870"/>
                  <a:pt x="6809" y="16870"/>
                </a:cubicBezTo>
                <a:cubicBezTo>
                  <a:pt x="6809" y="16870"/>
                  <a:pt x="6201" y="15897"/>
                  <a:pt x="6110" y="15806"/>
                </a:cubicBezTo>
                <a:cubicBezTo>
                  <a:pt x="6049" y="15715"/>
                  <a:pt x="6110" y="15593"/>
                  <a:pt x="6170" y="15563"/>
                </a:cubicBezTo>
                <a:cubicBezTo>
                  <a:pt x="6201" y="15533"/>
                  <a:pt x="6231" y="15381"/>
                  <a:pt x="6322" y="15289"/>
                </a:cubicBezTo>
                <a:cubicBezTo>
                  <a:pt x="6383" y="15229"/>
                  <a:pt x="6657" y="14894"/>
                  <a:pt x="6657" y="14833"/>
                </a:cubicBezTo>
                <a:close/>
                <a:moveTo>
                  <a:pt x="4073" y="24955"/>
                </a:moveTo>
                <a:cubicBezTo>
                  <a:pt x="4103" y="24986"/>
                  <a:pt x="4225" y="25685"/>
                  <a:pt x="4377" y="25867"/>
                </a:cubicBezTo>
                <a:cubicBezTo>
                  <a:pt x="4529" y="26049"/>
                  <a:pt x="4590" y="26293"/>
                  <a:pt x="4590" y="26445"/>
                </a:cubicBezTo>
                <a:cubicBezTo>
                  <a:pt x="4620" y="26597"/>
                  <a:pt x="4742" y="26992"/>
                  <a:pt x="4833" y="27113"/>
                </a:cubicBezTo>
                <a:cubicBezTo>
                  <a:pt x="4894" y="27235"/>
                  <a:pt x="4985" y="27600"/>
                  <a:pt x="5137" y="27812"/>
                </a:cubicBezTo>
                <a:cubicBezTo>
                  <a:pt x="5289" y="27995"/>
                  <a:pt x="5289" y="27904"/>
                  <a:pt x="5441" y="28329"/>
                </a:cubicBezTo>
                <a:cubicBezTo>
                  <a:pt x="5593" y="28755"/>
                  <a:pt x="5654" y="29271"/>
                  <a:pt x="5745" y="29697"/>
                </a:cubicBezTo>
                <a:cubicBezTo>
                  <a:pt x="5806" y="30122"/>
                  <a:pt x="5927" y="31156"/>
                  <a:pt x="6049" y="31490"/>
                </a:cubicBezTo>
                <a:cubicBezTo>
                  <a:pt x="6140" y="31794"/>
                  <a:pt x="6353" y="32736"/>
                  <a:pt x="6353" y="32736"/>
                </a:cubicBezTo>
                <a:lnTo>
                  <a:pt x="6231" y="32584"/>
                </a:lnTo>
                <a:lnTo>
                  <a:pt x="5958" y="32098"/>
                </a:lnTo>
                <a:cubicBezTo>
                  <a:pt x="5958" y="32098"/>
                  <a:pt x="6049" y="32007"/>
                  <a:pt x="5958" y="31855"/>
                </a:cubicBezTo>
                <a:cubicBezTo>
                  <a:pt x="5897" y="31673"/>
                  <a:pt x="5532" y="31308"/>
                  <a:pt x="5471" y="31034"/>
                </a:cubicBezTo>
                <a:cubicBezTo>
                  <a:pt x="5380" y="30761"/>
                  <a:pt x="5106" y="30153"/>
                  <a:pt x="4985" y="29788"/>
                </a:cubicBezTo>
                <a:cubicBezTo>
                  <a:pt x="4863" y="29423"/>
                  <a:pt x="4195" y="28572"/>
                  <a:pt x="3739" y="28268"/>
                </a:cubicBezTo>
                <a:cubicBezTo>
                  <a:pt x="3222" y="27964"/>
                  <a:pt x="2736" y="27600"/>
                  <a:pt x="2705" y="27569"/>
                </a:cubicBezTo>
                <a:cubicBezTo>
                  <a:pt x="2675" y="27539"/>
                  <a:pt x="2705" y="27296"/>
                  <a:pt x="2827" y="27083"/>
                </a:cubicBezTo>
                <a:cubicBezTo>
                  <a:pt x="2918" y="26840"/>
                  <a:pt x="4073" y="24955"/>
                  <a:pt x="4073" y="24955"/>
                </a:cubicBezTo>
                <a:close/>
                <a:moveTo>
                  <a:pt x="9301" y="0"/>
                </a:moveTo>
                <a:cubicBezTo>
                  <a:pt x="9119" y="0"/>
                  <a:pt x="9088" y="244"/>
                  <a:pt x="8967" y="456"/>
                </a:cubicBezTo>
                <a:cubicBezTo>
                  <a:pt x="8815" y="639"/>
                  <a:pt x="8815" y="608"/>
                  <a:pt x="8693" y="669"/>
                </a:cubicBezTo>
                <a:cubicBezTo>
                  <a:pt x="8602" y="760"/>
                  <a:pt x="8450" y="1095"/>
                  <a:pt x="8298" y="1399"/>
                </a:cubicBezTo>
                <a:cubicBezTo>
                  <a:pt x="8176" y="1703"/>
                  <a:pt x="8085" y="1733"/>
                  <a:pt x="8055" y="1763"/>
                </a:cubicBezTo>
                <a:cubicBezTo>
                  <a:pt x="8049" y="1775"/>
                  <a:pt x="8044" y="1779"/>
                  <a:pt x="8038" y="1779"/>
                </a:cubicBezTo>
                <a:cubicBezTo>
                  <a:pt x="8022" y="1779"/>
                  <a:pt x="8004" y="1754"/>
                  <a:pt x="7973" y="1754"/>
                </a:cubicBezTo>
                <a:cubicBezTo>
                  <a:pt x="7948" y="1754"/>
                  <a:pt x="7916" y="1769"/>
                  <a:pt x="7872" y="1824"/>
                </a:cubicBezTo>
                <a:cubicBezTo>
                  <a:pt x="7751" y="1976"/>
                  <a:pt x="7265" y="2523"/>
                  <a:pt x="7143" y="2645"/>
                </a:cubicBezTo>
                <a:cubicBezTo>
                  <a:pt x="7021" y="2736"/>
                  <a:pt x="6565" y="3222"/>
                  <a:pt x="6170" y="3648"/>
                </a:cubicBezTo>
                <a:cubicBezTo>
                  <a:pt x="5745" y="4043"/>
                  <a:pt x="5015" y="4955"/>
                  <a:pt x="4955" y="5350"/>
                </a:cubicBezTo>
                <a:cubicBezTo>
                  <a:pt x="4955" y="5350"/>
                  <a:pt x="4590" y="5684"/>
                  <a:pt x="4529" y="5988"/>
                </a:cubicBezTo>
                <a:cubicBezTo>
                  <a:pt x="4438" y="6292"/>
                  <a:pt x="4529" y="6596"/>
                  <a:pt x="4407" y="6627"/>
                </a:cubicBezTo>
                <a:cubicBezTo>
                  <a:pt x="4286" y="6718"/>
                  <a:pt x="4043" y="7022"/>
                  <a:pt x="3891" y="7083"/>
                </a:cubicBezTo>
                <a:cubicBezTo>
                  <a:pt x="3739" y="7204"/>
                  <a:pt x="3891" y="7295"/>
                  <a:pt x="3982" y="7326"/>
                </a:cubicBezTo>
                <a:cubicBezTo>
                  <a:pt x="4134" y="7356"/>
                  <a:pt x="4134" y="7387"/>
                  <a:pt x="4103" y="7478"/>
                </a:cubicBezTo>
                <a:cubicBezTo>
                  <a:pt x="4073" y="7539"/>
                  <a:pt x="3799" y="7782"/>
                  <a:pt x="4195" y="7964"/>
                </a:cubicBezTo>
                <a:cubicBezTo>
                  <a:pt x="4195" y="7964"/>
                  <a:pt x="3921" y="8238"/>
                  <a:pt x="4043" y="8268"/>
                </a:cubicBezTo>
                <a:cubicBezTo>
                  <a:pt x="4103" y="8298"/>
                  <a:pt x="4195" y="8390"/>
                  <a:pt x="4103" y="8542"/>
                </a:cubicBezTo>
                <a:cubicBezTo>
                  <a:pt x="4043" y="8694"/>
                  <a:pt x="3891" y="9028"/>
                  <a:pt x="4681" y="9149"/>
                </a:cubicBezTo>
                <a:cubicBezTo>
                  <a:pt x="4681" y="9149"/>
                  <a:pt x="4681" y="9271"/>
                  <a:pt x="4559" y="9301"/>
                </a:cubicBezTo>
                <a:cubicBezTo>
                  <a:pt x="4438" y="9332"/>
                  <a:pt x="4377" y="9453"/>
                  <a:pt x="4286" y="9666"/>
                </a:cubicBezTo>
                <a:cubicBezTo>
                  <a:pt x="4225" y="9879"/>
                  <a:pt x="4286" y="9818"/>
                  <a:pt x="3921" y="10031"/>
                </a:cubicBezTo>
                <a:cubicBezTo>
                  <a:pt x="3526" y="10213"/>
                  <a:pt x="2979" y="10669"/>
                  <a:pt x="2827" y="10882"/>
                </a:cubicBezTo>
                <a:cubicBezTo>
                  <a:pt x="2675" y="11125"/>
                  <a:pt x="2675" y="11186"/>
                  <a:pt x="2553" y="11429"/>
                </a:cubicBezTo>
                <a:cubicBezTo>
                  <a:pt x="2432" y="11612"/>
                  <a:pt x="2462" y="11642"/>
                  <a:pt x="2462" y="11794"/>
                </a:cubicBezTo>
                <a:cubicBezTo>
                  <a:pt x="2432" y="11915"/>
                  <a:pt x="2310" y="12159"/>
                  <a:pt x="2158" y="12311"/>
                </a:cubicBezTo>
                <a:cubicBezTo>
                  <a:pt x="2067" y="12463"/>
                  <a:pt x="1763" y="12675"/>
                  <a:pt x="1793" y="12767"/>
                </a:cubicBezTo>
                <a:cubicBezTo>
                  <a:pt x="1824" y="12858"/>
                  <a:pt x="1915" y="12858"/>
                  <a:pt x="1915" y="12858"/>
                </a:cubicBezTo>
                <a:cubicBezTo>
                  <a:pt x="1915" y="12858"/>
                  <a:pt x="1915" y="13010"/>
                  <a:pt x="1854" y="13222"/>
                </a:cubicBezTo>
                <a:cubicBezTo>
                  <a:pt x="1824" y="13405"/>
                  <a:pt x="1945" y="13526"/>
                  <a:pt x="1824" y="13678"/>
                </a:cubicBezTo>
                <a:cubicBezTo>
                  <a:pt x="1672" y="13830"/>
                  <a:pt x="1672" y="13891"/>
                  <a:pt x="1733" y="13891"/>
                </a:cubicBezTo>
                <a:cubicBezTo>
                  <a:pt x="1778" y="13906"/>
                  <a:pt x="1839" y="13906"/>
                  <a:pt x="1888" y="13906"/>
                </a:cubicBezTo>
                <a:cubicBezTo>
                  <a:pt x="1938" y="13906"/>
                  <a:pt x="1976" y="13906"/>
                  <a:pt x="1976" y="13922"/>
                </a:cubicBezTo>
                <a:cubicBezTo>
                  <a:pt x="1976" y="13982"/>
                  <a:pt x="1945" y="14378"/>
                  <a:pt x="1945" y="14438"/>
                </a:cubicBezTo>
                <a:cubicBezTo>
                  <a:pt x="1945" y="14469"/>
                  <a:pt x="1945" y="14621"/>
                  <a:pt x="2037" y="14621"/>
                </a:cubicBezTo>
                <a:cubicBezTo>
                  <a:pt x="2037" y="14621"/>
                  <a:pt x="1793" y="15988"/>
                  <a:pt x="1945" y="16596"/>
                </a:cubicBezTo>
                <a:cubicBezTo>
                  <a:pt x="1945" y="16596"/>
                  <a:pt x="1854" y="16596"/>
                  <a:pt x="1854" y="16779"/>
                </a:cubicBezTo>
                <a:cubicBezTo>
                  <a:pt x="1854" y="16931"/>
                  <a:pt x="1793" y="17964"/>
                  <a:pt x="1976" y="18451"/>
                </a:cubicBezTo>
                <a:cubicBezTo>
                  <a:pt x="2158" y="18937"/>
                  <a:pt x="2553" y="20001"/>
                  <a:pt x="2614" y="20213"/>
                </a:cubicBezTo>
                <a:cubicBezTo>
                  <a:pt x="2614" y="20213"/>
                  <a:pt x="2462" y="20609"/>
                  <a:pt x="2006" y="21217"/>
                </a:cubicBezTo>
                <a:cubicBezTo>
                  <a:pt x="1550" y="21824"/>
                  <a:pt x="790" y="23253"/>
                  <a:pt x="486" y="24803"/>
                </a:cubicBezTo>
                <a:cubicBezTo>
                  <a:pt x="213" y="26353"/>
                  <a:pt x="0" y="27448"/>
                  <a:pt x="152" y="27843"/>
                </a:cubicBezTo>
                <a:cubicBezTo>
                  <a:pt x="334" y="28208"/>
                  <a:pt x="942" y="28724"/>
                  <a:pt x="1216" y="28967"/>
                </a:cubicBezTo>
                <a:cubicBezTo>
                  <a:pt x="1429" y="29241"/>
                  <a:pt x="2097" y="29788"/>
                  <a:pt x="2492" y="30396"/>
                </a:cubicBezTo>
                <a:cubicBezTo>
                  <a:pt x="2948" y="31004"/>
                  <a:pt x="3252" y="31095"/>
                  <a:pt x="3556" y="31490"/>
                </a:cubicBezTo>
                <a:cubicBezTo>
                  <a:pt x="3860" y="31855"/>
                  <a:pt x="4164" y="32281"/>
                  <a:pt x="4225" y="32433"/>
                </a:cubicBezTo>
                <a:cubicBezTo>
                  <a:pt x="4225" y="32463"/>
                  <a:pt x="4255" y="32524"/>
                  <a:pt x="4255" y="32524"/>
                </a:cubicBezTo>
                <a:cubicBezTo>
                  <a:pt x="4242" y="32524"/>
                  <a:pt x="4216" y="32512"/>
                  <a:pt x="4192" y="32512"/>
                </a:cubicBezTo>
                <a:cubicBezTo>
                  <a:pt x="4162" y="32512"/>
                  <a:pt x="4134" y="32530"/>
                  <a:pt x="4134" y="32615"/>
                </a:cubicBezTo>
                <a:cubicBezTo>
                  <a:pt x="4134" y="32828"/>
                  <a:pt x="4316" y="33162"/>
                  <a:pt x="4103" y="33223"/>
                </a:cubicBezTo>
                <a:cubicBezTo>
                  <a:pt x="3860" y="33314"/>
                  <a:pt x="3769" y="33284"/>
                  <a:pt x="3647" y="33375"/>
                </a:cubicBezTo>
                <a:cubicBezTo>
                  <a:pt x="3526" y="33527"/>
                  <a:pt x="3374" y="33496"/>
                  <a:pt x="3252" y="33588"/>
                </a:cubicBezTo>
                <a:cubicBezTo>
                  <a:pt x="3161" y="33648"/>
                  <a:pt x="3040" y="33618"/>
                  <a:pt x="2948" y="33740"/>
                </a:cubicBezTo>
                <a:cubicBezTo>
                  <a:pt x="2888" y="33800"/>
                  <a:pt x="2857" y="33952"/>
                  <a:pt x="2766" y="33952"/>
                </a:cubicBezTo>
                <a:cubicBezTo>
                  <a:pt x="2757" y="33952"/>
                  <a:pt x="2731" y="33952"/>
                  <a:pt x="2695" y="33952"/>
                </a:cubicBezTo>
                <a:cubicBezTo>
                  <a:pt x="2492" y="33952"/>
                  <a:pt x="1934" y="33973"/>
                  <a:pt x="1702" y="34256"/>
                </a:cubicBezTo>
                <a:cubicBezTo>
                  <a:pt x="1429" y="34591"/>
                  <a:pt x="1520" y="35107"/>
                  <a:pt x="2462" y="35138"/>
                </a:cubicBezTo>
                <a:cubicBezTo>
                  <a:pt x="2534" y="35140"/>
                  <a:pt x="2604" y="35141"/>
                  <a:pt x="2671" y="35141"/>
                </a:cubicBezTo>
                <a:cubicBezTo>
                  <a:pt x="3487" y="35141"/>
                  <a:pt x="3984" y="34983"/>
                  <a:pt x="4377" y="34955"/>
                </a:cubicBezTo>
                <a:cubicBezTo>
                  <a:pt x="4509" y="34935"/>
                  <a:pt x="4732" y="34928"/>
                  <a:pt x="4970" y="34928"/>
                </a:cubicBezTo>
                <a:cubicBezTo>
                  <a:pt x="5448" y="34928"/>
                  <a:pt x="5988" y="34955"/>
                  <a:pt x="5988" y="34955"/>
                </a:cubicBezTo>
                <a:cubicBezTo>
                  <a:pt x="5988" y="34955"/>
                  <a:pt x="5927" y="35047"/>
                  <a:pt x="5927" y="35138"/>
                </a:cubicBezTo>
                <a:cubicBezTo>
                  <a:pt x="5897" y="35259"/>
                  <a:pt x="5958" y="35290"/>
                  <a:pt x="5836" y="35350"/>
                </a:cubicBezTo>
                <a:cubicBezTo>
                  <a:pt x="5775" y="35442"/>
                  <a:pt x="5654" y="35563"/>
                  <a:pt x="5654" y="35624"/>
                </a:cubicBezTo>
                <a:cubicBezTo>
                  <a:pt x="5623" y="35715"/>
                  <a:pt x="5654" y="35746"/>
                  <a:pt x="5471" y="35776"/>
                </a:cubicBezTo>
                <a:cubicBezTo>
                  <a:pt x="5289" y="35806"/>
                  <a:pt x="5198" y="35898"/>
                  <a:pt x="5198" y="35898"/>
                </a:cubicBezTo>
                <a:cubicBezTo>
                  <a:pt x="5137" y="35958"/>
                  <a:pt x="5076" y="36019"/>
                  <a:pt x="5015" y="36019"/>
                </a:cubicBezTo>
                <a:cubicBezTo>
                  <a:pt x="4955" y="36019"/>
                  <a:pt x="4907" y="35965"/>
                  <a:pt x="4855" y="35965"/>
                </a:cubicBezTo>
                <a:cubicBezTo>
                  <a:pt x="4830" y="35965"/>
                  <a:pt x="4803" y="35979"/>
                  <a:pt x="4772" y="36019"/>
                </a:cubicBezTo>
                <a:cubicBezTo>
                  <a:pt x="4711" y="36110"/>
                  <a:pt x="4711" y="36110"/>
                  <a:pt x="4590" y="36232"/>
                </a:cubicBezTo>
                <a:cubicBezTo>
                  <a:pt x="4468" y="36354"/>
                  <a:pt x="4438" y="36414"/>
                  <a:pt x="4377" y="36414"/>
                </a:cubicBezTo>
                <a:cubicBezTo>
                  <a:pt x="4286" y="36475"/>
                  <a:pt x="3921" y="36657"/>
                  <a:pt x="3647" y="36657"/>
                </a:cubicBezTo>
                <a:cubicBezTo>
                  <a:pt x="3344" y="36657"/>
                  <a:pt x="2918" y="36688"/>
                  <a:pt x="2857" y="37113"/>
                </a:cubicBezTo>
                <a:cubicBezTo>
                  <a:pt x="2766" y="37539"/>
                  <a:pt x="3496" y="37934"/>
                  <a:pt x="3982" y="38025"/>
                </a:cubicBezTo>
                <a:cubicBezTo>
                  <a:pt x="4088" y="38039"/>
                  <a:pt x="4229" y="38045"/>
                  <a:pt x="4391" y="38045"/>
                </a:cubicBezTo>
                <a:cubicBezTo>
                  <a:pt x="4967" y="38045"/>
                  <a:pt x="5820" y="37968"/>
                  <a:pt x="6413" y="37873"/>
                </a:cubicBezTo>
                <a:cubicBezTo>
                  <a:pt x="6574" y="37848"/>
                  <a:pt x="6780" y="37841"/>
                  <a:pt x="7005" y="37841"/>
                </a:cubicBezTo>
                <a:cubicBezTo>
                  <a:pt x="7247" y="37841"/>
                  <a:pt x="7512" y="37849"/>
                  <a:pt x="7767" y="37849"/>
                </a:cubicBezTo>
                <a:cubicBezTo>
                  <a:pt x="8394" y="37849"/>
                  <a:pt x="8963" y="37802"/>
                  <a:pt x="8997" y="37478"/>
                </a:cubicBezTo>
                <a:cubicBezTo>
                  <a:pt x="9088" y="36961"/>
                  <a:pt x="8997" y="36384"/>
                  <a:pt x="8876" y="36050"/>
                </a:cubicBezTo>
                <a:cubicBezTo>
                  <a:pt x="8789" y="35676"/>
                  <a:pt x="8703" y="34948"/>
                  <a:pt x="8514" y="34948"/>
                </a:cubicBezTo>
                <a:cubicBezTo>
                  <a:pt x="8503" y="34948"/>
                  <a:pt x="8492" y="34950"/>
                  <a:pt x="8480" y="34955"/>
                </a:cubicBezTo>
                <a:cubicBezTo>
                  <a:pt x="8480" y="34955"/>
                  <a:pt x="8389" y="34712"/>
                  <a:pt x="8420" y="34560"/>
                </a:cubicBezTo>
                <a:lnTo>
                  <a:pt x="8420" y="34226"/>
                </a:lnTo>
                <a:cubicBezTo>
                  <a:pt x="8420" y="34226"/>
                  <a:pt x="8427" y="34228"/>
                  <a:pt x="8439" y="34228"/>
                </a:cubicBezTo>
                <a:cubicBezTo>
                  <a:pt x="8473" y="34228"/>
                  <a:pt x="8541" y="34211"/>
                  <a:pt x="8541" y="34074"/>
                </a:cubicBezTo>
                <a:cubicBezTo>
                  <a:pt x="8541" y="33891"/>
                  <a:pt x="8693" y="31673"/>
                  <a:pt x="8663" y="31004"/>
                </a:cubicBezTo>
                <a:cubicBezTo>
                  <a:pt x="8632" y="30274"/>
                  <a:pt x="8359" y="29241"/>
                  <a:pt x="7903" y="28208"/>
                </a:cubicBezTo>
                <a:cubicBezTo>
                  <a:pt x="7447" y="27204"/>
                  <a:pt x="7417" y="26961"/>
                  <a:pt x="7295" y="26657"/>
                </a:cubicBezTo>
                <a:cubicBezTo>
                  <a:pt x="7204" y="26384"/>
                  <a:pt x="7052" y="25989"/>
                  <a:pt x="7113" y="25472"/>
                </a:cubicBezTo>
                <a:cubicBezTo>
                  <a:pt x="7143" y="25016"/>
                  <a:pt x="7143" y="22949"/>
                  <a:pt x="7143" y="22949"/>
                </a:cubicBezTo>
                <a:cubicBezTo>
                  <a:pt x="7143" y="22949"/>
                  <a:pt x="7143" y="22888"/>
                  <a:pt x="7325" y="22827"/>
                </a:cubicBezTo>
                <a:cubicBezTo>
                  <a:pt x="7508" y="22736"/>
                  <a:pt x="7660" y="22676"/>
                  <a:pt x="7721" y="22645"/>
                </a:cubicBezTo>
                <a:cubicBezTo>
                  <a:pt x="7726" y="22633"/>
                  <a:pt x="7731" y="22630"/>
                  <a:pt x="7736" y="22630"/>
                </a:cubicBezTo>
                <a:cubicBezTo>
                  <a:pt x="7745" y="22630"/>
                  <a:pt x="7754" y="22642"/>
                  <a:pt x="7772" y="22642"/>
                </a:cubicBezTo>
                <a:cubicBezTo>
                  <a:pt x="7796" y="22642"/>
                  <a:pt x="7833" y="22621"/>
                  <a:pt x="7903" y="22524"/>
                </a:cubicBezTo>
                <a:cubicBezTo>
                  <a:pt x="8055" y="22280"/>
                  <a:pt x="8176" y="21885"/>
                  <a:pt x="8237" y="21794"/>
                </a:cubicBezTo>
                <a:cubicBezTo>
                  <a:pt x="8328" y="21733"/>
                  <a:pt x="8237" y="21642"/>
                  <a:pt x="8328" y="21338"/>
                </a:cubicBezTo>
                <a:cubicBezTo>
                  <a:pt x="8389" y="21034"/>
                  <a:pt x="8389" y="20153"/>
                  <a:pt x="8420" y="19970"/>
                </a:cubicBezTo>
                <a:cubicBezTo>
                  <a:pt x="8480" y="19788"/>
                  <a:pt x="8511" y="19788"/>
                  <a:pt x="8511" y="19788"/>
                </a:cubicBezTo>
                <a:cubicBezTo>
                  <a:pt x="8511" y="19788"/>
                  <a:pt x="8522" y="19834"/>
                  <a:pt x="8531" y="19834"/>
                </a:cubicBezTo>
                <a:cubicBezTo>
                  <a:pt x="8537" y="19834"/>
                  <a:pt x="8541" y="19816"/>
                  <a:pt x="8541" y="19758"/>
                </a:cubicBezTo>
                <a:cubicBezTo>
                  <a:pt x="8572" y="19545"/>
                  <a:pt x="8572" y="18998"/>
                  <a:pt x="8572" y="18998"/>
                </a:cubicBezTo>
                <a:cubicBezTo>
                  <a:pt x="8572" y="18998"/>
                  <a:pt x="8663" y="18998"/>
                  <a:pt x="8724" y="18846"/>
                </a:cubicBezTo>
                <a:cubicBezTo>
                  <a:pt x="8815" y="18694"/>
                  <a:pt x="8784" y="18481"/>
                  <a:pt x="8724" y="18390"/>
                </a:cubicBezTo>
                <a:cubicBezTo>
                  <a:pt x="8693" y="18268"/>
                  <a:pt x="8693" y="18147"/>
                  <a:pt x="8724" y="18116"/>
                </a:cubicBezTo>
                <a:cubicBezTo>
                  <a:pt x="8724" y="18086"/>
                  <a:pt x="8815" y="17539"/>
                  <a:pt x="8815" y="17417"/>
                </a:cubicBezTo>
                <a:cubicBezTo>
                  <a:pt x="8815" y="17326"/>
                  <a:pt x="8784" y="17204"/>
                  <a:pt x="8784" y="17083"/>
                </a:cubicBezTo>
                <a:cubicBezTo>
                  <a:pt x="8784" y="16961"/>
                  <a:pt x="8784" y="16171"/>
                  <a:pt x="8724" y="16110"/>
                </a:cubicBezTo>
                <a:cubicBezTo>
                  <a:pt x="8724" y="15988"/>
                  <a:pt x="8693" y="15654"/>
                  <a:pt x="8693" y="15533"/>
                </a:cubicBezTo>
                <a:lnTo>
                  <a:pt x="8693" y="14925"/>
                </a:lnTo>
                <a:cubicBezTo>
                  <a:pt x="8693" y="14681"/>
                  <a:pt x="8693" y="14134"/>
                  <a:pt x="8724" y="13922"/>
                </a:cubicBezTo>
                <a:cubicBezTo>
                  <a:pt x="8724" y="13739"/>
                  <a:pt x="8815" y="13435"/>
                  <a:pt x="8845" y="13374"/>
                </a:cubicBezTo>
                <a:cubicBezTo>
                  <a:pt x="8876" y="13314"/>
                  <a:pt x="8967" y="13405"/>
                  <a:pt x="9028" y="13253"/>
                </a:cubicBezTo>
                <a:cubicBezTo>
                  <a:pt x="9149" y="13131"/>
                  <a:pt x="9149" y="12858"/>
                  <a:pt x="9180" y="12645"/>
                </a:cubicBezTo>
                <a:cubicBezTo>
                  <a:pt x="9240" y="12402"/>
                  <a:pt x="9180" y="12067"/>
                  <a:pt x="9271" y="12007"/>
                </a:cubicBezTo>
                <a:cubicBezTo>
                  <a:pt x="9331" y="11915"/>
                  <a:pt x="9483" y="11764"/>
                  <a:pt x="9544" y="11642"/>
                </a:cubicBezTo>
                <a:cubicBezTo>
                  <a:pt x="9575" y="11551"/>
                  <a:pt x="9635" y="11308"/>
                  <a:pt x="9453" y="11095"/>
                </a:cubicBezTo>
                <a:cubicBezTo>
                  <a:pt x="9271" y="10852"/>
                  <a:pt x="9088" y="10578"/>
                  <a:pt x="8997" y="10548"/>
                </a:cubicBezTo>
                <a:cubicBezTo>
                  <a:pt x="8936" y="10487"/>
                  <a:pt x="8845" y="10335"/>
                  <a:pt x="8845" y="10244"/>
                </a:cubicBezTo>
                <a:cubicBezTo>
                  <a:pt x="8845" y="10183"/>
                  <a:pt x="8997" y="9970"/>
                  <a:pt x="9028" y="9909"/>
                </a:cubicBezTo>
                <a:cubicBezTo>
                  <a:pt x="9088" y="9818"/>
                  <a:pt x="9149" y="8359"/>
                  <a:pt x="8572" y="7964"/>
                </a:cubicBezTo>
                <a:cubicBezTo>
                  <a:pt x="8572" y="7964"/>
                  <a:pt x="8815" y="7356"/>
                  <a:pt x="8632" y="7235"/>
                </a:cubicBezTo>
                <a:cubicBezTo>
                  <a:pt x="8632" y="7235"/>
                  <a:pt x="8997" y="5076"/>
                  <a:pt x="7477" y="4590"/>
                </a:cubicBezTo>
                <a:cubicBezTo>
                  <a:pt x="7477" y="4590"/>
                  <a:pt x="7812" y="4165"/>
                  <a:pt x="7933" y="4013"/>
                </a:cubicBezTo>
                <a:cubicBezTo>
                  <a:pt x="8055" y="3830"/>
                  <a:pt x="8328" y="3496"/>
                  <a:pt x="8268" y="3374"/>
                </a:cubicBezTo>
                <a:cubicBezTo>
                  <a:pt x="8237" y="3253"/>
                  <a:pt x="8268" y="3253"/>
                  <a:pt x="8480" y="3040"/>
                </a:cubicBezTo>
                <a:cubicBezTo>
                  <a:pt x="8663" y="2827"/>
                  <a:pt x="8967" y="2462"/>
                  <a:pt x="8876" y="2432"/>
                </a:cubicBezTo>
                <a:cubicBezTo>
                  <a:pt x="8876" y="2432"/>
                  <a:pt x="8936" y="2280"/>
                  <a:pt x="9028" y="2159"/>
                </a:cubicBezTo>
                <a:cubicBezTo>
                  <a:pt x="9149" y="2037"/>
                  <a:pt x="9180" y="2007"/>
                  <a:pt x="9423" y="1885"/>
                </a:cubicBezTo>
                <a:cubicBezTo>
                  <a:pt x="9635" y="1763"/>
                  <a:pt x="10000" y="1551"/>
                  <a:pt x="10213" y="1277"/>
                </a:cubicBezTo>
                <a:cubicBezTo>
                  <a:pt x="10421" y="1129"/>
                  <a:pt x="10773" y="546"/>
                  <a:pt x="10310" y="546"/>
                </a:cubicBezTo>
                <a:cubicBezTo>
                  <a:pt x="10298" y="546"/>
                  <a:pt x="10286" y="547"/>
                  <a:pt x="10274" y="548"/>
                </a:cubicBezTo>
                <a:cubicBezTo>
                  <a:pt x="10274" y="548"/>
                  <a:pt x="10294" y="287"/>
                  <a:pt x="10089" y="287"/>
                </a:cubicBezTo>
                <a:cubicBezTo>
                  <a:pt x="10042" y="287"/>
                  <a:pt x="9983" y="301"/>
                  <a:pt x="9909" y="335"/>
                </a:cubicBezTo>
                <a:cubicBezTo>
                  <a:pt x="9909" y="335"/>
                  <a:pt x="9909" y="62"/>
                  <a:pt x="9738" y="62"/>
                </a:cubicBezTo>
                <a:cubicBezTo>
                  <a:pt x="9667" y="62"/>
                  <a:pt x="9566" y="109"/>
                  <a:pt x="9423" y="244"/>
                </a:cubicBezTo>
                <a:cubicBezTo>
                  <a:pt x="9423" y="244"/>
                  <a:pt x="9514" y="0"/>
                  <a:pt x="9301" y="0"/>
                </a:cubicBezTo>
                <a:close/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7" name="Google Shape;1337;p173"/>
          <p:cNvSpPr/>
          <p:nvPr/>
        </p:nvSpPr>
        <p:spPr>
          <a:xfrm rot="1878467">
            <a:off x="5993934" y="1017297"/>
            <a:ext cx="308106" cy="293412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1" name="Shape 1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Google Shape;1342;p174"/>
          <p:cNvSpPr txBox="1"/>
          <p:nvPr>
            <p:ph idx="1" type="subTitle"/>
          </p:nvPr>
        </p:nvSpPr>
        <p:spPr>
          <a:xfrm>
            <a:off x="125850" y="645200"/>
            <a:ext cx="4238400" cy="407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0" lang="fr" sz="1300"/>
              <a:t>I</a:t>
            </a:r>
            <a:r>
              <a:rPr lang="fr" sz="1300"/>
              <a:t>mportation des librairies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fr" sz="1300">
                <a:solidFill>
                  <a:schemeClr val="dk1"/>
                </a:solidFill>
              </a:rPr>
              <a:t>Pandas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fr" sz="1300">
                <a:solidFill>
                  <a:schemeClr val="dk1"/>
                </a:solidFill>
              </a:rPr>
              <a:t>Matplotlib.pyplot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fr" sz="1300">
                <a:solidFill>
                  <a:schemeClr val="dk1"/>
                </a:solidFill>
              </a:rPr>
              <a:t>Seaborn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fr" sz="1300">
                <a:solidFill>
                  <a:schemeClr val="dk1"/>
                </a:solidFill>
              </a:rPr>
              <a:t>Pearson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fr" sz="1300"/>
              <a:t>Manipulation du jeu de données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fr" sz="1300">
                <a:solidFill>
                  <a:schemeClr val="dk1"/>
                </a:solidFill>
              </a:rPr>
              <a:t>Chargement du jeu de données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fr" sz="1300">
                <a:solidFill>
                  <a:schemeClr val="dk1"/>
                </a:solidFill>
              </a:rPr>
              <a:t>Filtre des colonnes "track_popularity" et "danceability"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fr" sz="1300">
                <a:solidFill>
                  <a:schemeClr val="dk1"/>
                </a:solidFill>
              </a:rPr>
              <a:t>Gestion des valeurs manquantes malgré tout</a:t>
            </a:r>
            <a:r>
              <a:rPr lang="fr" sz="1300"/>
              <a:t>: 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fr" sz="1300"/>
              <a:t>Affichage des graphiques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fr" sz="1300">
                <a:solidFill>
                  <a:schemeClr val="dk1"/>
                </a:solidFill>
              </a:rPr>
              <a:t>Définition de la taille du graphique </a:t>
            </a:r>
            <a:endParaRPr b="1" i="1" sz="1300">
              <a:solidFill>
                <a:schemeClr val="dk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fr" sz="1300">
                <a:solidFill>
                  <a:schemeClr val="dk1"/>
                </a:solidFill>
              </a:rPr>
              <a:t>Définition des axes 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fr" sz="1300">
                <a:solidFill>
                  <a:schemeClr val="dk1"/>
                </a:solidFill>
              </a:rPr>
              <a:t>Titre du graphique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b="0" lang="fr" sz="1300">
                <a:solidFill>
                  <a:schemeClr val="dk1"/>
                </a:solidFill>
                <a:highlight>
                  <a:schemeClr val="lt1"/>
                </a:highlight>
                <a:latin typeface="Epilogue"/>
                <a:ea typeface="Epilogue"/>
                <a:cs typeface="Epilogue"/>
                <a:sym typeface="Epilogue"/>
              </a:rPr>
              <a:t>Étiquette des axes</a:t>
            </a:r>
            <a:endParaRPr i="1" sz="13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b="0" lang="fr" sz="1300">
                <a:solidFill>
                  <a:schemeClr val="dk1"/>
                </a:solidFill>
                <a:highlight>
                  <a:schemeClr val="lt1"/>
                </a:highlight>
                <a:latin typeface="Epilogue"/>
                <a:ea typeface="Epilogue"/>
                <a:cs typeface="Epilogue"/>
                <a:sym typeface="Epilogue"/>
              </a:rPr>
              <a:t>Affichage du graphique</a:t>
            </a:r>
            <a:endParaRPr sz="13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1343" name="Google Shape;1343;p174"/>
          <p:cNvSpPr/>
          <p:nvPr/>
        </p:nvSpPr>
        <p:spPr>
          <a:xfrm rot="6284368">
            <a:off x="8085458" y="2599813"/>
            <a:ext cx="530615" cy="371390"/>
          </a:xfrm>
          <a:custGeom>
            <a:rect b="b" l="l" r="r" t="t"/>
            <a:pathLst>
              <a:path extrusionOk="0" fill="none" h="8362" w="11947">
                <a:moveTo>
                  <a:pt x="1" y="0"/>
                </a:moveTo>
                <a:cubicBezTo>
                  <a:pt x="1297" y="636"/>
                  <a:pt x="306" y="2643"/>
                  <a:pt x="1577" y="3279"/>
                </a:cubicBezTo>
                <a:cubicBezTo>
                  <a:pt x="2898" y="3914"/>
                  <a:pt x="3839" y="1906"/>
                  <a:pt x="5135" y="2542"/>
                </a:cubicBezTo>
                <a:cubicBezTo>
                  <a:pt x="6456" y="3177"/>
                  <a:pt x="5465" y="5185"/>
                  <a:pt x="6761" y="5820"/>
                </a:cubicBezTo>
                <a:cubicBezTo>
                  <a:pt x="8058" y="6456"/>
                  <a:pt x="9023" y="4448"/>
                  <a:pt x="10320" y="5083"/>
                </a:cubicBezTo>
                <a:cubicBezTo>
                  <a:pt x="11616" y="5719"/>
                  <a:pt x="10650" y="7727"/>
                  <a:pt x="11946" y="8362"/>
                </a:cubicBezTo>
              </a:path>
            </a:pathLst>
          </a:custGeom>
          <a:noFill/>
          <a:ln cap="rnd" cmpd="sng" w="184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4" name="Google Shape;1344;p174"/>
          <p:cNvSpPr txBox="1"/>
          <p:nvPr>
            <p:ph idx="1" type="subTitle"/>
          </p:nvPr>
        </p:nvSpPr>
        <p:spPr>
          <a:xfrm>
            <a:off x="4364250" y="1655625"/>
            <a:ext cx="4572000" cy="29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fr" sz="1300"/>
              <a:t>Calcul de la corrélation de Pearson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fr" sz="1300"/>
              <a:t>Affichage des valeurs 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fr" sz="1300">
                <a:solidFill>
                  <a:schemeClr val="dk1"/>
                </a:solidFill>
              </a:rPr>
              <a:t>Affichage du coefficient de corrélation et la p-value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latin typeface="Epilogue"/>
              <a:ea typeface="Epilogue"/>
              <a:cs typeface="Epilogue"/>
              <a:sym typeface="Epilogue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fr" sz="1300"/>
              <a:t>Calculs du nombre de points inférieurs et supérieurs aux médianes des variables y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fr" sz="1300">
                <a:solidFill>
                  <a:schemeClr val="dk1"/>
                </a:solidFill>
              </a:rPr>
              <a:t>Nombre de points avec y &gt; seuil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fr" sz="1300">
                <a:solidFill>
                  <a:schemeClr val="dk1"/>
                </a:solidFill>
              </a:rPr>
              <a:t>Nombre de points avec y &lt; seuil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fr" sz="1300"/>
              <a:t>Affichage de listes de morceaux pour l’écoute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fr" sz="1300">
                <a:solidFill>
                  <a:schemeClr val="dk1"/>
                </a:solidFill>
              </a:rPr>
              <a:t>Filtre des morceaux </a:t>
            </a:r>
            <a:endParaRPr b="1" i="1" sz="1300">
              <a:solidFill>
                <a:schemeClr val="dk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fr" sz="1300">
                <a:solidFill>
                  <a:schemeClr val="dk1"/>
                </a:solidFill>
              </a:rPr>
              <a:t>Affichage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8" name="Shape 1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Google Shape;1349;p175"/>
          <p:cNvSpPr/>
          <p:nvPr/>
        </p:nvSpPr>
        <p:spPr>
          <a:xfrm rot="9209643">
            <a:off x="6228018" y="2132682"/>
            <a:ext cx="3971379" cy="3926756"/>
          </a:xfrm>
          <a:custGeom>
            <a:rect b="b" l="l" r="r" t="t"/>
            <a:pathLst>
              <a:path extrusionOk="0" h="80518" w="81433">
                <a:moveTo>
                  <a:pt x="28054" y="1"/>
                </a:moveTo>
                <a:cubicBezTo>
                  <a:pt x="25711" y="1"/>
                  <a:pt x="23142" y="619"/>
                  <a:pt x="20333" y="2015"/>
                </a:cubicBezTo>
                <a:cubicBezTo>
                  <a:pt x="6227" y="9005"/>
                  <a:pt x="0" y="29769"/>
                  <a:pt x="12937" y="41054"/>
                </a:cubicBezTo>
                <a:cubicBezTo>
                  <a:pt x="20663" y="47764"/>
                  <a:pt x="32533" y="47916"/>
                  <a:pt x="40157" y="54728"/>
                </a:cubicBezTo>
                <a:cubicBezTo>
                  <a:pt x="48519" y="62149"/>
                  <a:pt x="50654" y="76509"/>
                  <a:pt x="61329" y="79940"/>
                </a:cubicBezTo>
                <a:cubicBezTo>
                  <a:pt x="62549" y="80333"/>
                  <a:pt x="63804" y="80517"/>
                  <a:pt x="65058" y="80517"/>
                </a:cubicBezTo>
                <a:cubicBezTo>
                  <a:pt x="71507" y="80517"/>
                  <a:pt x="77931" y="75645"/>
                  <a:pt x="79526" y="69240"/>
                </a:cubicBezTo>
                <a:cubicBezTo>
                  <a:pt x="81433" y="61590"/>
                  <a:pt x="76959" y="53101"/>
                  <a:pt x="69868" y="49543"/>
                </a:cubicBezTo>
                <a:cubicBezTo>
                  <a:pt x="65446" y="47306"/>
                  <a:pt x="60236" y="46772"/>
                  <a:pt x="56271" y="43875"/>
                </a:cubicBezTo>
                <a:cubicBezTo>
                  <a:pt x="51391" y="40291"/>
                  <a:pt x="49434" y="33963"/>
                  <a:pt x="48367" y="28016"/>
                </a:cubicBezTo>
                <a:cubicBezTo>
                  <a:pt x="46424" y="17002"/>
                  <a:pt x="40341" y="1"/>
                  <a:pt x="2805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0" name="Google Shape;1350;p175"/>
          <p:cNvSpPr txBox="1"/>
          <p:nvPr>
            <p:ph type="title"/>
          </p:nvPr>
        </p:nvSpPr>
        <p:spPr>
          <a:xfrm>
            <a:off x="713225" y="1349700"/>
            <a:ext cx="4509900" cy="244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Les nuages de points</a:t>
            </a:r>
            <a:endParaRPr/>
          </a:p>
        </p:txBody>
      </p:sp>
      <p:sp>
        <p:nvSpPr>
          <p:cNvPr id="1351" name="Google Shape;1351;p175"/>
          <p:cNvSpPr/>
          <p:nvPr/>
        </p:nvSpPr>
        <p:spPr>
          <a:xfrm>
            <a:off x="4776700" y="576078"/>
            <a:ext cx="1766021" cy="4290462"/>
          </a:xfrm>
          <a:custGeom>
            <a:rect b="b" l="l" r="r" t="t"/>
            <a:pathLst>
              <a:path extrusionOk="0" h="42463" w="17478">
                <a:moveTo>
                  <a:pt x="8480" y="3120"/>
                </a:moveTo>
                <a:cubicBezTo>
                  <a:pt x="8480" y="3120"/>
                  <a:pt x="8784" y="3424"/>
                  <a:pt x="9149" y="3667"/>
                </a:cubicBezTo>
                <a:cubicBezTo>
                  <a:pt x="9514" y="3849"/>
                  <a:pt x="9848" y="4001"/>
                  <a:pt x="10000" y="4123"/>
                </a:cubicBezTo>
                <a:cubicBezTo>
                  <a:pt x="10152" y="4214"/>
                  <a:pt x="11642" y="4943"/>
                  <a:pt x="12098" y="5338"/>
                </a:cubicBezTo>
                <a:cubicBezTo>
                  <a:pt x="12553" y="5703"/>
                  <a:pt x="13405" y="6098"/>
                  <a:pt x="13648" y="6311"/>
                </a:cubicBezTo>
                <a:cubicBezTo>
                  <a:pt x="13860" y="6524"/>
                  <a:pt x="14012" y="6858"/>
                  <a:pt x="14073" y="6949"/>
                </a:cubicBezTo>
                <a:cubicBezTo>
                  <a:pt x="14104" y="7041"/>
                  <a:pt x="14012" y="7649"/>
                  <a:pt x="14134" y="8348"/>
                </a:cubicBezTo>
                <a:cubicBezTo>
                  <a:pt x="14286" y="9077"/>
                  <a:pt x="14286" y="9503"/>
                  <a:pt x="14225" y="9776"/>
                </a:cubicBezTo>
                <a:cubicBezTo>
                  <a:pt x="14134" y="10080"/>
                  <a:pt x="13678" y="11357"/>
                  <a:pt x="13769" y="11722"/>
                </a:cubicBezTo>
                <a:cubicBezTo>
                  <a:pt x="13769" y="11722"/>
                  <a:pt x="13648" y="11448"/>
                  <a:pt x="13769" y="10870"/>
                </a:cubicBezTo>
                <a:cubicBezTo>
                  <a:pt x="13860" y="10354"/>
                  <a:pt x="13921" y="10263"/>
                  <a:pt x="13830" y="9290"/>
                </a:cubicBezTo>
                <a:cubicBezTo>
                  <a:pt x="13769" y="8287"/>
                  <a:pt x="13131" y="6554"/>
                  <a:pt x="11794" y="6463"/>
                </a:cubicBezTo>
                <a:cubicBezTo>
                  <a:pt x="11794" y="6463"/>
                  <a:pt x="11744" y="6459"/>
                  <a:pt x="11663" y="6459"/>
                </a:cubicBezTo>
                <a:cubicBezTo>
                  <a:pt x="11442" y="6459"/>
                  <a:pt x="10989" y="6491"/>
                  <a:pt x="10699" y="6737"/>
                </a:cubicBezTo>
                <a:cubicBezTo>
                  <a:pt x="10699" y="6737"/>
                  <a:pt x="10335" y="6737"/>
                  <a:pt x="10031" y="6949"/>
                </a:cubicBezTo>
                <a:cubicBezTo>
                  <a:pt x="9787" y="7193"/>
                  <a:pt x="9271" y="8226"/>
                  <a:pt x="9271" y="8743"/>
                </a:cubicBezTo>
                <a:cubicBezTo>
                  <a:pt x="9271" y="9290"/>
                  <a:pt x="9210" y="9989"/>
                  <a:pt x="9210" y="10050"/>
                </a:cubicBezTo>
                <a:cubicBezTo>
                  <a:pt x="9210" y="9989"/>
                  <a:pt x="8906" y="9138"/>
                  <a:pt x="8784" y="8682"/>
                </a:cubicBezTo>
                <a:cubicBezTo>
                  <a:pt x="8663" y="8226"/>
                  <a:pt x="8450" y="7649"/>
                  <a:pt x="8328" y="7466"/>
                </a:cubicBezTo>
                <a:cubicBezTo>
                  <a:pt x="8207" y="7253"/>
                  <a:pt x="8207" y="7071"/>
                  <a:pt x="8237" y="6767"/>
                </a:cubicBezTo>
                <a:cubicBezTo>
                  <a:pt x="8298" y="6433"/>
                  <a:pt x="8328" y="5095"/>
                  <a:pt x="8328" y="4609"/>
                </a:cubicBezTo>
                <a:cubicBezTo>
                  <a:pt x="8328" y="4123"/>
                  <a:pt x="8480" y="3120"/>
                  <a:pt x="8480" y="3120"/>
                </a:cubicBezTo>
                <a:close/>
                <a:moveTo>
                  <a:pt x="10578" y="17527"/>
                </a:moveTo>
                <a:cubicBezTo>
                  <a:pt x="10578" y="17861"/>
                  <a:pt x="10882" y="18317"/>
                  <a:pt x="10882" y="18317"/>
                </a:cubicBezTo>
                <a:lnTo>
                  <a:pt x="10912" y="17953"/>
                </a:lnTo>
                <a:cubicBezTo>
                  <a:pt x="10912" y="18165"/>
                  <a:pt x="11064" y="18409"/>
                  <a:pt x="11064" y="18409"/>
                </a:cubicBezTo>
                <a:lnTo>
                  <a:pt x="10608" y="18713"/>
                </a:lnTo>
                <a:lnTo>
                  <a:pt x="10395" y="18773"/>
                </a:lnTo>
                <a:lnTo>
                  <a:pt x="10395" y="18348"/>
                </a:lnTo>
                <a:lnTo>
                  <a:pt x="10456" y="18652"/>
                </a:lnTo>
                <a:cubicBezTo>
                  <a:pt x="10487" y="18591"/>
                  <a:pt x="10578" y="17527"/>
                  <a:pt x="10578" y="17527"/>
                </a:cubicBezTo>
                <a:close/>
                <a:moveTo>
                  <a:pt x="8031" y="1"/>
                </a:moveTo>
                <a:cubicBezTo>
                  <a:pt x="7986" y="1"/>
                  <a:pt x="7964" y="202"/>
                  <a:pt x="7964" y="202"/>
                </a:cubicBezTo>
                <a:cubicBezTo>
                  <a:pt x="7911" y="149"/>
                  <a:pt x="7847" y="116"/>
                  <a:pt x="7786" y="116"/>
                </a:cubicBezTo>
                <a:cubicBezTo>
                  <a:pt x="7741" y="116"/>
                  <a:pt x="7698" y="133"/>
                  <a:pt x="7660" y="171"/>
                </a:cubicBezTo>
                <a:cubicBezTo>
                  <a:pt x="7569" y="232"/>
                  <a:pt x="7721" y="475"/>
                  <a:pt x="7721" y="475"/>
                </a:cubicBezTo>
                <a:lnTo>
                  <a:pt x="7690" y="475"/>
                </a:lnTo>
                <a:cubicBezTo>
                  <a:pt x="7660" y="475"/>
                  <a:pt x="7599" y="475"/>
                  <a:pt x="7508" y="506"/>
                </a:cubicBezTo>
                <a:cubicBezTo>
                  <a:pt x="7356" y="566"/>
                  <a:pt x="7538" y="870"/>
                  <a:pt x="7538" y="870"/>
                </a:cubicBezTo>
                <a:cubicBezTo>
                  <a:pt x="7538" y="870"/>
                  <a:pt x="7533" y="865"/>
                  <a:pt x="7522" y="865"/>
                </a:cubicBezTo>
                <a:cubicBezTo>
                  <a:pt x="7504" y="865"/>
                  <a:pt x="7471" y="876"/>
                  <a:pt x="7417" y="931"/>
                </a:cubicBezTo>
                <a:cubicBezTo>
                  <a:pt x="7356" y="961"/>
                  <a:pt x="7356" y="1144"/>
                  <a:pt x="7356" y="1144"/>
                </a:cubicBezTo>
                <a:cubicBezTo>
                  <a:pt x="7339" y="1135"/>
                  <a:pt x="7322" y="1132"/>
                  <a:pt x="7307" y="1132"/>
                </a:cubicBezTo>
                <a:cubicBezTo>
                  <a:pt x="7210" y="1132"/>
                  <a:pt x="7139" y="1274"/>
                  <a:pt x="7113" y="1326"/>
                </a:cubicBezTo>
                <a:cubicBezTo>
                  <a:pt x="7082" y="1417"/>
                  <a:pt x="7295" y="1782"/>
                  <a:pt x="7356" y="1904"/>
                </a:cubicBezTo>
                <a:cubicBezTo>
                  <a:pt x="7386" y="2025"/>
                  <a:pt x="7295" y="2208"/>
                  <a:pt x="7295" y="2329"/>
                </a:cubicBezTo>
                <a:cubicBezTo>
                  <a:pt x="7265" y="2451"/>
                  <a:pt x="7417" y="2846"/>
                  <a:pt x="7447" y="3059"/>
                </a:cubicBezTo>
                <a:cubicBezTo>
                  <a:pt x="7447" y="3241"/>
                  <a:pt x="7356" y="3727"/>
                  <a:pt x="7356" y="3727"/>
                </a:cubicBezTo>
                <a:cubicBezTo>
                  <a:pt x="7356" y="3727"/>
                  <a:pt x="7113" y="4579"/>
                  <a:pt x="7052" y="5034"/>
                </a:cubicBezTo>
                <a:cubicBezTo>
                  <a:pt x="6961" y="5490"/>
                  <a:pt x="6961" y="6190"/>
                  <a:pt x="6900" y="6645"/>
                </a:cubicBezTo>
                <a:cubicBezTo>
                  <a:pt x="6809" y="7101"/>
                  <a:pt x="6839" y="7101"/>
                  <a:pt x="6900" y="7649"/>
                </a:cubicBezTo>
                <a:cubicBezTo>
                  <a:pt x="6930" y="8165"/>
                  <a:pt x="7295" y="9381"/>
                  <a:pt x="7386" y="9837"/>
                </a:cubicBezTo>
                <a:cubicBezTo>
                  <a:pt x="7508" y="10293"/>
                  <a:pt x="7812" y="11326"/>
                  <a:pt x="7994" y="12025"/>
                </a:cubicBezTo>
                <a:cubicBezTo>
                  <a:pt x="8176" y="12694"/>
                  <a:pt x="8724" y="13880"/>
                  <a:pt x="8906" y="14184"/>
                </a:cubicBezTo>
                <a:cubicBezTo>
                  <a:pt x="9088" y="14488"/>
                  <a:pt x="9119" y="14609"/>
                  <a:pt x="9119" y="14609"/>
                </a:cubicBezTo>
                <a:lnTo>
                  <a:pt x="9119" y="14913"/>
                </a:lnTo>
                <a:cubicBezTo>
                  <a:pt x="8967" y="15430"/>
                  <a:pt x="9119" y="16281"/>
                  <a:pt x="9119" y="16281"/>
                </a:cubicBezTo>
                <a:cubicBezTo>
                  <a:pt x="9119" y="16068"/>
                  <a:pt x="9362" y="15278"/>
                  <a:pt x="9362" y="15278"/>
                </a:cubicBezTo>
                <a:lnTo>
                  <a:pt x="9362" y="15278"/>
                </a:lnTo>
                <a:cubicBezTo>
                  <a:pt x="9362" y="15278"/>
                  <a:pt x="9331" y="16220"/>
                  <a:pt x="9119" y="17102"/>
                </a:cubicBezTo>
                <a:cubicBezTo>
                  <a:pt x="8936" y="17983"/>
                  <a:pt x="9210" y="18925"/>
                  <a:pt x="9210" y="18925"/>
                </a:cubicBezTo>
                <a:cubicBezTo>
                  <a:pt x="9210" y="18773"/>
                  <a:pt x="9332" y="18348"/>
                  <a:pt x="9332" y="18348"/>
                </a:cubicBezTo>
                <a:cubicBezTo>
                  <a:pt x="9332" y="18348"/>
                  <a:pt x="9392" y="18500"/>
                  <a:pt x="9362" y="18895"/>
                </a:cubicBezTo>
                <a:cubicBezTo>
                  <a:pt x="9332" y="19260"/>
                  <a:pt x="9180" y="19381"/>
                  <a:pt x="9180" y="19381"/>
                </a:cubicBezTo>
                <a:lnTo>
                  <a:pt x="7903" y="20263"/>
                </a:lnTo>
                <a:cubicBezTo>
                  <a:pt x="6596" y="21235"/>
                  <a:pt x="6809" y="22998"/>
                  <a:pt x="6961" y="23758"/>
                </a:cubicBezTo>
                <a:cubicBezTo>
                  <a:pt x="7082" y="24548"/>
                  <a:pt x="7356" y="25308"/>
                  <a:pt x="7508" y="26190"/>
                </a:cubicBezTo>
                <a:cubicBezTo>
                  <a:pt x="7660" y="27071"/>
                  <a:pt x="7903" y="28682"/>
                  <a:pt x="7903" y="28682"/>
                </a:cubicBezTo>
                <a:cubicBezTo>
                  <a:pt x="7903" y="28682"/>
                  <a:pt x="8055" y="30445"/>
                  <a:pt x="8055" y="30658"/>
                </a:cubicBezTo>
                <a:cubicBezTo>
                  <a:pt x="8055" y="30901"/>
                  <a:pt x="7751" y="31418"/>
                  <a:pt x="7569" y="31691"/>
                </a:cubicBezTo>
                <a:cubicBezTo>
                  <a:pt x="7356" y="31995"/>
                  <a:pt x="7052" y="32330"/>
                  <a:pt x="6383" y="32603"/>
                </a:cubicBezTo>
                <a:cubicBezTo>
                  <a:pt x="5745" y="32877"/>
                  <a:pt x="5137" y="33454"/>
                  <a:pt x="4924" y="33606"/>
                </a:cubicBezTo>
                <a:cubicBezTo>
                  <a:pt x="4681" y="33758"/>
                  <a:pt x="4803" y="33819"/>
                  <a:pt x="4803" y="33819"/>
                </a:cubicBezTo>
                <a:cubicBezTo>
                  <a:pt x="4803" y="33819"/>
                  <a:pt x="4043" y="34853"/>
                  <a:pt x="3496" y="35764"/>
                </a:cubicBezTo>
                <a:cubicBezTo>
                  <a:pt x="2948" y="36646"/>
                  <a:pt x="2037" y="37406"/>
                  <a:pt x="1733" y="37619"/>
                </a:cubicBezTo>
                <a:cubicBezTo>
                  <a:pt x="1429" y="37862"/>
                  <a:pt x="760" y="37923"/>
                  <a:pt x="395" y="38196"/>
                </a:cubicBezTo>
                <a:cubicBezTo>
                  <a:pt x="0" y="38470"/>
                  <a:pt x="578" y="39533"/>
                  <a:pt x="730" y="40020"/>
                </a:cubicBezTo>
                <a:cubicBezTo>
                  <a:pt x="912" y="40506"/>
                  <a:pt x="760" y="40962"/>
                  <a:pt x="730" y="41600"/>
                </a:cubicBezTo>
                <a:cubicBezTo>
                  <a:pt x="699" y="42269"/>
                  <a:pt x="1003" y="42299"/>
                  <a:pt x="1155" y="42360"/>
                </a:cubicBezTo>
                <a:cubicBezTo>
                  <a:pt x="1269" y="42429"/>
                  <a:pt x="1828" y="42463"/>
                  <a:pt x="2164" y="42463"/>
                </a:cubicBezTo>
                <a:cubicBezTo>
                  <a:pt x="2276" y="42463"/>
                  <a:pt x="2363" y="42459"/>
                  <a:pt x="2401" y="42451"/>
                </a:cubicBezTo>
                <a:cubicBezTo>
                  <a:pt x="2523" y="42421"/>
                  <a:pt x="2584" y="42451"/>
                  <a:pt x="2675" y="42269"/>
                </a:cubicBezTo>
                <a:cubicBezTo>
                  <a:pt x="2736" y="42026"/>
                  <a:pt x="2189" y="42117"/>
                  <a:pt x="2067" y="42056"/>
                </a:cubicBezTo>
                <a:cubicBezTo>
                  <a:pt x="1945" y="42026"/>
                  <a:pt x="1915" y="41874"/>
                  <a:pt x="1824" y="41722"/>
                </a:cubicBezTo>
                <a:cubicBezTo>
                  <a:pt x="1793" y="41540"/>
                  <a:pt x="1945" y="41296"/>
                  <a:pt x="2128" y="40992"/>
                </a:cubicBezTo>
                <a:cubicBezTo>
                  <a:pt x="2341" y="40689"/>
                  <a:pt x="2341" y="40658"/>
                  <a:pt x="2492" y="40293"/>
                </a:cubicBezTo>
                <a:cubicBezTo>
                  <a:pt x="2644" y="39898"/>
                  <a:pt x="2675" y="39746"/>
                  <a:pt x="3040" y="39260"/>
                </a:cubicBezTo>
                <a:cubicBezTo>
                  <a:pt x="3404" y="38774"/>
                  <a:pt x="3648" y="38409"/>
                  <a:pt x="3951" y="37953"/>
                </a:cubicBezTo>
                <a:cubicBezTo>
                  <a:pt x="4316" y="37497"/>
                  <a:pt x="5167" y="36950"/>
                  <a:pt x="5319" y="36828"/>
                </a:cubicBezTo>
                <a:cubicBezTo>
                  <a:pt x="5441" y="36707"/>
                  <a:pt x="6383" y="35977"/>
                  <a:pt x="6383" y="35977"/>
                </a:cubicBezTo>
                <a:cubicBezTo>
                  <a:pt x="6397" y="36041"/>
                  <a:pt x="6424" y="36066"/>
                  <a:pt x="6460" y="36066"/>
                </a:cubicBezTo>
                <a:cubicBezTo>
                  <a:pt x="6578" y="36066"/>
                  <a:pt x="6790" y="35783"/>
                  <a:pt x="6930" y="35643"/>
                </a:cubicBezTo>
                <a:cubicBezTo>
                  <a:pt x="7113" y="35430"/>
                  <a:pt x="8207" y="34579"/>
                  <a:pt x="8359" y="34427"/>
                </a:cubicBezTo>
                <a:cubicBezTo>
                  <a:pt x="8511" y="34275"/>
                  <a:pt x="8815" y="34062"/>
                  <a:pt x="8815" y="34062"/>
                </a:cubicBezTo>
                <a:cubicBezTo>
                  <a:pt x="8815" y="34062"/>
                  <a:pt x="8906" y="34731"/>
                  <a:pt x="8906" y="34974"/>
                </a:cubicBezTo>
                <a:cubicBezTo>
                  <a:pt x="8906" y="35187"/>
                  <a:pt x="9028" y="35521"/>
                  <a:pt x="9028" y="35825"/>
                </a:cubicBezTo>
                <a:cubicBezTo>
                  <a:pt x="9028" y="36079"/>
                  <a:pt x="9070" y="36100"/>
                  <a:pt x="9084" y="36100"/>
                </a:cubicBezTo>
                <a:cubicBezTo>
                  <a:pt x="9087" y="36100"/>
                  <a:pt x="9088" y="36099"/>
                  <a:pt x="9088" y="36099"/>
                </a:cubicBezTo>
                <a:cubicBezTo>
                  <a:pt x="9088" y="36099"/>
                  <a:pt x="9484" y="37315"/>
                  <a:pt x="9635" y="37771"/>
                </a:cubicBezTo>
                <a:cubicBezTo>
                  <a:pt x="9787" y="38226"/>
                  <a:pt x="10152" y="38926"/>
                  <a:pt x="10578" y="39594"/>
                </a:cubicBezTo>
                <a:cubicBezTo>
                  <a:pt x="11003" y="40293"/>
                  <a:pt x="11064" y="40962"/>
                  <a:pt x="11064" y="41266"/>
                </a:cubicBezTo>
                <a:cubicBezTo>
                  <a:pt x="11064" y="41570"/>
                  <a:pt x="11034" y="41844"/>
                  <a:pt x="11064" y="42208"/>
                </a:cubicBezTo>
                <a:cubicBezTo>
                  <a:pt x="11076" y="42367"/>
                  <a:pt x="11216" y="42413"/>
                  <a:pt x="11415" y="42413"/>
                </a:cubicBezTo>
                <a:cubicBezTo>
                  <a:pt x="11686" y="42413"/>
                  <a:pt x="12066" y="42328"/>
                  <a:pt x="12380" y="42328"/>
                </a:cubicBezTo>
                <a:cubicBezTo>
                  <a:pt x="12408" y="42328"/>
                  <a:pt x="12435" y="42328"/>
                  <a:pt x="12462" y="42330"/>
                </a:cubicBezTo>
                <a:cubicBezTo>
                  <a:pt x="12927" y="42354"/>
                  <a:pt x="13510" y="42438"/>
                  <a:pt x="14021" y="42438"/>
                </a:cubicBezTo>
                <a:cubicBezTo>
                  <a:pt x="14145" y="42438"/>
                  <a:pt x="14264" y="42433"/>
                  <a:pt x="14377" y="42421"/>
                </a:cubicBezTo>
                <a:cubicBezTo>
                  <a:pt x="14894" y="42360"/>
                  <a:pt x="14955" y="42269"/>
                  <a:pt x="14955" y="42269"/>
                </a:cubicBezTo>
                <a:cubicBezTo>
                  <a:pt x="14955" y="42269"/>
                  <a:pt x="15016" y="42299"/>
                  <a:pt x="15137" y="42299"/>
                </a:cubicBezTo>
                <a:lnTo>
                  <a:pt x="15411" y="42299"/>
                </a:lnTo>
                <a:cubicBezTo>
                  <a:pt x="15593" y="42299"/>
                  <a:pt x="15867" y="41996"/>
                  <a:pt x="15867" y="41874"/>
                </a:cubicBezTo>
                <a:cubicBezTo>
                  <a:pt x="15867" y="41752"/>
                  <a:pt x="15623" y="41692"/>
                  <a:pt x="15502" y="41692"/>
                </a:cubicBezTo>
                <a:cubicBezTo>
                  <a:pt x="15350" y="41692"/>
                  <a:pt x="15137" y="41722"/>
                  <a:pt x="15137" y="41722"/>
                </a:cubicBezTo>
                <a:lnTo>
                  <a:pt x="15167" y="41540"/>
                </a:lnTo>
                <a:cubicBezTo>
                  <a:pt x="15198" y="41357"/>
                  <a:pt x="14955" y="41357"/>
                  <a:pt x="14894" y="41357"/>
                </a:cubicBezTo>
                <a:cubicBezTo>
                  <a:pt x="14864" y="41357"/>
                  <a:pt x="14712" y="41448"/>
                  <a:pt x="14712" y="41448"/>
                </a:cubicBezTo>
                <a:cubicBezTo>
                  <a:pt x="14712" y="41448"/>
                  <a:pt x="14681" y="41418"/>
                  <a:pt x="14499" y="41296"/>
                </a:cubicBezTo>
                <a:cubicBezTo>
                  <a:pt x="14286" y="41236"/>
                  <a:pt x="14073" y="40992"/>
                  <a:pt x="13648" y="40840"/>
                </a:cubicBezTo>
                <a:cubicBezTo>
                  <a:pt x="13222" y="40689"/>
                  <a:pt x="12979" y="40324"/>
                  <a:pt x="12705" y="40020"/>
                </a:cubicBezTo>
                <a:cubicBezTo>
                  <a:pt x="12432" y="39716"/>
                  <a:pt x="12219" y="39230"/>
                  <a:pt x="11946" y="38409"/>
                </a:cubicBezTo>
                <a:cubicBezTo>
                  <a:pt x="11672" y="37619"/>
                  <a:pt x="11672" y="36646"/>
                  <a:pt x="11642" y="36251"/>
                </a:cubicBezTo>
                <a:cubicBezTo>
                  <a:pt x="11611" y="35886"/>
                  <a:pt x="11642" y="35734"/>
                  <a:pt x="11642" y="35734"/>
                </a:cubicBezTo>
                <a:cubicBezTo>
                  <a:pt x="11763" y="35673"/>
                  <a:pt x="11520" y="35126"/>
                  <a:pt x="11490" y="34214"/>
                </a:cubicBezTo>
                <a:cubicBezTo>
                  <a:pt x="11459" y="33302"/>
                  <a:pt x="11307" y="33029"/>
                  <a:pt x="11307" y="32725"/>
                </a:cubicBezTo>
                <a:cubicBezTo>
                  <a:pt x="11307" y="32421"/>
                  <a:pt x="11338" y="32026"/>
                  <a:pt x="11490" y="31539"/>
                </a:cubicBezTo>
                <a:cubicBezTo>
                  <a:pt x="11611" y="31053"/>
                  <a:pt x="11490" y="30901"/>
                  <a:pt x="11459" y="30476"/>
                </a:cubicBezTo>
                <a:cubicBezTo>
                  <a:pt x="11398" y="30020"/>
                  <a:pt x="11459" y="29716"/>
                  <a:pt x="11459" y="29716"/>
                </a:cubicBezTo>
                <a:cubicBezTo>
                  <a:pt x="11459" y="29564"/>
                  <a:pt x="11824" y="28530"/>
                  <a:pt x="11976" y="27710"/>
                </a:cubicBezTo>
                <a:cubicBezTo>
                  <a:pt x="12128" y="26859"/>
                  <a:pt x="12098" y="26859"/>
                  <a:pt x="12128" y="26038"/>
                </a:cubicBezTo>
                <a:cubicBezTo>
                  <a:pt x="12128" y="25156"/>
                  <a:pt x="12219" y="24792"/>
                  <a:pt x="12219" y="24579"/>
                </a:cubicBezTo>
                <a:cubicBezTo>
                  <a:pt x="12219" y="24396"/>
                  <a:pt x="12432" y="24062"/>
                  <a:pt x="12584" y="23880"/>
                </a:cubicBezTo>
                <a:lnTo>
                  <a:pt x="12979" y="23485"/>
                </a:lnTo>
                <a:cubicBezTo>
                  <a:pt x="13678" y="22968"/>
                  <a:pt x="14803" y="21630"/>
                  <a:pt x="14955" y="21479"/>
                </a:cubicBezTo>
                <a:cubicBezTo>
                  <a:pt x="15107" y="21357"/>
                  <a:pt x="15046" y="21296"/>
                  <a:pt x="15046" y="21296"/>
                </a:cubicBezTo>
                <a:cubicBezTo>
                  <a:pt x="15046" y="21296"/>
                  <a:pt x="15198" y="21144"/>
                  <a:pt x="15411" y="20901"/>
                </a:cubicBezTo>
                <a:cubicBezTo>
                  <a:pt x="15593" y="20688"/>
                  <a:pt x="15775" y="20293"/>
                  <a:pt x="16049" y="20080"/>
                </a:cubicBezTo>
                <a:cubicBezTo>
                  <a:pt x="16323" y="19837"/>
                  <a:pt x="16231" y="19716"/>
                  <a:pt x="16505" y="19381"/>
                </a:cubicBezTo>
                <a:cubicBezTo>
                  <a:pt x="16778" y="19047"/>
                  <a:pt x="16930" y="18591"/>
                  <a:pt x="16991" y="18257"/>
                </a:cubicBezTo>
                <a:cubicBezTo>
                  <a:pt x="17082" y="17892"/>
                  <a:pt x="16991" y="17527"/>
                  <a:pt x="16991" y="17527"/>
                </a:cubicBezTo>
                <a:cubicBezTo>
                  <a:pt x="17022" y="17527"/>
                  <a:pt x="17022" y="17405"/>
                  <a:pt x="17022" y="17405"/>
                </a:cubicBezTo>
                <a:cubicBezTo>
                  <a:pt x="16991" y="16950"/>
                  <a:pt x="17082" y="16676"/>
                  <a:pt x="17386" y="15521"/>
                </a:cubicBezTo>
                <a:cubicBezTo>
                  <a:pt x="17478" y="14609"/>
                  <a:pt x="16262" y="13576"/>
                  <a:pt x="16262" y="13576"/>
                </a:cubicBezTo>
                <a:cubicBezTo>
                  <a:pt x="16262" y="13576"/>
                  <a:pt x="16262" y="13302"/>
                  <a:pt x="16201" y="12968"/>
                </a:cubicBezTo>
                <a:cubicBezTo>
                  <a:pt x="16140" y="12633"/>
                  <a:pt x="16110" y="11965"/>
                  <a:pt x="16079" y="10810"/>
                </a:cubicBezTo>
                <a:cubicBezTo>
                  <a:pt x="16049" y="9624"/>
                  <a:pt x="16019" y="8621"/>
                  <a:pt x="15927" y="7679"/>
                </a:cubicBezTo>
                <a:cubicBezTo>
                  <a:pt x="15867" y="6737"/>
                  <a:pt x="15623" y="5977"/>
                  <a:pt x="15471" y="5521"/>
                </a:cubicBezTo>
                <a:cubicBezTo>
                  <a:pt x="15350" y="5065"/>
                  <a:pt x="14985" y="5095"/>
                  <a:pt x="14803" y="4974"/>
                </a:cubicBezTo>
                <a:cubicBezTo>
                  <a:pt x="14560" y="4913"/>
                  <a:pt x="14256" y="4791"/>
                  <a:pt x="13344" y="4305"/>
                </a:cubicBezTo>
                <a:cubicBezTo>
                  <a:pt x="12432" y="3819"/>
                  <a:pt x="11186" y="3545"/>
                  <a:pt x="10912" y="3454"/>
                </a:cubicBezTo>
                <a:cubicBezTo>
                  <a:pt x="10639" y="3393"/>
                  <a:pt x="10395" y="3272"/>
                  <a:pt x="10304" y="3211"/>
                </a:cubicBezTo>
                <a:cubicBezTo>
                  <a:pt x="10243" y="3089"/>
                  <a:pt x="10091" y="2998"/>
                  <a:pt x="10000" y="2937"/>
                </a:cubicBezTo>
                <a:cubicBezTo>
                  <a:pt x="9879" y="2846"/>
                  <a:pt x="9879" y="2785"/>
                  <a:pt x="9727" y="2603"/>
                </a:cubicBezTo>
                <a:cubicBezTo>
                  <a:pt x="9575" y="2390"/>
                  <a:pt x="9119" y="2177"/>
                  <a:pt x="9088" y="2086"/>
                </a:cubicBezTo>
                <a:lnTo>
                  <a:pt x="8906" y="1904"/>
                </a:lnTo>
                <a:lnTo>
                  <a:pt x="8967" y="1843"/>
                </a:lnTo>
                <a:cubicBezTo>
                  <a:pt x="9180" y="1721"/>
                  <a:pt x="9362" y="1326"/>
                  <a:pt x="9240" y="1296"/>
                </a:cubicBezTo>
                <a:cubicBezTo>
                  <a:pt x="9232" y="1294"/>
                  <a:pt x="9224" y="1293"/>
                  <a:pt x="9215" y="1293"/>
                </a:cubicBezTo>
                <a:cubicBezTo>
                  <a:pt x="9087" y="1293"/>
                  <a:pt x="8876" y="1478"/>
                  <a:pt x="8876" y="1478"/>
                </a:cubicBezTo>
                <a:cubicBezTo>
                  <a:pt x="8876" y="1478"/>
                  <a:pt x="8876" y="1448"/>
                  <a:pt x="9028" y="1265"/>
                </a:cubicBezTo>
                <a:cubicBezTo>
                  <a:pt x="9166" y="1099"/>
                  <a:pt x="9077" y="958"/>
                  <a:pt x="8991" y="958"/>
                </a:cubicBezTo>
                <a:cubicBezTo>
                  <a:pt x="8983" y="958"/>
                  <a:pt x="8975" y="959"/>
                  <a:pt x="8967" y="961"/>
                </a:cubicBezTo>
                <a:cubicBezTo>
                  <a:pt x="8925" y="982"/>
                  <a:pt x="8870" y="1031"/>
                  <a:pt x="8829" y="1031"/>
                </a:cubicBezTo>
                <a:cubicBezTo>
                  <a:pt x="8810" y="1031"/>
                  <a:pt x="8794" y="1021"/>
                  <a:pt x="8784" y="992"/>
                </a:cubicBezTo>
                <a:cubicBezTo>
                  <a:pt x="8784" y="961"/>
                  <a:pt x="8754" y="779"/>
                  <a:pt x="8632" y="627"/>
                </a:cubicBezTo>
                <a:cubicBezTo>
                  <a:pt x="8511" y="414"/>
                  <a:pt x="8328" y="262"/>
                  <a:pt x="8268" y="232"/>
                </a:cubicBezTo>
                <a:cubicBezTo>
                  <a:pt x="8207" y="202"/>
                  <a:pt x="8146" y="80"/>
                  <a:pt x="8055" y="19"/>
                </a:cubicBezTo>
                <a:cubicBezTo>
                  <a:pt x="8046" y="6"/>
                  <a:pt x="8038" y="1"/>
                  <a:pt x="803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2" name="Google Shape;1352;p175"/>
          <p:cNvSpPr/>
          <p:nvPr/>
        </p:nvSpPr>
        <p:spPr>
          <a:xfrm>
            <a:off x="4929100" y="652278"/>
            <a:ext cx="1766021" cy="4290462"/>
          </a:xfrm>
          <a:custGeom>
            <a:rect b="b" l="l" r="r" t="t"/>
            <a:pathLst>
              <a:path extrusionOk="0" h="42463" w="17478">
                <a:moveTo>
                  <a:pt x="8480" y="3120"/>
                </a:moveTo>
                <a:cubicBezTo>
                  <a:pt x="8480" y="3120"/>
                  <a:pt x="8784" y="3424"/>
                  <a:pt x="9149" y="3667"/>
                </a:cubicBezTo>
                <a:cubicBezTo>
                  <a:pt x="9514" y="3849"/>
                  <a:pt x="9848" y="4001"/>
                  <a:pt x="10000" y="4123"/>
                </a:cubicBezTo>
                <a:cubicBezTo>
                  <a:pt x="10152" y="4214"/>
                  <a:pt x="11642" y="4943"/>
                  <a:pt x="12098" y="5338"/>
                </a:cubicBezTo>
                <a:cubicBezTo>
                  <a:pt x="12553" y="5703"/>
                  <a:pt x="13405" y="6098"/>
                  <a:pt x="13648" y="6311"/>
                </a:cubicBezTo>
                <a:cubicBezTo>
                  <a:pt x="13860" y="6524"/>
                  <a:pt x="14012" y="6858"/>
                  <a:pt x="14073" y="6949"/>
                </a:cubicBezTo>
                <a:cubicBezTo>
                  <a:pt x="14104" y="7041"/>
                  <a:pt x="14012" y="7649"/>
                  <a:pt x="14134" y="8348"/>
                </a:cubicBezTo>
                <a:cubicBezTo>
                  <a:pt x="14286" y="9077"/>
                  <a:pt x="14286" y="9503"/>
                  <a:pt x="14225" y="9776"/>
                </a:cubicBezTo>
                <a:cubicBezTo>
                  <a:pt x="14134" y="10080"/>
                  <a:pt x="13678" y="11357"/>
                  <a:pt x="13769" y="11722"/>
                </a:cubicBezTo>
                <a:cubicBezTo>
                  <a:pt x="13769" y="11722"/>
                  <a:pt x="13648" y="11448"/>
                  <a:pt x="13769" y="10870"/>
                </a:cubicBezTo>
                <a:cubicBezTo>
                  <a:pt x="13860" y="10354"/>
                  <a:pt x="13921" y="10263"/>
                  <a:pt x="13830" y="9290"/>
                </a:cubicBezTo>
                <a:cubicBezTo>
                  <a:pt x="13769" y="8287"/>
                  <a:pt x="13131" y="6554"/>
                  <a:pt x="11794" y="6463"/>
                </a:cubicBezTo>
                <a:cubicBezTo>
                  <a:pt x="11794" y="6463"/>
                  <a:pt x="11744" y="6459"/>
                  <a:pt x="11663" y="6459"/>
                </a:cubicBezTo>
                <a:cubicBezTo>
                  <a:pt x="11442" y="6459"/>
                  <a:pt x="10989" y="6491"/>
                  <a:pt x="10699" y="6737"/>
                </a:cubicBezTo>
                <a:cubicBezTo>
                  <a:pt x="10699" y="6737"/>
                  <a:pt x="10335" y="6737"/>
                  <a:pt x="10031" y="6949"/>
                </a:cubicBezTo>
                <a:cubicBezTo>
                  <a:pt x="9787" y="7193"/>
                  <a:pt x="9271" y="8226"/>
                  <a:pt x="9271" y="8743"/>
                </a:cubicBezTo>
                <a:cubicBezTo>
                  <a:pt x="9271" y="9290"/>
                  <a:pt x="9210" y="9989"/>
                  <a:pt x="9210" y="10050"/>
                </a:cubicBezTo>
                <a:cubicBezTo>
                  <a:pt x="9210" y="9989"/>
                  <a:pt x="8906" y="9138"/>
                  <a:pt x="8784" y="8682"/>
                </a:cubicBezTo>
                <a:cubicBezTo>
                  <a:pt x="8663" y="8226"/>
                  <a:pt x="8450" y="7649"/>
                  <a:pt x="8328" y="7466"/>
                </a:cubicBezTo>
                <a:cubicBezTo>
                  <a:pt x="8207" y="7253"/>
                  <a:pt x="8207" y="7071"/>
                  <a:pt x="8237" y="6767"/>
                </a:cubicBezTo>
                <a:cubicBezTo>
                  <a:pt x="8298" y="6433"/>
                  <a:pt x="8328" y="5095"/>
                  <a:pt x="8328" y="4609"/>
                </a:cubicBezTo>
                <a:cubicBezTo>
                  <a:pt x="8328" y="4123"/>
                  <a:pt x="8480" y="3120"/>
                  <a:pt x="8480" y="3120"/>
                </a:cubicBezTo>
                <a:close/>
                <a:moveTo>
                  <a:pt x="10578" y="17527"/>
                </a:moveTo>
                <a:cubicBezTo>
                  <a:pt x="10578" y="17861"/>
                  <a:pt x="10882" y="18317"/>
                  <a:pt x="10882" y="18317"/>
                </a:cubicBezTo>
                <a:lnTo>
                  <a:pt x="10912" y="17953"/>
                </a:lnTo>
                <a:cubicBezTo>
                  <a:pt x="10912" y="18165"/>
                  <a:pt x="11064" y="18409"/>
                  <a:pt x="11064" y="18409"/>
                </a:cubicBezTo>
                <a:lnTo>
                  <a:pt x="10608" y="18713"/>
                </a:lnTo>
                <a:lnTo>
                  <a:pt x="10395" y="18773"/>
                </a:lnTo>
                <a:lnTo>
                  <a:pt x="10395" y="18348"/>
                </a:lnTo>
                <a:lnTo>
                  <a:pt x="10456" y="18652"/>
                </a:lnTo>
                <a:cubicBezTo>
                  <a:pt x="10487" y="18591"/>
                  <a:pt x="10578" y="17527"/>
                  <a:pt x="10578" y="17527"/>
                </a:cubicBezTo>
                <a:close/>
                <a:moveTo>
                  <a:pt x="8031" y="1"/>
                </a:moveTo>
                <a:cubicBezTo>
                  <a:pt x="7986" y="1"/>
                  <a:pt x="7964" y="202"/>
                  <a:pt x="7964" y="202"/>
                </a:cubicBezTo>
                <a:cubicBezTo>
                  <a:pt x="7911" y="149"/>
                  <a:pt x="7847" y="116"/>
                  <a:pt x="7786" y="116"/>
                </a:cubicBezTo>
                <a:cubicBezTo>
                  <a:pt x="7741" y="116"/>
                  <a:pt x="7698" y="133"/>
                  <a:pt x="7660" y="171"/>
                </a:cubicBezTo>
                <a:cubicBezTo>
                  <a:pt x="7569" y="232"/>
                  <a:pt x="7721" y="475"/>
                  <a:pt x="7721" y="475"/>
                </a:cubicBezTo>
                <a:lnTo>
                  <a:pt x="7690" y="475"/>
                </a:lnTo>
                <a:cubicBezTo>
                  <a:pt x="7660" y="475"/>
                  <a:pt x="7599" y="475"/>
                  <a:pt x="7508" y="506"/>
                </a:cubicBezTo>
                <a:cubicBezTo>
                  <a:pt x="7356" y="566"/>
                  <a:pt x="7538" y="870"/>
                  <a:pt x="7538" y="870"/>
                </a:cubicBezTo>
                <a:cubicBezTo>
                  <a:pt x="7538" y="870"/>
                  <a:pt x="7533" y="865"/>
                  <a:pt x="7522" y="865"/>
                </a:cubicBezTo>
                <a:cubicBezTo>
                  <a:pt x="7504" y="865"/>
                  <a:pt x="7471" y="876"/>
                  <a:pt x="7417" y="931"/>
                </a:cubicBezTo>
                <a:cubicBezTo>
                  <a:pt x="7356" y="961"/>
                  <a:pt x="7356" y="1144"/>
                  <a:pt x="7356" y="1144"/>
                </a:cubicBezTo>
                <a:cubicBezTo>
                  <a:pt x="7339" y="1135"/>
                  <a:pt x="7322" y="1132"/>
                  <a:pt x="7307" y="1132"/>
                </a:cubicBezTo>
                <a:cubicBezTo>
                  <a:pt x="7210" y="1132"/>
                  <a:pt x="7139" y="1274"/>
                  <a:pt x="7113" y="1326"/>
                </a:cubicBezTo>
                <a:cubicBezTo>
                  <a:pt x="7082" y="1417"/>
                  <a:pt x="7295" y="1782"/>
                  <a:pt x="7356" y="1904"/>
                </a:cubicBezTo>
                <a:cubicBezTo>
                  <a:pt x="7386" y="2025"/>
                  <a:pt x="7295" y="2208"/>
                  <a:pt x="7295" y="2329"/>
                </a:cubicBezTo>
                <a:cubicBezTo>
                  <a:pt x="7265" y="2451"/>
                  <a:pt x="7417" y="2846"/>
                  <a:pt x="7447" y="3059"/>
                </a:cubicBezTo>
                <a:cubicBezTo>
                  <a:pt x="7447" y="3241"/>
                  <a:pt x="7356" y="3727"/>
                  <a:pt x="7356" y="3727"/>
                </a:cubicBezTo>
                <a:cubicBezTo>
                  <a:pt x="7356" y="3727"/>
                  <a:pt x="7113" y="4579"/>
                  <a:pt x="7052" y="5034"/>
                </a:cubicBezTo>
                <a:cubicBezTo>
                  <a:pt x="6961" y="5490"/>
                  <a:pt x="6961" y="6190"/>
                  <a:pt x="6900" y="6645"/>
                </a:cubicBezTo>
                <a:cubicBezTo>
                  <a:pt x="6809" y="7101"/>
                  <a:pt x="6839" y="7101"/>
                  <a:pt x="6900" y="7649"/>
                </a:cubicBezTo>
                <a:cubicBezTo>
                  <a:pt x="6930" y="8165"/>
                  <a:pt x="7295" y="9381"/>
                  <a:pt x="7386" y="9837"/>
                </a:cubicBezTo>
                <a:cubicBezTo>
                  <a:pt x="7508" y="10293"/>
                  <a:pt x="7812" y="11326"/>
                  <a:pt x="7994" y="12025"/>
                </a:cubicBezTo>
                <a:cubicBezTo>
                  <a:pt x="8176" y="12694"/>
                  <a:pt x="8724" y="13880"/>
                  <a:pt x="8906" y="14184"/>
                </a:cubicBezTo>
                <a:cubicBezTo>
                  <a:pt x="9088" y="14488"/>
                  <a:pt x="9119" y="14609"/>
                  <a:pt x="9119" y="14609"/>
                </a:cubicBezTo>
                <a:lnTo>
                  <a:pt x="9119" y="14913"/>
                </a:lnTo>
                <a:cubicBezTo>
                  <a:pt x="8967" y="15430"/>
                  <a:pt x="9119" y="16281"/>
                  <a:pt x="9119" y="16281"/>
                </a:cubicBezTo>
                <a:cubicBezTo>
                  <a:pt x="9119" y="16068"/>
                  <a:pt x="9362" y="15278"/>
                  <a:pt x="9362" y="15278"/>
                </a:cubicBezTo>
                <a:lnTo>
                  <a:pt x="9362" y="15278"/>
                </a:lnTo>
                <a:cubicBezTo>
                  <a:pt x="9362" y="15278"/>
                  <a:pt x="9331" y="16220"/>
                  <a:pt x="9119" y="17102"/>
                </a:cubicBezTo>
                <a:cubicBezTo>
                  <a:pt x="8936" y="17983"/>
                  <a:pt x="9210" y="18925"/>
                  <a:pt x="9210" y="18925"/>
                </a:cubicBezTo>
                <a:cubicBezTo>
                  <a:pt x="9210" y="18773"/>
                  <a:pt x="9332" y="18348"/>
                  <a:pt x="9332" y="18348"/>
                </a:cubicBezTo>
                <a:cubicBezTo>
                  <a:pt x="9332" y="18348"/>
                  <a:pt x="9392" y="18500"/>
                  <a:pt x="9362" y="18895"/>
                </a:cubicBezTo>
                <a:cubicBezTo>
                  <a:pt x="9332" y="19260"/>
                  <a:pt x="9180" y="19381"/>
                  <a:pt x="9180" y="19381"/>
                </a:cubicBezTo>
                <a:lnTo>
                  <a:pt x="7903" y="20263"/>
                </a:lnTo>
                <a:cubicBezTo>
                  <a:pt x="6596" y="21235"/>
                  <a:pt x="6809" y="22998"/>
                  <a:pt x="6961" y="23758"/>
                </a:cubicBezTo>
                <a:cubicBezTo>
                  <a:pt x="7082" y="24548"/>
                  <a:pt x="7356" y="25308"/>
                  <a:pt x="7508" y="26190"/>
                </a:cubicBezTo>
                <a:cubicBezTo>
                  <a:pt x="7660" y="27071"/>
                  <a:pt x="7903" y="28682"/>
                  <a:pt x="7903" y="28682"/>
                </a:cubicBezTo>
                <a:cubicBezTo>
                  <a:pt x="7903" y="28682"/>
                  <a:pt x="8055" y="30445"/>
                  <a:pt x="8055" y="30658"/>
                </a:cubicBezTo>
                <a:cubicBezTo>
                  <a:pt x="8055" y="30901"/>
                  <a:pt x="7751" y="31418"/>
                  <a:pt x="7569" y="31691"/>
                </a:cubicBezTo>
                <a:cubicBezTo>
                  <a:pt x="7356" y="31995"/>
                  <a:pt x="7052" y="32330"/>
                  <a:pt x="6383" y="32603"/>
                </a:cubicBezTo>
                <a:cubicBezTo>
                  <a:pt x="5745" y="32877"/>
                  <a:pt x="5137" y="33454"/>
                  <a:pt x="4924" y="33606"/>
                </a:cubicBezTo>
                <a:cubicBezTo>
                  <a:pt x="4681" y="33758"/>
                  <a:pt x="4803" y="33819"/>
                  <a:pt x="4803" y="33819"/>
                </a:cubicBezTo>
                <a:cubicBezTo>
                  <a:pt x="4803" y="33819"/>
                  <a:pt x="4043" y="34853"/>
                  <a:pt x="3496" y="35764"/>
                </a:cubicBezTo>
                <a:cubicBezTo>
                  <a:pt x="2948" y="36646"/>
                  <a:pt x="2037" y="37406"/>
                  <a:pt x="1733" y="37619"/>
                </a:cubicBezTo>
                <a:cubicBezTo>
                  <a:pt x="1429" y="37862"/>
                  <a:pt x="760" y="37923"/>
                  <a:pt x="395" y="38196"/>
                </a:cubicBezTo>
                <a:cubicBezTo>
                  <a:pt x="0" y="38470"/>
                  <a:pt x="578" y="39533"/>
                  <a:pt x="730" y="40020"/>
                </a:cubicBezTo>
                <a:cubicBezTo>
                  <a:pt x="912" y="40506"/>
                  <a:pt x="760" y="40962"/>
                  <a:pt x="730" y="41600"/>
                </a:cubicBezTo>
                <a:cubicBezTo>
                  <a:pt x="699" y="42269"/>
                  <a:pt x="1003" y="42299"/>
                  <a:pt x="1155" y="42360"/>
                </a:cubicBezTo>
                <a:cubicBezTo>
                  <a:pt x="1269" y="42429"/>
                  <a:pt x="1828" y="42463"/>
                  <a:pt x="2164" y="42463"/>
                </a:cubicBezTo>
                <a:cubicBezTo>
                  <a:pt x="2276" y="42463"/>
                  <a:pt x="2363" y="42459"/>
                  <a:pt x="2401" y="42451"/>
                </a:cubicBezTo>
                <a:cubicBezTo>
                  <a:pt x="2523" y="42421"/>
                  <a:pt x="2584" y="42451"/>
                  <a:pt x="2675" y="42269"/>
                </a:cubicBezTo>
                <a:cubicBezTo>
                  <a:pt x="2736" y="42026"/>
                  <a:pt x="2189" y="42117"/>
                  <a:pt x="2067" y="42056"/>
                </a:cubicBezTo>
                <a:cubicBezTo>
                  <a:pt x="1945" y="42026"/>
                  <a:pt x="1915" y="41874"/>
                  <a:pt x="1824" y="41722"/>
                </a:cubicBezTo>
                <a:cubicBezTo>
                  <a:pt x="1793" y="41540"/>
                  <a:pt x="1945" y="41296"/>
                  <a:pt x="2128" y="40992"/>
                </a:cubicBezTo>
                <a:cubicBezTo>
                  <a:pt x="2341" y="40689"/>
                  <a:pt x="2341" y="40658"/>
                  <a:pt x="2492" y="40293"/>
                </a:cubicBezTo>
                <a:cubicBezTo>
                  <a:pt x="2644" y="39898"/>
                  <a:pt x="2675" y="39746"/>
                  <a:pt x="3040" y="39260"/>
                </a:cubicBezTo>
                <a:cubicBezTo>
                  <a:pt x="3404" y="38774"/>
                  <a:pt x="3648" y="38409"/>
                  <a:pt x="3951" y="37953"/>
                </a:cubicBezTo>
                <a:cubicBezTo>
                  <a:pt x="4316" y="37497"/>
                  <a:pt x="5167" y="36950"/>
                  <a:pt x="5319" y="36828"/>
                </a:cubicBezTo>
                <a:cubicBezTo>
                  <a:pt x="5441" y="36707"/>
                  <a:pt x="6383" y="35977"/>
                  <a:pt x="6383" y="35977"/>
                </a:cubicBezTo>
                <a:cubicBezTo>
                  <a:pt x="6397" y="36041"/>
                  <a:pt x="6424" y="36066"/>
                  <a:pt x="6460" y="36066"/>
                </a:cubicBezTo>
                <a:cubicBezTo>
                  <a:pt x="6578" y="36066"/>
                  <a:pt x="6790" y="35783"/>
                  <a:pt x="6930" y="35643"/>
                </a:cubicBezTo>
                <a:cubicBezTo>
                  <a:pt x="7113" y="35430"/>
                  <a:pt x="8207" y="34579"/>
                  <a:pt x="8359" y="34427"/>
                </a:cubicBezTo>
                <a:cubicBezTo>
                  <a:pt x="8511" y="34275"/>
                  <a:pt x="8815" y="34062"/>
                  <a:pt x="8815" y="34062"/>
                </a:cubicBezTo>
                <a:cubicBezTo>
                  <a:pt x="8815" y="34062"/>
                  <a:pt x="8906" y="34731"/>
                  <a:pt x="8906" y="34974"/>
                </a:cubicBezTo>
                <a:cubicBezTo>
                  <a:pt x="8906" y="35187"/>
                  <a:pt x="9028" y="35521"/>
                  <a:pt x="9028" y="35825"/>
                </a:cubicBezTo>
                <a:cubicBezTo>
                  <a:pt x="9028" y="36079"/>
                  <a:pt x="9070" y="36100"/>
                  <a:pt x="9084" y="36100"/>
                </a:cubicBezTo>
                <a:cubicBezTo>
                  <a:pt x="9087" y="36100"/>
                  <a:pt x="9088" y="36099"/>
                  <a:pt x="9088" y="36099"/>
                </a:cubicBezTo>
                <a:cubicBezTo>
                  <a:pt x="9088" y="36099"/>
                  <a:pt x="9484" y="37315"/>
                  <a:pt x="9635" y="37771"/>
                </a:cubicBezTo>
                <a:cubicBezTo>
                  <a:pt x="9787" y="38226"/>
                  <a:pt x="10152" y="38926"/>
                  <a:pt x="10578" y="39594"/>
                </a:cubicBezTo>
                <a:cubicBezTo>
                  <a:pt x="11003" y="40293"/>
                  <a:pt x="11064" y="40962"/>
                  <a:pt x="11064" y="41266"/>
                </a:cubicBezTo>
                <a:cubicBezTo>
                  <a:pt x="11064" y="41570"/>
                  <a:pt x="11034" y="41844"/>
                  <a:pt x="11064" y="42208"/>
                </a:cubicBezTo>
                <a:cubicBezTo>
                  <a:pt x="11076" y="42367"/>
                  <a:pt x="11216" y="42413"/>
                  <a:pt x="11415" y="42413"/>
                </a:cubicBezTo>
                <a:cubicBezTo>
                  <a:pt x="11686" y="42413"/>
                  <a:pt x="12066" y="42328"/>
                  <a:pt x="12380" y="42328"/>
                </a:cubicBezTo>
                <a:cubicBezTo>
                  <a:pt x="12408" y="42328"/>
                  <a:pt x="12435" y="42328"/>
                  <a:pt x="12462" y="42330"/>
                </a:cubicBezTo>
                <a:cubicBezTo>
                  <a:pt x="12927" y="42354"/>
                  <a:pt x="13510" y="42438"/>
                  <a:pt x="14021" y="42438"/>
                </a:cubicBezTo>
                <a:cubicBezTo>
                  <a:pt x="14145" y="42438"/>
                  <a:pt x="14264" y="42433"/>
                  <a:pt x="14377" y="42421"/>
                </a:cubicBezTo>
                <a:cubicBezTo>
                  <a:pt x="14894" y="42360"/>
                  <a:pt x="14955" y="42269"/>
                  <a:pt x="14955" y="42269"/>
                </a:cubicBezTo>
                <a:cubicBezTo>
                  <a:pt x="14955" y="42269"/>
                  <a:pt x="15016" y="42299"/>
                  <a:pt x="15137" y="42299"/>
                </a:cubicBezTo>
                <a:lnTo>
                  <a:pt x="15411" y="42299"/>
                </a:lnTo>
                <a:cubicBezTo>
                  <a:pt x="15593" y="42299"/>
                  <a:pt x="15867" y="41996"/>
                  <a:pt x="15867" y="41874"/>
                </a:cubicBezTo>
                <a:cubicBezTo>
                  <a:pt x="15867" y="41752"/>
                  <a:pt x="15623" y="41692"/>
                  <a:pt x="15502" y="41692"/>
                </a:cubicBezTo>
                <a:cubicBezTo>
                  <a:pt x="15350" y="41692"/>
                  <a:pt x="15137" y="41722"/>
                  <a:pt x="15137" y="41722"/>
                </a:cubicBezTo>
                <a:lnTo>
                  <a:pt x="15167" y="41540"/>
                </a:lnTo>
                <a:cubicBezTo>
                  <a:pt x="15198" y="41357"/>
                  <a:pt x="14955" y="41357"/>
                  <a:pt x="14894" y="41357"/>
                </a:cubicBezTo>
                <a:cubicBezTo>
                  <a:pt x="14864" y="41357"/>
                  <a:pt x="14712" y="41448"/>
                  <a:pt x="14712" y="41448"/>
                </a:cubicBezTo>
                <a:cubicBezTo>
                  <a:pt x="14712" y="41448"/>
                  <a:pt x="14681" y="41418"/>
                  <a:pt x="14499" y="41296"/>
                </a:cubicBezTo>
                <a:cubicBezTo>
                  <a:pt x="14286" y="41236"/>
                  <a:pt x="14073" y="40992"/>
                  <a:pt x="13648" y="40840"/>
                </a:cubicBezTo>
                <a:cubicBezTo>
                  <a:pt x="13222" y="40689"/>
                  <a:pt x="12979" y="40324"/>
                  <a:pt x="12705" y="40020"/>
                </a:cubicBezTo>
                <a:cubicBezTo>
                  <a:pt x="12432" y="39716"/>
                  <a:pt x="12219" y="39230"/>
                  <a:pt x="11946" y="38409"/>
                </a:cubicBezTo>
                <a:cubicBezTo>
                  <a:pt x="11672" y="37619"/>
                  <a:pt x="11672" y="36646"/>
                  <a:pt x="11642" y="36251"/>
                </a:cubicBezTo>
                <a:cubicBezTo>
                  <a:pt x="11611" y="35886"/>
                  <a:pt x="11642" y="35734"/>
                  <a:pt x="11642" y="35734"/>
                </a:cubicBezTo>
                <a:cubicBezTo>
                  <a:pt x="11763" y="35673"/>
                  <a:pt x="11520" y="35126"/>
                  <a:pt x="11490" y="34214"/>
                </a:cubicBezTo>
                <a:cubicBezTo>
                  <a:pt x="11459" y="33302"/>
                  <a:pt x="11307" y="33029"/>
                  <a:pt x="11307" y="32725"/>
                </a:cubicBezTo>
                <a:cubicBezTo>
                  <a:pt x="11307" y="32421"/>
                  <a:pt x="11338" y="32026"/>
                  <a:pt x="11490" y="31539"/>
                </a:cubicBezTo>
                <a:cubicBezTo>
                  <a:pt x="11611" y="31053"/>
                  <a:pt x="11490" y="30901"/>
                  <a:pt x="11459" y="30476"/>
                </a:cubicBezTo>
                <a:cubicBezTo>
                  <a:pt x="11398" y="30020"/>
                  <a:pt x="11459" y="29716"/>
                  <a:pt x="11459" y="29716"/>
                </a:cubicBezTo>
                <a:cubicBezTo>
                  <a:pt x="11459" y="29564"/>
                  <a:pt x="11824" y="28530"/>
                  <a:pt x="11976" y="27710"/>
                </a:cubicBezTo>
                <a:cubicBezTo>
                  <a:pt x="12128" y="26859"/>
                  <a:pt x="12098" y="26859"/>
                  <a:pt x="12128" y="26038"/>
                </a:cubicBezTo>
                <a:cubicBezTo>
                  <a:pt x="12128" y="25156"/>
                  <a:pt x="12219" y="24792"/>
                  <a:pt x="12219" y="24579"/>
                </a:cubicBezTo>
                <a:cubicBezTo>
                  <a:pt x="12219" y="24396"/>
                  <a:pt x="12432" y="24062"/>
                  <a:pt x="12584" y="23880"/>
                </a:cubicBezTo>
                <a:lnTo>
                  <a:pt x="12979" y="23485"/>
                </a:lnTo>
                <a:cubicBezTo>
                  <a:pt x="13678" y="22968"/>
                  <a:pt x="14803" y="21630"/>
                  <a:pt x="14955" y="21479"/>
                </a:cubicBezTo>
                <a:cubicBezTo>
                  <a:pt x="15107" y="21357"/>
                  <a:pt x="15046" y="21296"/>
                  <a:pt x="15046" y="21296"/>
                </a:cubicBezTo>
                <a:cubicBezTo>
                  <a:pt x="15046" y="21296"/>
                  <a:pt x="15198" y="21144"/>
                  <a:pt x="15411" y="20901"/>
                </a:cubicBezTo>
                <a:cubicBezTo>
                  <a:pt x="15593" y="20688"/>
                  <a:pt x="15775" y="20293"/>
                  <a:pt x="16049" y="20080"/>
                </a:cubicBezTo>
                <a:cubicBezTo>
                  <a:pt x="16323" y="19837"/>
                  <a:pt x="16231" y="19716"/>
                  <a:pt x="16505" y="19381"/>
                </a:cubicBezTo>
                <a:cubicBezTo>
                  <a:pt x="16778" y="19047"/>
                  <a:pt x="16930" y="18591"/>
                  <a:pt x="16991" y="18257"/>
                </a:cubicBezTo>
                <a:cubicBezTo>
                  <a:pt x="17082" y="17892"/>
                  <a:pt x="16991" y="17527"/>
                  <a:pt x="16991" y="17527"/>
                </a:cubicBezTo>
                <a:cubicBezTo>
                  <a:pt x="17022" y="17527"/>
                  <a:pt x="17022" y="17405"/>
                  <a:pt x="17022" y="17405"/>
                </a:cubicBezTo>
                <a:cubicBezTo>
                  <a:pt x="16991" y="16950"/>
                  <a:pt x="17082" y="16676"/>
                  <a:pt x="17386" y="15521"/>
                </a:cubicBezTo>
                <a:cubicBezTo>
                  <a:pt x="17478" y="14609"/>
                  <a:pt x="16262" y="13576"/>
                  <a:pt x="16262" y="13576"/>
                </a:cubicBezTo>
                <a:cubicBezTo>
                  <a:pt x="16262" y="13576"/>
                  <a:pt x="16262" y="13302"/>
                  <a:pt x="16201" y="12968"/>
                </a:cubicBezTo>
                <a:cubicBezTo>
                  <a:pt x="16140" y="12633"/>
                  <a:pt x="16110" y="11965"/>
                  <a:pt x="16079" y="10810"/>
                </a:cubicBezTo>
                <a:cubicBezTo>
                  <a:pt x="16049" y="9624"/>
                  <a:pt x="16019" y="8621"/>
                  <a:pt x="15927" y="7679"/>
                </a:cubicBezTo>
                <a:cubicBezTo>
                  <a:pt x="15867" y="6737"/>
                  <a:pt x="15623" y="5977"/>
                  <a:pt x="15471" y="5521"/>
                </a:cubicBezTo>
                <a:cubicBezTo>
                  <a:pt x="15350" y="5065"/>
                  <a:pt x="14985" y="5095"/>
                  <a:pt x="14803" y="4974"/>
                </a:cubicBezTo>
                <a:cubicBezTo>
                  <a:pt x="14560" y="4913"/>
                  <a:pt x="14256" y="4791"/>
                  <a:pt x="13344" y="4305"/>
                </a:cubicBezTo>
                <a:cubicBezTo>
                  <a:pt x="12432" y="3819"/>
                  <a:pt x="11186" y="3545"/>
                  <a:pt x="10912" y="3454"/>
                </a:cubicBezTo>
                <a:cubicBezTo>
                  <a:pt x="10639" y="3393"/>
                  <a:pt x="10395" y="3272"/>
                  <a:pt x="10304" y="3211"/>
                </a:cubicBezTo>
                <a:cubicBezTo>
                  <a:pt x="10243" y="3089"/>
                  <a:pt x="10091" y="2998"/>
                  <a:pt x="10000" y="2937"/>
                </a:cubicBezTo>
                <a:cubicBezTo>
                  <a:pt x="9879" y="2846"/>
                  <a:pt x="9879" y="2785"/>
                  <a:pt x="9727" y="2603"/>
                </a:cubicBezTo>
                <a:cubicBezTo>
                  <a:pt x="9575" y="2390"/>
                  <a:pt x="9119" y="2177"/>
                  <a:pt x="9088" y="2086"/>
                </a:cubicBezTo>
                <a:lnTo>
                  <a:pt x="8906" y="1904"/>
                </a:lnTo>
                <a:lnTo>
                  <a:pt x="8967" y="1843"/>
                </a:lnTo>
                <a:cubicBezTo>
                  <a:pt x="9180" y="1721"/>
                  <a:pt x="9362" y="1326"/>
                  <a:pt x="9240" y="1296"/>
                </a:cubicBezTo>
                <a:cubicBezTo>
                  <a:pt x="9232" y="1294"/>
                  <a:pt x="9224" y="1293"/>
                  <a:pt x="9215" y="1293"/>
                </a:cubicBezTo>
                <a:cubicBezTo>
                  <a:pt x="9087" y="1293"/>
                  <a:pt x="8876" y="1478"/>
                  <a:pt x="8876" y="1478"/>
                </a:cubicBezTo>
                <a:cubicBezTo>
                  <a:pt x="8876" y="1478"/>
                  <a:pt x="8876" y="1448"/>
                  <a:pt x="9028" y="1265"/>
                </a:cubicBezTo>
                <a:cubicBezTo>
                  <a:pt x="9166" y="1099"/>
                  <a:pt x="9077" y="958"/>
                  <a:pt x="8991" y="958"/>
                </a:cubicBezTo>
                <a:cubicBezTo>
                  <a:pt x="8983" y="958"/>
                  <a:pt x="8975" y="959"/>
                  <a:pt x="8967" y="961"/>
                </a:cubicBezTo>
                <a:cubicBezTo>
                  <a:pt x="8925" y="982"/>
                  <a:pt x="8870" y="1031"/>
                  <a:pt x="8829" y="1031"/>
                </a:cubicBezTo>
                <a:cubicBezTo>
                  <a:pt x="8810" y="1031"/>
                  <a:pt x="8794" y="1021"/>
                  <a:pt x="8784" y="992"/>
                </a:cubicBezTo>
                <a:cubicBezTo>
                  <a:pt x="8784" y="961"/>
                  <a:pt x="8754" y="779"/>
                  <a:pt x="8632" y="627"/>
                </a:cubicBezTo>
                <a:cubicBezTo>
                  <a:pt x="8511" y="414"/>
                  <a:pt x="8328" y="262"/>
                  <a:pt x="8268" y="232"/>
                </a:cubicBezTo>
                <a:cubicBezTo>
                  <a:pt x="8207" y="202"/>
                  <a:pt x="8146" y="80"/>
                  <a:pt x="8055" y="19"/>
                </a:cubicBezTo>
                <a:cubicBezTo>
                  <a:pt x="8046" y="6"/>
                  <a:pt x="8038" y="1"/>
                  <a:pt x="8031" y="1"/>
                </a:cubicBezTo>
                <a:close/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3" name="Google Shape;1353;p175"/>
          <p:cNvSpPr/>
          <p:nvPr/>
        </p:nvSpPr>
        <p:spPr>
          <a:xfrm>
            <a:off x="6927250" y="797251"/>
            <a:ext cx="1493814" cy="4145456"/>
          </a:xfrm>
          <a:custGeom>
            <a:rect b="b" l="l" r="r" t="t"/>
            <a:pathLst>
              <a:path extrusionOk="0" h="42320" w="15250">
                <a:moveTo>
                  <a:pt x="7853" y="12694"/>
                </a:moveTo>
                <a:cubicBezTo>
                  <a:pt x="7942" y="12694"/>
                  <a:pt x="8025" y="12715"/>
                  <a:pt x="8046" y="12737"/>
                </a:cubicBezTo>
                <a:cubicBezTo>
                  <a:pt x="8077" y="12828"/>
                  <a:pt x="8259" y="13132"/>
                  <a:pt x="8350" y="13192"/>
                </a:cubicBezTo>
                <a:cubicBezTo>
                  <a:pt x="8411" y="13284"/>
                  <a:pt x="8715" y="13588"/>
                  <a:pt x="8806" y="13800"/>
                </a:cubicBezTo>
                <a:cubicBezTo>
                  <a:pt x="8928" y="14044"/>
                  <a:pt x="9110" y="14347"/>
                  <a:pt x="9323" y="14712"/>
                </a:cubicBezTo>
                <a:cubicBezTo>
                  <a:pt x="9566" y="15077"/>
                  <a:pt x="9596" y="15290"/>
                  <a:pt x="9596" y="15290"/>
                </a:cubicBezTo>
                <a:cubicBezTo>
                  <a:pt x="9596" y="15290"/>
                  <a:pt x="9444" y="15411"/>
                  <a:pt x="8867" y="15533"/>
                </a:cubicBezTo>
                <a:cubicBezTo>
                  <a:pt x="8259" y="15624"/>
                  <a:pt x="6648" y="15715"/>
                  <a:pt x="6648" y="15715"/>
                </a:cubicBezTo>
                <a:cubicBezTo>
                  <a:pt x="6648" y="15715"/>
                  <a:pt x="6678" y="15199"/>
                  <a:pt x="6648" y="15077"/>
                </a:cubicBezTo>
                <a:cubicBezTo>
                  <a:pt x="6587" y="14864"/>
                  <a:pt x="6587" y="14469"/>
                  <a:pt x="6678" y="14378"/>
                </a:cubicBezTo>
                <a:cubicBezTo>
                  <a:pt x="6739" y="14317"/>
                  <a:pt x="6861" y="14347"/>
                  <a:pt x="6891" y="14104"/>
                </a:cubicBezTo>
                <a:cubicBezTo>
                  <a:pt x="6982" y="13892"/>
                  <a:pt x="7256" y="13405"/>
                  <a:pt x="7256" y="13314"/>
                </a:cubicBezTo>
                <a:cubicBezTo>
                  <a:pt x="7286" y="13253"/>
                  <a:pt x="7499" y="12858"/>
                  <a:pt x="7499" y="12828"/>
                </a:cubicBezTo>
                <a:cubicBezTo>
                  <a:pt x="7499" y="12797"/>
                  <a:pt x="7621" y="12737"/>
                  <a:pt x="7742" y="12706"/>
                </a:cubicBezTo>
                <a:cubicBezTo>
                  <a:pt x="7778" y="12697"/>
                  <a:pt x="7816" y="12694"/>
                  <a:pt x="7853" y="12694"/>
                </a:cubicBezTo>
                <a:close/>
                <a:moveTo>
                  <a:pt x="6526" y="1"/>
                </a:moveTo>
                <a:cubicBezTo>
                  <a:pt x="5736" y="1"/>
                  <a:pt x="5584" y="457"/>
                  <a:pt x="5311" y="730"/>
                </a:cubicBezTo>
                <a:cubicBezTo>
                  <a:pt x="5037" y="1004"/>
                  <a:pt x="4520" y="1521"/>
                  <a:pt x="3852" y="2372"/>
                </a:cubicBezTo>
                <a:cubicBezTo>
                  <a:pt x="3213" y="3223"/>
                  <a:pt x="2697" y="4195"/>
                  <a:pt x="2271" y="4742"/>
                </a:cubicBezTo>
                <a:cubicBezTo>
                  <a:pt x="1845" y="5259"/>
                  <a:pt x="1602" y="5685"/>
                  <a:pt x="1481" y="6049"/>
                </a:cubicBezTo>
                <a:cubicBezTo>
                  <a:pt x="1329" y="6445"/>
                  <a:pt x="1116" y="7387"/>
                  <a:pt x="1116" y="7600"/>
                </a:cubicBezTo>
                <a:cubicBezTo>
                  <a:pt x="1116" y="7843"/>
                  <a:pt x="903" y="8420"/>
                  <a:pt x="812" y="8572"/>
                </a:cubicBezTo>
                <a:cubicBezTo>
                  <a:pt x="751" y="8724"/>
                  <a:pt x="478" y="9211"/>
                  <a:pt x="356" y="9667"/>
                </a:cubicBezTo>
                <a:cubicBezTo>
                  <a:pt x="235" y="10122"/>
                  <a:pt x="143" y="12220"/>
                  <a:pt x="143" y="12372"/>
                </a:cubicBezTo>
                <a:cubicBezTo>
                  <a:pt x="143" y="12554"/>
                  <a:pt x="52" y="13588"/>
                  <a:pt x="22" y="14013"/>
                </a:cubicBezTo>
                <a:cubicBezTo>
                  <a:pt x="1" y="14283"/>
                  <a:pt x="66" y="14326"/>
                  <a:pt x="108" y="14326"/>
                </a:cubicBezTo>
                <a:cubicBezTo>
                  <a:pt x="128" y="14326"/>
                  <a:pt x="143" y="14317"/>
                  <a:pt x="143" y="14317"/>
                </a:cubicBezTo>
                <a:cubicBezTo>
                  <a:pt x="143" y="14499"/>
                  <a:pt x="235" y="15715"/>
                  <a:pt x="356" y="16050"/>
                </a:cubicBezTo>
                <a:cubicBezTo>
                  <a:pt x="478" y="16354"/>
                  <a:pt x="630" y="17387"/>
                  <a:pt x="782" y="17873"/>
                </a:cubicBezTo>
                <a:cubicBezTo>
                  <a:pt x="934" y="18329"/>
                  <a:pt x="873" y="18876"/>
                  <a:pt x="873" y="18876"/>
                </a:cubicBezTo>
                <a:cubicBezTo>
                  <a:pt x="782" y="18968"/>
                  <a:pt x="782" y="19120"/>
                  <a:pt x="751" y="19332"/>
                </a:cubicBezTo>
                <a:cubicBezTo>
                  <a:pt x="751" y="19515"/>
                  <a:pt x="812" y="19819"/>
                  <a:pt x="812" y="19819"/>
                </a:cubicBezTo>
                <a:cubicBezTo>
                  <a:pt x="812" y="19819"/>
                  <a:pt x="751" y="19940"/>
                  <a:pt x="630" y="20092"/>
                </a:cubicBezTo>
                <a:cubicBezTo>
                  <a:pt x="508" y="20244"/>
                  <a:pt x="417" y="20609"/>
                  <a:pt x="447" y="20791"/>
                </a:cubicBezTo>
                <a:cubicBezTo>
                  <a:pt x="478" y="21035"/>
                  <a:pt x="326" y="21308"/>
                  <a:pt x="204" y="21460"/>
                </a:cubicBezTo>
                <a:cubicBezTo>
                  <a:pt x="52" y="21612"/>
                  <a:pt x="295" y="22615"/>
                  <a:pt x="326" y="22767"/>
                </a:cubicBezTo>
                <a:cubicBezTo>
                  <a:pt x="356" y="22980"/>
                  <a:pt x="873" y="23041"/>
                  <a:pt x="873" y="23041"/>
                </a:cubicBezTo>
                <a:cubicBezTo>
                  <a:pt x="873" y="23041"/>
                  <a:pt x="812" y="23527"/>
                  <a:pt x="812" y="23770"/>
                </a:cubicBezTo>
                <a:cubicBezTo>
                  <a:pt x="782" y="23952"/>
                  <a:pt x="782" y="24743"/>
                  <a:pt x="812" y="25503"/>
                </a:cubicBezTo>
                <a:cubicBezTo>
                  <a:pt x="873" y="26263"/>
                  <a:pt x="1086" y="26962"/>
                  <a:pt x="1207" y="27661"/>
                </a:cubicBezTo>
                <a:cubicBezTo>
                  <a:pt x="1329" y="28390"/>
                  <a:pt x="1633" y="29241"/>
                  <a:pt x="1663" y="29454"/>
                </a:cubicBezTo>
                <a:cubicBezTo>
                  <a:pt x="1694" y="29697"/>
                  <a:pt x="1815" y="30001"/>
                  <a:pt x="1815" y="30184"/>
                </a:cubicBezTo>
                <a:cubicBezTo>
                  <a:pt x="1815" y="30336"/>
                  <a:pt x="2089" y="30640"/>
                  <a:pt x="2119" y="30761"/>
                </a:cubicBezTo>
                <a:cubicBezTo>
                  <a:pt x="2149" y="30913"/>
                  <a:pt x="2241" y="31126"/>
                  <a:pt x="2271" y="31247"/>
                </a:cubicBezTo>
                <a:cubicBezTo>
                  <a:pt x="2332" y="31369"/>
                  <a:pt x="2545" y="31582"/>
                  <a:pt x="2605" y="31673"/>
                </a:cubicBezTo>
                <a:cubicBezTo>
                  <a:pt x="2697" y="31703"/>
                  <a:pt x="2697" y="31825"/>
                  <a:pt x="2788" y="32038"/>
                </a:cubicBezTo>
                <a:cubicBezTo>
                  <a:pt x="2909" y="32281"/>
                  <a:pt x="3183" y="32463"/>
                  <a:pt x="3396" y="32524"/>
                </a:cubicBezTo>
                <a:cubicBezTo>
                  <a:pt x="3608" y="32615"/>
                  <a:pt x="3487" y="32676"/>
                  <a:pt x="3639" y="32919"/>
                </a:cubicBezTo>
                <a:cubicBezTo>
                  <a:pt x="3791" y="33102"/>
                  <a:pt x="4095" y="33831"/>
                  <a:pt x="4095" y="33831"/>
                </a:cubicBezTo>
                <a:cubicBezTo>
                  <a:pt x="4095" y="33831"/>
                  <a:pt x="4095" y="33861"/>
                  <a:pt x="3973" y="33983"/>
                </a:cubicBezTo>
                <a:cubicBezTo>
                  <a:pt x="3912" y="34105"/>
                  <a:pt x="4064" y="34165"/>
                  <a:pt x="4064" y="34257"/>
                </a:cubicBezTo>
                <a:cubicBezTo>
                  <a:pt x="4004" y="34287"/>
                  <a:pt x="4064" y="35016"/>
                  <a:pt x="4095" y="35138"/>
                </a:cubicBezTo>
                <a:cubicBezTo>
                  <a:pt x="4125" y="35229"/>
                  <a:pt x="4216" y="35412"/>
                  <a:pt x="4216" y="35472"/>
                </a:cubicBezTo>
                <a:cubicBezTo>
                  <a:pt x="4216" y="35503"/>
                  <a:pt x="4216" y="35594"/>
                  <a:pt x="4156" y="35928"/>
                </a:cubicBezTo>
                <a:cubicBezTo>
                  <a:pt x="4125" y="36263"/>
                  <a:pt x="4368" y="36354"/>
                  <a:pt x="4368" y="36354"/>
                </a:cubicBezTo>
                <a:lnTo>
                  <a:pt x="4277" y="37509"/>
                </a:lnTo>
                <a:cubicBezTo>
                  <a:pt x="4277" y="37570"/>
                  <a:pt x="4216" y="37965"/>
                  <a:pt x="4216" y="37965"/>
                </a:cubicBezTo>
                <a:lnTo>
                  <a:pt x="4095" y="37934"/>
                </a:lnTo>
                <a:cubicBezTo>
                  <a:pt x="4086" y="37932"/>
                  <a:pt x="4077" y="37931"/>
                  <a:pt x="4069" y="37931"/>
                </a:cubicBezTo>
                <a:cubicBezTo>
                  <a:pt x="3849" y="37931"/>
                  <a:pt x="3822" y="38675"/>
                  <a:pt x="3852" y="38968"/>
                </a:cubicBezTo>
                <a:cubicBezTo>
                  <a:pt x="3912" y="39302"/>
                  <a:pt x="3912" y="39393"/>
                  <a:pt x="3791" y="39880"/>
                </a:cubicBezTo>
                <a:cubicBezTo>
                  <a:pt x="3669" y="40366"/>
                  <a:pt x="3821" y="40640"/>
                  <a:pt x="4064" y="40852"/>
                </a:cubicBezTo>
                <a:cubicBezTo>
                  <a:pt x="4308" y="41096"/>
                  <a:pt x="4156" y="41156"/>
                  <a:pt x="4216" y="41734"/>
                </a:cubicBezTo>
                <a:cubicBezTo>
                  <a:pt x="4242" y="42222"/>
                  <a:pt x="4768" y="42319"/>
                  <a:pt x="5499" y="42319"/>
                </a:cubicBezTo>
                <a:cubicBezTo>
                  <a:pt x="5632" y="42319"/>
                  <a:pt x="5773" y="42316"/>
                  <a:pt x="5919" y="42311"/>
                </a:cubicBezTo>
                <a:cubicBezTo>
                  <a:pt x="6861" y="42251"/>
                  <a:pt x="6709" y="41703"/>
                  <a:pt x="6557" y="40944"/>
                </a:cubicBezTo>
                <a:cubicBezTo>
                  <a:pt x="6405" y="40184"/>
                  <a:pt x="6071" y="39880"/>
                  <a:pt x="5949" y="39606"/>
                </a:cubicBezTo>
                <a:cubicBezTo>
                  <a:pt x="5827" y="39333"/>
                  <a:pt x="5736" y="39211"/>
                  <a:pt x="5767" y="39029"/>
                </a:cubicBezTo>
                <a:cubicBezTo>
                  <a:pt x="5797" y="38816"/>
                  <a:pt x="5797" y="38816"/>
                  <a:pt x="5767" y="38421"/>
                </a:cubicBezTo>
                <a:cubicBezTo>
                  <a:pt x="5736" y="38056"/>
                  <a:pt x="5615" y="37995"/>
                  <a:pt x="5615" y="37995"/>
                </a:cubicBezTo>
                <a:cubicBezTo>
                  <a:pt x="5615" y="37995"/>
                  <a:pt x="5645" y="37934"/>
                  <a:pt x="5675" y="37661"/>
                </a:cubicBezTo>
                <a:cubicBezTo>
                  <a:pt x="5767" y="37387"/>
                  <a:pt x="6071" y="36688"/>
                  <a:pt x="6071" y="36627"/>
                </a:cubicBezTo>
                <a:cubicBezTo>
                  <a:pt x="6101" y="36445"/>
                  <a:pt x="6344" y="36263"/>
                  <a:pt x="6344" y="36141"/>
                </a:cubicBezTo>
                <a:cubicBezTo>
                  <a:pt x="6344" y="36020"/>
                  <a:pt x="6405" y="35928"/>
                  <a:pt x="6405" y="35928"/>
                </a:cubicBezTo>
                <a:cubicBezTo>
                  <a:pt x="6466" y="36020"/>
                  <a:pt x="6564" y="36042"/>
                  <a:pt x="6648" y="36042"/>
                </a:cubicBezTo>
                <a:cubicBezTo>
                  <a:pt x="6732" y="36042"/>
                  <a:pt x="6800" y="36020"/>
                  <a:pt x="6800" y="36020"/>
                </a:cubicBezTo>
                <a:cubicBezTo>
                  <a:pt x="6800" y="36020"/>
                  <a:pt x="6982" y="36172"/>
                  <a:pt x="7165" y="36384"/>
                </a:cubicBezTo>
                <a:cubicBezTo>
                  <a:pt x="7408" y="36567"/>
                  <a:pt x="7651" y="37053"/>
                  <a:pt x="7651" y="37053"/>
                </a:cubicBezTo>
                <a:cubicBezTo>
                  <a:pt x="7347" y="37661"/>
                  <a:pt x="8259" y="37965"/>
                  <a:pt x="8350" y="38238"/>
                </a:cubicBezTo>
                <a:cubicBezTo>
                  <a:pt x="8411" y="38512"/>
                  <a:pt x="8563" y="38542"/>
                  <a:pt x="8776" y="38725"/>
                </a:cubicBezTo>
                <a:cubicBezTo>
                  <a:pt x="8988" y="38968"/>
                  <a:pt x="8988" y="39120"/>
                  <a:pt x="9110" y="39424"/>
                </a:cubicBezTo>
                <a:cubicBezTo>
                  <a:pt x="9232" y="39667"/>
                  <a:pt x="9444" y="40123"/>
                  <a:pt x="9627" y="40518"/>
                </a:cubicBezTo>
                <a:cubicBezTo>
                  <a:pt x="9832" y="40870"/>
                  <a:pt x="10265" y="41279"/>
                  <a:pt x="10568" y="41279"/>
                </a:cubicBezTo>
                <a:cubicBezTo>
                  <a:pt x="10579" y="41279"/>
                  <a:pt x="10589" y="41279"/>
                  <a:pt x="10599" y="41278"/>
                </a:cubicBezTo>
                <a:cubicBezTo>
                  <a:pt x="10903" y="41248"/>
                  <a:pt x="11268" y="40974"/>
                  <a:pt x="11420" y="39728"/>
                </a:cubicBezTo>
                <a:cubicBezTo>
                  <a:pt x="11572" y="38512"/>
                  <a:pt x="11207" y="37995"/>
                  <a:pt x="10964" y="37661"/>
                </a:cubicBezTo>
                <a:cubicBezTo>
                  <a:pt x="10751" y="37296"/>
                  <a:pt x="10903" y="36992"/>
                  <a:pt x="10843" y="36080"/>
                </a:cubicBezTo>
                <a:cubicBezTo>
                  <a:pt x="10812" y="35199"/>
                  <a:pt x="10599" y="34804"/>
                  <a:pt x="9931" y="34743"/>
                </a:cubicBezTo>
                <a:cubicBezTo>
                  <a:pt x="9915" y="34742"/>
                  <a:pt x="9900" y="34742"/>
                  <a:pt x="9884" y="34742"/>
                </a:cubicBezTo>
                <a:cubicBezTo>
                  <a:pt x="9305" y="34742"/>
                  <a:pt x="8960" y="35264"/>
                  <a:pt x="8851" y="35264"/>
                </a:cubicBezTo>
                <a:cubicBezTo>
                  <a:pt x="8846" y="35264"/>
                  <a:pt x="8841" y="35263"/>
                  <a:pt x="8837" y="35260"/>
                </a:cubicBezTo>
                <a:cubicBezTo>
                  <a:pt x="8816" y="35250"/>
                  <a:pt x="8789" y="35246"/>
                  <a:pt x="8762" y="35246"/>
                </a:cubicBezTo>
                <a:cubicBezTo>
                  <a:pt x="8708" y="35246"/>
                  <a:pt x="8654" y="35260"/>
                  <a:pt x="8654" y="35260"/>
                </a:cubicBezTo>
                <a:cubicBezTo>
                  <a:pt x="8654" y="35260"/>
                  <a:pt x="8502" y="35108"/>
                  <a:pt x="8411" y="35016"/>
                </a:cubicBezTo>
                <a:cubicBezTo>
                  <a:pt x="8350" y="34895"/>
                  <a:pt x="8350" y="34804"/>
                  <a:pt x="8350" y="34804"/>
                </a:cubicBezTo>
                <a:cubicBezTo>
                  <a:pt x="8502" y="34773"/>
                  <a:pt x="8411" y="34409"/>
                  <a:pt x="8381" y="34317"/>
                </a:cubicBezTo>
                <a:cubicBezTo>
                  <a:pt x="8350" y="34257"/>
                  <a:pt x="8259" y="34196"/>
                  <a:pt x="8229" y="34165"/>
                </a:cubicBezTo>
                <a:cubicBezTo>
                  <a:pt x="8229" y="34135"/>
                  <a:pt x="8168" y="33892"/>
                  <a:pt x="8077" y="33679"/>
                </a:cubicBezTo>
                <a:cubicBezTo>
                  <a:pt x="8016" y="33497"/>
                  <a:pt x="7803" y="33345"/>
                  <a:pt x="7742" y="33223"/>
                </a:cubicBezTo>
                <a:cubicBezTo>
                  <a:pt x="7651" y="33102"/>
                  <a:pt x="7621" y="33041"/>
                  <a:pt x="7590" y="32828"/>
                </a:cubicBezTo>
                <a:cubicBezTo>
                  <a:pt x="7560" y="32676"/>
                  <a:pt x="7317" y="32433"/>
                  <a:pt x="7317" y="32433"/>
                </a:cubicBezTo>
                <a:cubicBezTo>
                  <a:pt x="7347" y="32433"/>
                  <a:pt x="7438" y="32007"/>
                  <a:pt x="7469" y="31734"/>
                </a:cubicBezTo>
                <a:cubicBezTo>
                  <a:pt x="7499" y="31460"/>
                  <a:pt x="7438" y="31582"/>
                  <a:pt x="7590" y="31369"/>
                </a:cubicBezTo>
                <a:cubicBezTo>
                  <a:pt x="7742" y="31156"/>
                  <a:pt x="7803" y="30791"/>
                  <a:pt x="7803" y="30336"/>
                </a:cubicBezTo>
                <a:cubicBezTo>
                  <a:pt x="7803" y="29880"/>
                  <a:pt x="7925" y="29454"/>
                  <a:pt x="8016" y="29150"/>
                </a:cubicBezTo>
                <a:cubicBezTo>
                  <a:pt x="8046" y="28846"/>
                  <a:pt x="8077" y="28390"/>
                  <a:pt x="8198" y="28025"/>
                </a:cubicBezTo>
                <a:cubicBezTo>
                  <a:pt x="8259" y="27600"/>
                  <a:pt x="8381" y="27174"/>
                  <a:pt x="8533" y="26445"/>
                </a:cubicBezTo>
                <a:cubicBezTo>
                  <a:pt x="8685" y="25746"/>
                  <a:pt x="8837" y="24560"/>
                  <a:pt x="9140" y="23162"/>
                </a:cubicBezTo>
                <a:cubicBezTo>
                  <a:pt x="9444" y="21703"/>
                  <a:pt x="9232" y="20791"/>
                  <a:pt x="9110" y="20062"/>
                </a:cubicBezTo>
                <a:cubicBezTo>
                  <a:pt x="8988" y="19363"/>
                  <a:pt x="8381" y="18542"/>
                  <a:pt x="8077" y="17934"/>
                </a:cubicBezTo>
                <a:cubicBezTo>
                  <a:pt x="7773" y="17326"/>
                  <a:pt x="7773" y="17265"/>
                  <a:pt x="7773" y="17265"/>
                </a:cubicBezTo>
                <a:cubicBezTo>
                  <a:pt x="7773" y="17265"/>
                  <a:pt x="8654" y="17235"/>
                  <a:pt x="9262" y="17174"/>
                </a:cubicBezTo>
                <a:cubicBezTo>
                  <a:pt x="9870" y="17144"/>
                  <a:pt x="10903" y="16810"/>
                  <a:pt x="11299" y="16658"/>
                </a:cubicBezTo>
                <a:cubicBezTo>
                  <a:pt x="11724" y="16475"/>
                  <a:pt x="11694" y="16110"/>
                  <a:pt x="11603" y="15503"/>
                </a:cubicBezTo>
                <a:cubicBezTo>
                  <a:pt x="11542" y="14895"/>
                  <a:pt x="11116" y="13983"/>
                  <a:pt x="10812" y="13436"/>
                </a:cubicBezTo>
                <a:cubicBezTo>
                  <a:pt x="10508" y="12858"/>
                  <a:pt x="10387" y="12888"/>
                  <a:pt x="10296" y="12615"/>
                </a:cubicBezTo>
                <a:cubicBezTo>
                  <a:pt x="10174" y="12372"/>
                  <a:pt x="10174" y="12159"/>
                  <a:pt x="10052" y="11855"/>
                </a:cubicBezTo>
                <a:cubicBezTo>
                  <a:pt x="9931" y="11521"/>
                  <a:pt x="9749" y="11095"/>
                  <a:pt x="9748" y="11095"/>
                </a:cubicBezTo>
                <a:lnTo>
                  <a:pt x="9748" y="11095"/>
                </a:lnTo>
                <a:lnTo>
                  <a:pt x="9840" y="11247"/>
                </a:lnTo>
                <a:cubicBezTo>
                  <a:pt x="9840" y="11247"/>
                  <a:pt x="9748" y="11004"/>
                  <a:pt x="10022" y="10609"/>
                </a:cubicBezTo>
                <a:cubicBezTo>
                  <a:pt x="10296" y="10244"/>
                  <a:pt x="10204" y="9788"/>
                  <a:pt x="10144" y="9302"/>
                </a:cubicBezTo>
                <a:cubicBezTo>
                  <a:pt x="10052" y="8785"/>
                  <a:pt x="9992" y="8572"/>
                  <a:pt x="10326" y="7873"/>
                </a:cubicBezTo>
                <a:cubicBezTo>
                  <a:pt x="10660" y="7205"/>
                  <a:pt x="10144" y="6961"/>
                  <a:pt x="10144" y="6141"/>
                </a:cubicBezTo>
                <a:cubicBezTo>
                  <a:pt x="10144" y="5290"/>
                  <a:pt x="10478" y="5138"/>
                  <a:pt x="10691" y="4590"/>
                </a:cubicBezTo>
                <a:cubicBezTo>
                  <a:pt x="10934" y="4013"/>
                  <a:pt x="10599" y="3922"/>
                  <a:pt x="10174" y="3071"/>
                </a:cubicBezTo>
                <a:cubicBezTo>
                  <a:pt x="9748" y="2220"/>
                  <a:pt x="8715" y="2341"/>
                  <a:pt x="8533" y="2220"/>
                </a:cubicBezTo>
                <a:cubicBezTo>
                  <a:pt x="8350" y="2098"/>
                  <a:pt x="7864" y="2068"/>
                  <a:pt x="7864" y="2068"/>
                </a:cubicBezTo>
                <a:cubicBezTo>
                  <a:pt x="7864" y="2068"/>
                  <a:pt x="8533" y="2007"/>
                  <a:pt x="9414" y="1916"/>
                </a:cubicBezTo>
                <a:cubicBezTo>
                  <a:pt x="9619" y="1902"/>
                  <a:pt x="9817" y="1896"/>
                  <a:pt x="10005" y="1896"/>
                </a:cubicBezTo>
                <a:cubicBezTo>
                  <a:pt x="10624" y="1896"/>
                  <a:pt x="11126" y="1960"/>
                  <a:pt x="11359" y="2007"/>
                </a:cubicBezTo>
                <a:cubicBezTo>
                  <a:pt x="11603" y="2037"/>
                  <a:pt x="11815" y="2189"/>
                  <a:pt x="12058" y="2463"/>
                </a:cubicBezTo>
                <a:cubicBezTo>
                  <a:pt x="12332" y="2767"/>
                  <a:pt x="12575" y="2706"/>
                  <a:pt x="12970" y="2828"/>
                </a:cubicBezTo>
                <a:cubicBezTo>
                  <a:pt x="13183" y="2888"/>
                  <a:pt x="13365" y="2904"/>
                  <a:pt x="13571" y="2904"/>
                </a:cubicBezTo>
                <a:cubicBezTo>
                  <a:pt x="13776" y="2904"/>
                  <a:pt x="14004" y="2888"/>
                  <a:pt x="14308" y="2888"/>
                </a:cubicBezTo>
                <a:cubicBezTo>
                  <a:pt x="14367" y="2894"/>
                  <a:pt x="14421" y="2897"/>
                  <a:pt x="14468" y="2897"/>
                </a:cubicBezTo>
                <a:cubicBezTo>
                  <a:pt x="14909" y="2897"/>
                  <a:pt x="14876" y="2664"/>
                  <a:pt x="14794" y="2554"/>
                </a:cubicBezTo>
                <a:cubicBezTo>
                  <a:pt x="14751" y="2445"/>
                  <a:pt x="14444" y="2430"/>
                  <a:pt x="14272" y="2430"/>
                </a:cubicBezTo>
                <a:cubicBezTo>
                  <a:pt x="14203" y="2430"/>
                  <a:pt x="14156" y="2432"/>
                  <a:pt x="14156" y="2432"/>
                </a:cubicBezTo>
                <a:cubicBezTo>
                  <a:pt x="14186" y="2402"/>
                  <a:pt x="14125" y="2281"/>
                  <a:pt x="14125" y="2280"/>
                </a:cubicBezTo>
                <a:lnTo>
                  <a:pt x="14125" y="2280"/>
                </a:lnTo>
                <a:cubicBezTo>
                  <a:pt x="14125" y="2281"/>
                  <a:pt x="14147" y="2313"/>
                  <a:pt x="14283" y="2313"/>
                </a:cubicBezTo>
                <a:cubicBezTo>
                  <a:pt x="14373" y="2313"/>
                  <a:pt x="14514" y="2299"/>
                  <a:pt x="14733" y="2250"/>
                </a:cubicBezTo>
                <a:cubicBezTo>
                  <a:pt x="15220" y="2128"/>
                  <a:pt x="14946" y="1825"/>
                  <a:pt x="14946" y="1825"/>
                </a:cubicBezTo>
                <a:cubicBezTo>
                  <a:pt x="15250" y="1703"/>
                  <a:pt x="15007" y="1460"/>
                  <a:pt x="14794" y="1460"/>
                </a:cubicBezTo>
                <a:cubicBezTo>
                  <a:pt x="14581" y="1460"/>
                  <a:pt x="13730" y="1399"/>
                  <a:pt x="13639" y="1338"/>
                </a:cubicBezTo>
                <a:cubicBezTo>
                  <a:pt x="13517" y="1308"/>
                  <a:pt x="13548" y="1308"/>
                  <a:pt x="13548" y="1308"/>
                </a:cubicBezTo>
                <a:cubicBezTo>
                  <a:pt x="13649" y="1308"/>
                  <a:pt x="14075" y="1362"/>
                  <a:pt x="14365" y="1362"/>
                </a:cubicBezTo>
                <a:cubicBezTo>
                  <a:pt x="14510" y="1362"/>
                  <a:pt x="14622" y="1348"/>
                  <a:pt x="14642" y="1308"/>
                </a:cubicBezTo>
                <a:cubicBezTo>
                  <a:pt x="14733" y="1186"/>
                  <a:pt x="14612" y="1095"/>
                  <a:pt x="14460" y="1034"/>
                </a:cubicBezTo>
                <a:cubicBezTo>
                  <a:pt x="14308" y="1004"/>
                  <a:pt x="13973" y="973"/>
                  <a:pt x="13730" y="943"/>
                </a:cubicBezTo>
                <a:cubicBezTo>
                  <a:pt x="13548" y="882"/>
                  <a:pt x="13274" y="852"/>
                  <a:pt x="13062" y="730"/>
                </a:cubicBezTo>
                <a:cubicBezTo>
                  <a:pt x="12818" y="609"/>
                  <a:pt x="12362" y="517"/>
                  <a:pt x="12150" y="517"/>
                </a:cubicBezTo>
                <a:cubicBezTo>
                  <a:pt x="11906" y="517"/>
                  <a:pt x="11420" y="548"/>
                  <a:pt x="11268" y="548"/>
                </a:cubicBezTo>
                <a:cubicBezTo>
                  <a:pt x="11258" y="550"/>
                  <a:pt x="11245" y="551"/>
                  <a:pt x="11230" y="551"/>
                </a:cubicBezTo>
                <a:cubicBezTo>
                  <a:pt x="11022" y="551"/>
                  <a:pt x="10387" y="366"/>
                  <a:pt x="10387" y="366"/>
                </a:cubicBezTo>
                <a:cubicBezTo>
                  <a:pt x="9444" y="92"/>
                  <a:pt x="7317" y="1"/>
                  <a:pt x="652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4" name="Google Shape;1354;p175"/>
          <p:cNvSpPr/>
          <p:nvPr/>
        </p:nvSpPr>
        <p:spPr>
          <a:xfrm>
            <a:off x="7079650" y="873451"/>
            <a:ext cx="1493814" cy="4145456"/>
          </a:xfrm>
          <a:custGeom>
            <a:rect b="b" l="l" r="r" t="t"/>
            <a:pathLst>
              <a:path extrusionOk="0" h="42320" w="15250">
                <a:moveTo>
                  <a:pt x="7853" y="12694"/>
                </a:moveTo>
                <a:cubicBezTo>
                  <a:pt x="7942" y="12694"/>
                  <a:pt x="8025" y="12715"/>
                  <a:pt x="8046" y="12737"/>
                </a:cubicBezTo>
                <a:cubicBezTo>
                  <a:pt x="8077" y="12828"/>
                  <a:pt x="8259" y="13132"/>
                  <a:pt x="8350" y="13192"/>
                </a:cubicBezTo>
                <a:cubicBezTo>
                  <a:pt x="8411" y="13284"/>
                  <a:pt x="8715" y="13588"/>
                  <a:pt x="8806" y="13800"/>
                </a:cubicBezTo>
                <a:cubicBezTo>
                  <a:pt x="8928" y="14044"/>
                  <a:pt x="9110" y="14347"/>
                  <a:pt x="9323" y="14712"/>
                </a:cubicBezTo>
                <a:cubicBezTo>
                  <a:pt x="9566" y="15077"/>
                  <a:pt x="9596" y="15290"/>
                  <a:pt x="9596" y="15290"/>
                </a:cubicBezTo>
                <a:cubicBezTo>
                  <a:pt x="9596" y="15290"/>
                  <a:pt x="9444" y="15411"/>
                  <a:pt x="8867" y="15533"/>
                </a:cubicBezTo>
                <a:cubicBezTo>
                  <a:pt x="8259" y="15624"/>
                  <a:pt x="6648" y="15715"/>
                  <a:pt x="6648" y="15715"/>
                </a:cubicBezTo>
                <a:cubicBezTo>
                  <a:pt x="6648" y="15715"/>
                  <a:pt x="6678" y="15199"/>
                  <a:pt x="6648" y="15077"/>
                </a:cubicBezTo>
                <a:cubicBezTo>
                  <a:pt x="6587" y="14864"/>
                  <a:pt x="6587" y="14469"/>
                  <a:pt x="6678" y="14378"/>
                </a:cubicBezTo>
                <a:cubicBezTo>
                  <a:pt x="6739" y="14317"/>
                  <a:pt x="6861" y="14347"/>
                  <a:pt x="6891" y="14104"/>
                </a:cubicBezTo>
                <a:cubicBezTo>
                  <a:pt x="6982" y="13892"/>
                  <a:pt x="7256" y="13405"/>
                  <a:pt x="7256" y="13314"/>
                </a:cubicBezTo>
                <a:cubicBezTo>
                  <a:pt x="7286" y="13253"/>
                  <a:pt x="7499" y="12858"/>
                  <a:pt x="7499" y="12828"/>
                </a:cubicBezTo>
                <a:cubicBezTo>
                  <a:pt x="7499" y="12797"/>
                  <a:pt x="7621" y="12737"/>
                  <a:pt x="7742" y="12706"/>
                </a:cubicBezTo>
                <a:cubicBezTo>
                  <a:pt x="7778" y="12697"/>
                  <a:pt x="7816" y="12694"/>
                  <a:pt x="7853" y="12694"/>
                </a:cubicBezTo>
                <a:close/>
                <a:moveTo>
                  <a:pt x="6526" y="1"/>
                </a:moveTo>
                <a:cubicBezTo>
                  <a:pt x="5736" y="1"/>
                  <a:pt x="5584" y="457"/>
                  <a:pt x="5311" y="730"/>
                </a:cubicBezTo>
                <a:cubicBezTo>
                  <a:pt x="5037" y="1004"/>
                  <a:pt x="4520" y="1521"/>
                  <a:pt x="3852" y="2372"/>
                </a:cubicBezTo>
                <a:cubicBezTo>
                  <a:pt x="3213" y="3223"/>
                  <a:pt x="2697" y="4195"/>
                  <a:pt x="2271" y="4742"/>
                </a:cubicBezTo>
                <a:cubicBezTo>
                  <a:pt x="1845" y="5259"/>
                  <a:pt x="1602" y="5685"/>
                  <a:pt x="1481" y="6049"/>
                </a:cubicBezTo>
                <a:cubicBezTo>
                  <a:pt x="1329" y="6445"/>
                  <a:pt x="1116" y="7387"/>
                  <a:pt x="1116" y="7600"/>
                </a:cubicBezTo>
                <a:cubicBezTo>
                  <a:pt x="1116" y="7843"/>
                  <a:pt x="903" y="8420"/>
                  <a:pt x="812" y="8572"/>
                </a:cubicBezTo>
                <a:cubicBezTo>
                  <a:pt x="751" y="8724"/>
                  <a:pt x="478" y="9211"/>
                  <a:pt x="356" y="9667"/>
                </a:cubicBezTo>
                <a:cubicBezTo>
                  <a:pt x="235" y="10122"/>
                  <a:pt x="143" y="12220"/>
                  <a:pt x="143" y="12372"/>
                </a:cubicBezTo>
                <a:cubicBezTo>
                  <a:pt x="143" y="12554"/>
                  <a:pt x="52" y="13588"/>
                  <a:pt x="22" y="14013"/>
                </a:cubicBezTo>
                <a:cubicBezTo>
                  <a:pt x="1" y="14283"/>
                  <a:pt x="66" y="14326"/>
                  <a:pt x="108" y="14326"/>
                </a:cubicBezTo>
                <a:cubicBezTo>
                  <a:pt x="128" y="14326"/>
                  <a:pt x="143" y="14317"/>
                  <a:pt x="143" y="14317"/>
                </a:cubicBezTo>
                <a:cubicBezTo>
                  <a:pt x="143" y="14499"/>
                  <a:pt x="235" y="15715"/>
                  <a:pt x="356" y="16050"/>
                </a:cubicBezTo>
                <a:cubicBezTo>
                  <a:pt x="478" y="16354"/>
                  <a:pt x="630" y="17387"/>
                  <a:pt x="782" y="17873"/>
                </a:cubicBezTo>
                <a:cubicBezTo>
                  <a:pt x="934" y="18329"/>
                  <a:pt x="873" y="18876"/>
                  <a:pt x="873" y="18876"/>
                </a:cubicBezTo>
                <a:cubicBezTo>
                  <a:pt x="782" y="18968"/>
                  <a:pt x="782" y="19120"/>
                  <a:pt x="751" y="19332"/>
                </a:cubicBezTo>
                <a:cubicBezTo>
                  <a:pt x="751" y="19515"/>
                  <a:pt x="812" y="19819"/>
                  <a:pt x="812" y="19819"/>
                </a:cubicBezTo>
                <a:cubicBezTo>
                  <a:pt x="812" y="19819"/>
                  <a:pt x="751" y="19940"/>
                  <a:pt x="630" y="20092"/>
                </a:cubicBezTo>
                <a:cubicBezTo>
                  <a:pt x="508" y="20244"/>
                  <a:pt x="417" y="20609"/>
                  <a:pt x="447" y="20791"/>
                </a:cubicBezTo>
                <a:cubicBezTo>
                  <a:pt x="478" y="21035"/>
                  <a:pt x="326" y="21308"/>
                  <a:pt x="204" y="21460"/>
                </a:cubicBezTo>
                <a:cubicBezTo>
                  <a:pt x="52" y="21612"/>
                  <a:pt x="295" y="22615"/>
                  <a:pt x="326" y="22767"/>
                </a:cubicBezTo>
                <a:cubicBezTo>
                  <a:pt x="356" y="22980"/>
                  <a:pt x="873" y="23041"/>
                  <a:pt x="873" y="23041"/>
                </a:cubicBezTo>
                <a:cubicBezTo>
                  <a:pt x="873" y="23041"/>
                  <a:pt x="812" y="23527"/>
                  <a:pt x="812" y="23770"/>
                </a:cubicBezTo>
                <a:cubicBezTo>
                  <a:pt x="782" y="23952"/>
                  <a:pt x="782" y="24743"/>
                  <a:pt x="812" y="25503"/>
                </a:cubicBezTo>
                <a:cubicBezTo>
                  <a:pt x="873" y="26263"/>
                  <a:pt x="1086" y="26962"/>
                  <a:pt x="1207" y="27661"/>
                </a:cubicBezTo>
                <a:cubicBezTo>
                  <a:pt x="1329" y="28390"/>
                  <a:pt x="1633" y="29241"/>
                  <a:pt x="1663" y="29454"/>
                </a:cubicBezTo>
                <a:cubicBezTo>
                  <a:pt x="1694" y="29697"/>
                  <a:pt x="1815" y="30001"/>
                  <a:pt x="1815" y="30184"/>
                </a:cubicBezTo>
                <a:cubicBezTo>
                  <a:pt x="1815" y="30336"/>
                  <a:pt x="2089" y="30640"/>
                  <a:pt x="2119" y="30761"/>
                </a:cubicBezTo>
                <a:cubicBezTo>
                  <a:pt x="2149" y="30913"/>
                  <a:pt x="2241" y="31126"/>
                  <a:pt x="2271" y="31247"/>
                </a:cubicBezTo>
                <a:cubicBezTo>
                  <a:pt x="2332" y="31369"/>
                  <a:pt x="2545" y="31582"/>
                  <a:pt x="2605" y="31673"/>
                </a:cubicBezTo>
                <a:cubicBezTo>
                  <a:pt x="2697" y="31703"/>
                  <a:pt x="2697" y="31825"/>
                  <a:pt x="2788" y="32038"/>
                </a:cubicBezTo>
                <a:cubicBezTo>
                  <a:pt x="2909" y="32281"/>
                  <a:pt x="3183" y="32463"/>
                  <a:pt x="3396" y="32524"/>
                </a:cubicBezTo>
                <a:cubicBezTo>
                  <a:pt x="3608" y="32615"/>
                  <a:pt x="3487" y="32676"/>
                  <a:pt x="3639" y="32919"/>
                </a:cubicBezTo>
                <a:cubicBezTo>
                  <a:pt x="3791" y="33102"/>
                  <a:pt x="4095" y="33831"/>
                  <a:pt x="4095" y="33831"/>
                </a:cubicBezTo>
                <a:cubicBezTo>
                  <a:pt x="4095" y="33831"/>
                  <a:pt x="4095" y="33861"/>
                  <a:pt x="3973" y="33983"/>
                </a:cubicBezTo>
                <a:cubicBezTo>
                  <a:pt x="3912" y="34105"/>
                  <a:pt x="4064" y="34165"/>
                  <a:pt x="4064" y="34257"/>
                </a:cubicBezTo>
                <a:cubicBezTo>
                  <a:pt x="4004" y="34287"/>
                  <a:pt x="4064" y="35016"/>
                  <a:pt x="4095" y="35138"/>
                </a:cubicBezTo>
                <a:cubicBezTo>
                  <a:pt x="4125" y="35229"/>
                  <a:pt x="4216" y="35412"/>
                  <a:pt x="4216" y="35472"/>
                </a:cubicBezTo>
                <a:cubicBezTo>
                  <a:pt x="4216" y="35503"/>
                  <a:pt x="4216" y="35594"/>
                  <a:pt x="4156" y="35928"/>
                </a:cubicBezTo>
                <a:cubicBezTo>
                  <a:pt x="4125" y="36263"/>
                  <a:pt x="4368" y="36354"/>
                  <a:pt x="4368" y="36354"/>
                </a:cubicBezTo>
                <a:lnTo>
                  <a:pt x="4277" y="37509"/>
                </a:lnTo>
                <a:cubicBezTo>
                  <a:pt x="4277" y="37570"/>
                  <a:pt x="4216" y="37965"/>
                  <a:pt x="4216" y="37965"/>
                </a:cubicBezTo>
                <a:lnTo>
                  <a:pt x="4095" y="37934"/>
                </a:lnTo>
                <a:cubicBezTo>
                  <a:pt x="4086" y="37932"/>
                  <a:pt x="4077" y="37931"/>
                  <a:pt x="4069" y="37931"/>
                </a:cubicBezTo>
                <a:cubicBezTo>
                  <a:pt x="3849" y="37931"/>
                  <a:pt x="3822" y="38675"/>
                  <a:pt x="3852" y="38968"/>
                </a:cubicBezTo>
                <a:cubicBezTo>
                  <a:pt x="3912" y="39302"/>
                  <a:pt x="3912" y="39393"/>
                  <a:pt x="3791" y="39880"/>
                </a:cubicBezTo>
                <a:cubicBezTo>
                  <a:pt x="3669" y="40366"/>
                  <a:pt x="3821" y="40640"/>
                  <a:pt x="4064" y="40852"/>
                </a:cubicBezTo>
                <a:cubicBezTo>
                  <a:pt x="4308" y="41096"/>
                  <a:pt x="4156" y="41156"/>
                  <a:pt x="4216" y="41734"/>
                </a:cubicBezTo>
                <a:cubicBezTo>
                  <a:pt x="4242" y="42222"/>
                  <a:pt x="4768" y="42319"/>
                  <a:pt x="5499" y="42319"/>
                </a:cubicBezTo>
                <a:cubicBezTo>
                  <a:pt x="5632" y="42319"/>
                  <a:pt x="5773" y="42316"/>
                  <a:pt x="5919" y="42311"/>
                </a:cubicBezTo>
                <a:cubicBezTo>
                  <a:pt x="6861" y="42251"/>
                  <a:pt x="6709" y="41703"/>
                  <a:pt x="6557" y="40944"/>
                </a:cubicBezTo>
                <a:cubicBezTo>
                  <a:pt x="6405" y="40184"/>
                  <a:pt x="6071" y="39880"/>
                  <a:pt x="5949" y="39606"/>
                </a:cubicBezTo>
                <a:cubicBezTo>
                  <a:pt x="5827" y="39333"/>
                  <a:pt x="5736" y="39211"/>
                  <a:pt x="5767" y="39029"/>
                </a:cubicBezTo>
                <a:cubicBezTo>
                  <a:pt x="5797" y="38816"/>
                  <a:pt x="5797" y="38816"/>
                  <a:pt x="5767" y="38421"/>
                </a:cubicBezTo>
                <a:cubicBezTo>
                  <a:pt x="5736" y="38056"/>
                  <a:pt x="5615" y="37995"/>
                  <a:pt x="5615" y="37995"/>
                </a:cubicBezTo>
                <a:cubicBezTo>
                  <a:pt x="5615" y="37995"/>
                  <a:pt x="5645" y="37934"/>
                  <a:pt x="5675" y="37661"/>
                </a:cubicBezTo>
                <a:cubicBezTo>
                  <a:pt x="5767" y="37387"/>
                  <a:pt x="6071" y="36688"/>
                  <a:pt x="6071" y="36627"/>
                </a:cubicBezTo>
                <a:cubicBezTo>
                  <a:pt x="6101" y="36445"/>
                  <a:pt x="6344" y="36263"/>
                  <a:pt x="6344" y="36141"/>
                </a:cubicBezTo>
                <a:cubicBezTo>
                  <a:pt x="6344" y="36020"/>
                  <a:pt x="6405" y="35928"/>
                  <a:pt x="6405" y="35928"/>
                </a:cubicBezTo>
                <a:cubicBezTo>
                  <a:pt x="6466" y="36020"/>
                  <a:pt x="6564" y="36042"/>
                  <a:pt x="6648" y="36042"/>
                </a:cubicBezTo>
                <a:cubicBezTo>
                  <a:pt x="6732" y="36042"/>
                  <a:pt x="6800" y="36020"/>
                  <a:pt x="6800" y="36020"/>
                </a:cubicBezTo>
                <a:cubicBezTo>
                  <a:pt x="6800" y="36020"/>
                  <a:pt x="6982" y="36172"/>
                  <a:pt x="7165" y="36384"/>
                </a:cubicBezTo>
                <a:cubicBezTo>
                  <a:pt x="7408" y="36567"/>
                  <a:pt x="7651" y="37053"/>
                  <a:pt x="7651" y="37053"/>
                </a:cubicBezTo>
                <a:cubicBezTo>
                  <a:pt x="7347" y="37661"/>
                  <a:pt x="8259" y="37965"/>
                  <a:pt x="8350" y="38238"/>
                </a:cubicBezTo>
                <a:cubicBezTo>
                  <a:pt x="8411" y="38512"/>
                  <a:pt x="8563" y="38542"/>
                  <a:pt x="8776" y="38725"/>
                </a:cubicBezTo>
                <a:cubicBezTo>
                  <a:pt x="8988" y="38968"/>
                  <a:pt x="8988" y="39120"/>
                  <a:pt x="9110" y="39424"/>
                </a:cubicBezTo>
                <a:cubicBezTo>
                  <a:pt x="9232" y="39667"/>
                  <a:pt x="9444" y="40123"/>
                  <a:pt x="9627" y="40518"/>
                </a:cubicBezTo>
                <a:cubicBezTo>
                  <a:pt x="9832" y="40870"/>
                  <a:pt x="10265" y="41279"/>
                  <a:pt x="10568" y="41279"/>
                </a:cubicBezTo>
                <a:cubicBezTo>
                  <a:pt x="10579" y="41279"/>
                  <a:pt x="10589" y="41279"/>
                  <a:pt x="10599" y="41278"/>
                </a:cubicBezTo>
                <a:cubicBezTo>
                  <a:pt x="10903" y="41248"/>
                  <a:pt x="11268" y="40974"/>
                  <a:pt x="11420" y="39728"/>
                </a:cubicBezTo>
                <a:cubicBezTo>
                  <a:pt x="11572" y="38512"/>
                  <a:pt x="11207" y="37995"/>
                  <a:pt x="10964" y="37661"/>
                </a:cubicBezTo>
                <a:cubicBezTo>
                  <a:pt x="10751" y="37296"/>
                  <a:pt x="10903" y="36992"/>
                  <a:pt x="10843" y="36080"/>
                </a:cubicBezTo>
                <a:cubicBezTo>
                  <a:pt x="10812" y="35199"/>
                  <a:pt x="10599" y="34804"/>
                  <a:pt x="9931" y="34743"/>
                </a:cubicBezTo>
                <a:cubicBezTo>
                  <a:pt x="9915" y="34742"/>
                  <a:pt x="9900" y="34742"/>
                  <a:pt x="9884" y="34742"/>
                </a:cubicBezTo>
                <a:cubicBezTo>
                  <a:pt x="9305" y="34742"/>
                  <a:pt x="8960" y="35264"/>
                  <a:pt x="8851" y="35264"/>
                </a:cubicBezTo>
                <a:cubicBezTo>
                  <a:pt x="8846" y="35264"/>
                  <a:pt x="8841" y="35263"/>
                  <a:pt x="8837" y="35260"/>
                </a:cubicBezTo>
                <a:cubicBezTo>
                  <a:pt x="8816" y="35250"/>
                  <a:pt x="8789" y="35246"/>
                  <a:pt x="8762" y="35246"/>
                </a:cubicBezTo>
                <a:cubicBezTo>
                  <a:pt x="8708" y="35246"/>
                  <a:pt x="8654" y="35260"/>
                  <a:pt x="8654" y="35260"/>
                </a:cubicBezTo>
                <a:cubicBezTo>
                  <a:pt x="8654" y="35260"/>
                  <a:pt x="8502" y="35108"/>
                  <a:pt x="8411" y="35016"/>
                </a:cubicBezTo>
                <a:cubicBezTo>
                  <a:pt x="8350" y="34895"/>
                  <a:pt x="8350" y="34804"/>
                  <a:pt x="8350" y="34804"/>
                </a:cubicBezTo>
                <a:cubicBezTo>
                  <a:pt x="8502" y="34773"/>
                  <a:pt x="8411" y="34409"/>
                  <a:pt x="8381" y="34317"/>
                </a:cubicBezTo>
                <a:cubicBezTo>
                  <a:pt x="8350" y="34257"/>
                  <a:pt x="8259" y="34196"/>
                  <a:pt x="8229" y="34165"/>
                </a:cubicBezTo>
                <a:cubicBezTo>
                  <a:pt x="8229" y="34135"/>
                  <a:pt x="8168" y="33892"/>
                  <a:pt x="8077" y="33679"/>
                </a:cubicBezTo>
                <a:cubicBezTo>
                  <a:pt x="8016" y="33497"/>
                  <a:pt x="7803" y="33345"/>
                  <a:pt x="7742" y="33223"/>
                </a:cubicBezTo>
                <a:cubicBezTo>
                  <a:pt x="7651" y="33102"/>
                  <a:pt x="7621" y="33041"/>
                  <a:pt x="7590" y="32828"/>
                </a:cubicBezTo>
                <a:cubicBezTo>
                  <a:pt x="7560" y="32676"/>
                  <a:pt x="7317" y="32433"/>
                  <a:pt x="7317" y="32433"/>
                </a:cubicBezTo>
                <a:cubicBezTo>
                  <a:pt x="7347" y="32433"/>
                  <a:pt x="7438" y="32007"/>
                  <a:pt x="7469" y="31734"/>
                </a:cubicBezTo>
                <a:cubicBezTo>
                  <a:pt x="7499" y="31460"/>
                  <a:pt x="7438" y="31582"/>
                  <a:pt x="7590" y="31369"/>
                </a:cubicBezTo>
                <a:cubicBezTo>
                  <a:pt x="7742" y="31156"/>
                  <a:pt x="7803" y="30791"/>
                  <a:pt x="7803" y="30336"/>
                </a:cubicBezTo>
                <a:cubicBezTo>
                  <a:pt x="7803" y="29880"/>
                  <a:pt x="7925" y="29454"/>
                  <a:pt x="8016" y="29150"/>
                </a:cubicBezTo>
                <a:cubicBezTo>
                  <a:pt x="8046" y="28846"/>
                  <a:pt x="8077" y="28390"/>
                  <a:pt x="8198" y="28025"/>
                </a:cubicBezTo>
                <a:cubicBezTo>
                  <a:pt x="8259" y="27600"/>
                  <a:pt x="8381" y="27174"/>
                  <a:pt x="8533" y="26445"/>
                </a:cubicBezTo>
                <a:cubicBezTo>
                  <a:pt x="8685" y="25746"/>
                  <a:pt x="8837" y="24560"/>
                  <a:pt x="9140" y="23162"/>
                </a:cubicBezTo>
                <a:cubicBezTo>
                  <a:pt x="9444" y="21703"/>
                  <a:pt x="9232" y="20791"/>
                  <a:pt x="9110" y="20062"/>
                </a:cubicBezTo>
                <a:cubicBezTo>
                  <a:pt x="8988" y="19363"/>
                  <a:pt x="8381" y="18542"/>
                  <a:pt x="8077" y="17934"/>
                </a:cubicBezTo>
                <a:cubicBezTo>
                  <a:pt x="7773" y="17326"/>
                  <a:pt x="7773" y="17265"/>
                  <a:pt x="7773" y="17265"/>
                </a:cubicBezTo>
                <a:cubicBezTo>
                  <a:pt x="7773" y="17265"/>
                  <a:pt x="8654" y="17235"/>
                  <a:pt x="9262" y="17174"/>
                </a:cubicBezTo>
                <a:cubicBezTo>
                  <a:pt x="9870" y="17144"/>
                  <a:pt x="10903" y="16810"/>
                  <a:pt x="11299" y="16658"/>
                </a:cubicBezTo>
                <a:cubicBezTo>
                  <a:pt x="11724" y="16475"/>
                  <a:pt x="11694" y="16110"/>
                  <a:pt x="11603" y="15503"/>
                </a:cubicBezTo>
                <a:cubicBezTo>
                  <a:pt x="11542" y="14895"/>
                  <a:pt x="11116" y="13983"/>
                  <a:pt x="10812" y="13436"/>
                </a:cubicBezTo>
                <a:cubicBezTo>
                  <a:pt x="10508" y="12858"/>
                  <a:pt x="10387" y="12888"/>
                  <a:pt x="10296" y="12615"/>
                </a:cubicBezTo>
                <a:cubicBezTo>
                  <a:pt x="10174" y="12372"/>
                  <a:pt x="10174" y="12159"/>
                  <a:pt x="10052" y="11855"/>
                </a:cubicBezTo>
                <a:cubicBezTo>
                  <a:pt x="9931" y="11521"/>
                  <a:pt x="9749" y="11095"/>
                  <a:pt x="9748" y="11095"/>
                </a:cubicBezTo>
                <a:lnTo>
                  <a:pt x="9748" y="11095"/>
                </a:lnTo>
                <a:lnTo>
                  <a:pt x="9840" y="11247"/>
                </a:lnTo>
                <a:cubicBezTo>
                  <a:pt x="9840" y="11247"/>
                  <a:pt x="9748" y="11004"/>
                  <a:pt x="10022" y="10609"/>
                </a:cubicBezTo>
                <a:cubicBezTo>
                  <a:pt x="10296" y="10244"/>
                  <a:pt x="10204" y="9788"/>
                  <a:pt x="10144" y="9302"/>
                </a:cubicBezTo>
                <a:cubicBezTo>
                  <a:pt x="10052" y="8785"/>
                  <a:pt x="9992" y="8572"/>
                  <a:pt x="10326" y="7873"/>
                </a:cubicBezTo>
                <a:cubicBezTo>
                  <a:pt x="10660" y="7205"/>
                  <a:pt x="10144" y="6961"/>
                  <a:pt x="10144" y="6141"/>
                </a:cubicBezTo>
                <a:cubicBezTo>
                  <a:pt x="10144" y="5290"/>
                  <a:pt x="10478" y="5138"/>
                  <a:pt x="10691" y="4590"/>
                </a:cubicBezTo>
                <a:cubicBezTo>
                  <a:pt x="10934" y="4013"/>
                  <a:pt x="10599" y="3922"/>
                  <a:pt x="10174" y="3071"/>
                </a:cubicBezTo>
                <a:cubicBezTo>
                  <a:pt x="9748" y="2220"/>
                  <a:pt x="8715" y="2341"/>
                  <a:pt x="8533" y="2220"/>
                </a:cubicBezTo>
                <a:cubicBezTo>
                  <a:pt x="8350" y="2098"/>
                  <a:pt x="7864" y="2068"/>
                  <a:pt x="7864" y="2068"/>
                </a:cubicBezTo>
                <a:cubicBezTo>
                  <a:pt x="7864" y="2068"/>
                  <a:pt x="8533" y="2007"/>
                  <a:pt x="9414" y="1916"/>
                </a:cubicBezTo>
                <a:cubicBezTo>
                  <a:pt x="9619" y="1902"/>
                  <a:pt x="9817" y="1896"/>
                  <a:pt x="10005" y="1896"/>
                </a:cubicBezTo>
                <a:cubicBezTo>
                  <a:pt x="10624" y="1896"/>
                  <a:pt x="11126" y="1960"/>
                  <a:pt x="11359" y="2007"/>
                </a:cubicBezTo>
                <a:cubicBezTo>
                  <a:pt x="11603" y="2037"/>
                  <a:pt x="11815" y="2189"/>
                  <a:pt x="12058" y="2463"/>
                </a:cubicBezTo>
                <a:cubicBezTo>
                  <a:pt x="12332" y="2767"/>
                  <a:pt x="12575" y="2706"/>
                  <a:pt x="12970" y="2828"/>
                </a:cubicBezTo>
                <a:cubicBezTo>
                  <a:pt x="13183" y="2888"/>
                  <a:pt x="13365" y="2904"/>
                  <a:pt x="13571" y="2904"/>
                </a:cubicBezTo>
                <a:cubicBezTo>
                  <a:pt x="13776" y="2904"/>
                  <a:pt x="14004" y="2888"/>
                  <a:pt x="14308" y="2888"/>
                </a:cubicBezTo>
                <a:cubicBezTo>
                  <a:pt x="14367" y="2894"/>
                  <a:pt x="14421" y="2897"/>
                  <a:pt x="14468" y="2897"/>
                </a:cubicBezTo>
                <a:cubicBezTo>
                  <a:pt x="14909" y="2897"/>
                  <a:pt x="14876" y="2664"/>
                  <a:pt x="14794" y="2554"/>
                </a:cubicBezTo>
                <a:cubicBezTo>
                  <a:pt x="14751" y="2445"/>
                  <a:pt x="14444" y="2430"/>
                  <a:pt x="14272" y="2430"/>
                </a:cubicBezTo>
                <a:cubicBezTo>
                  <a:pt x="14203" y="2430"/>
                  <a:pt x="14156" y="2432"/>
                  <a:pt x="14156" y="2432"/>
                </a:cubicBezTo>
                <a:cubicBezTo>
                  <a:pt x="14186" y="2402"/>
                  <a:pt x="14125" y="2281"/>
                  <a:pt x="14125" y="2280"/>
                </a:cubicBezTo>
                <a:lnTo>
                  <a:pt x="14125" y="2280"/>
                </a:lnTo>
                <a:cubicBezTo>
                  <a:pt x="14125" y="2281"/>
                  <a:pt x="14147" y="2313"/>
                  <a:pt x="14283" y="2313"/>
                </a:cubicBezTo>
                <a:cubicBezTo>
                  <a:pt x="14373" y="2313"/>
                  <a:pt x="14514" y="2299"/>
                  <a:pt x="14733" y="2250"/>
                </a:cubicBezTo>
                <a:cubicBezTo>
                  <a:pt x="15220" y="2128"/>
                  <a:pt x="14946" y="1825"/>
                  <a:pt x="14946" y="1825"/>
                </a:cubicBezTo>
                <a:cubicBezTo>
                  <a:pt x="15250" y="1703"/>
                  <a:pt x="15007" y="1460"/>
                  <a:pt x="14794" y="1460"/>
                </a:cubicBezTo>
                <a:cubicBezTo>
                  <a:pt x="14581" y="1460"/>
                  <a:pt x="13730" y="1399"/>
                  <a:pt x="13639" y="1338"/>
                </a:cubicBezTo>
                <a:cubicBezTo>
                  <a:pt x="13517" y="1308"/>
                  <a:pt x="13548" y="1308"/>
                  <a:pt x="13548" y="1308"/>
                </a:cubicBezTo>
                <a:cubicBezTo>
                  <a:pt x="13649" y="1308"/>
                  <a:pt x="14075" y="1362"/>
                  <a:pt x="14365" y="1362"/>
                </a:cubicBezTo>
                <a:cubicBezTo>
                  <a:pt x="14510" y="1362"/>
                  <a:pt x="14622" y="1348"/>
                  <a:pt x="14642" y="1308"/>
                </a:cubicBezTo>
                <a:cubicBezTo>
                  <a:pt x="14733" y="1186"/>
                  <a:pt x="14612" y="1095"/>
                  <a:pt x="14460" y="1034"/>
                </a:cubicBezTo>
                <a:cubicBezTo>
                  <a:pt x="14308" y="1004"/>
                  <a:pt x="13973" y="973"/>
                  <a:pt x="13730" y="943"/>
                </a:cubicBezTo>
                <a:cubicBezTo>
                  <a:pt x="13548" y="882"/>
                  <a:pt x="13274" y="852"/>
                  <a:pt x="13062" y="730"/>
                </a:cubicBezTo>
                <a:cubicBezTo>
                  <a:pt x="12818" y="609"/>
                  <a:pt x="12362" y="517"/>
                  <a:pt x="12150" y="517"/>
                </a:cubicBezTo>
                <a:cubicBezTo>
                  <a:pt x="11906" y="517"/>
                  <a:pt x="11420" y="548"/>
                  <a:pt x="11268" y="548"/>
                </a:cubicBezTo>
                <a:cubicBezTo>
                  <a:pt x="11258" y="550"/>
                  <a:pt x="11245" y="551"/>
                  <a:pt x="11230" y="551"/>
                </a:cubicBezTo>
                <a:cubicBezTo>
                  <a:pt x="11022" y="551"/>
                  <a:pt x="10387" y="366"/>
                  <a:pt x="10387" y="366"/>
                </a:cubicBezTo>
                <a:cubicBezTo>
                  <a:pt x="9444" y="92"/>
                  <a:pt x="7317" y="1"/>
                  <a:pt x="6526" y="1"/>
                </a:cubicBezTo>
                <a:close/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5" name="Google Shape;1355;p175"/>
          <p:cNvSpPr/>
          <p:nvPr/>
        </p:nvSpPr>
        <p:spPr>
          <a:xfrm rot="-3457428">
            <a:off x="4609698" y="3912041"/>
            <a:ext cx="266194" cy="253498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6" name="Google Shape;1356;p175"/>
          <p:cNvSpPr/>
          <p:nvPr/>
        </p:nvSpPr>
        <p:spPr>
          <a:xfrm rot="583629">
            <a:off x="4937425" y="3584341"/>
            <a:ext cx="266192" cy="253494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7" name="Google Shape;1357;p175"/>
          <p:cNvSpPr txBox="1"/>
          <p:nvPr/>
        </p:nvSpPr>
        <p:spPr>
          <a:xfrm flipH="1">
            <a:off x="713225" y="873450"/>
            <a:ext cx="1585200" cy="1014900"/>
          </a:xfrm>
          <a:prstGeom prst="rect">
            <a:avLst/>
          </a:prstGeom>
          <a:solidFill>
            <a:srgbClr val="FFE4E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5300">
                <a:solidFill>
                  <a:srgbClr val="292929"/>
                </a:solidFill>
                <a:latin typeface="Krona One"/>
                <a:ea typeface="Krona One"/>
                <a:cs typeface="Krona One"/>
                <a:sym typeface="Krona One"/>
              </a:rPr>
              <a:t>04</a:t>
            </a:r>
            <a:endParaRPr b="1" sz="5300">
              <a:solidFill>
                <a:srgbClr val="292929"/>
              </a:solidFill>
              <a:latin typeface="Krona One"/>
              <a:ea typeface="Krona One"/>
              <a:cs typeface="Krona One"/>
              <a:sym typeface="Krona On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1" name="Shape 1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2" name="Google Shape;1362;p176"/>
          <p:cNvSpPr txBox="1"/>
          <p:nvPr>
            <p:ph type="title"/>
          </p:nvPr>
        </p:nvSpPr>
        <p:spPr>
          <a:xfrm>
            <a:off x="713250" y="170575"/>
            <a:ext cx="7717500" cy="106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/>
              <a:t>RELATION ENTRE LA D</a:t>
            </a:r>
            <a:r>
              <a:rPr lang="fr" sz="1800"/>
              <a:t>ANCABILITÉ</a:t>
            </a:r>
            <a:r>
              <a:rPr lang="fr" sz="1800"/>
              <a:t> ET LA </a:t>
            </a:r>
            <a:r>
              <a:rPr lang="fr" sz="1800"/>
              <a:t>POPULARITÉ</a:t>
            </a:r>
            <a:r>
              <a:rPr lang="fr" sz="1800"/>
              <a:t> DES MORCEAUX</a:t>
            </a:r>
            <a:endParaRPr sz="1300"/>
          </a:p>
        </p:txBody>
      </p:sp>
      <p:sp>
        <p:nvSpPr>
          <p:cNvPr id="1363" name="Google Shape;1363;p176"/>
          <p:cNvSpPr txBox="1"/>
          <p:nvPr/>
        </p:nvSpPr>
        <p:spPr>
          <a:xfrm>
            <a:off x="6490075" y="1434325"/>
            <a:ext cx="2563500" cy="27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292929"/>
                </a:solidFill>
                <a:latin typeface="Epilogue"/>
                <a:ea typeface="Epilogue"/>
                <a:cs typeface="Epilogue"/>
                <a:sym typeface="Epilogue"/>
              </a:rPr>
              <a:t>Coefficient de corrélation de Pearson : -0.08782630151420237</a:t>
            </a:r>
            <a:endParaRPr sz="1100">
              <a:solidFill>
                <a:srgbClr val="292929"/>
              </a:solidFill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292929"/>
                </a:solidFill>
                <a:latin typeface="Epilogue"/>
                <a:ea typeface="Epilogue"/>
                <a:cs typeface="Epilogue"/>
                <a:sym typeface="Epilogue"/>
              </a:rPr>
              <a:t>P-value: 0.07823358172472834</a:t>
            </a:r>
            <a:endParaRPr sz="1100">
              <a:solidFill>
                <a:srgbClr val="292929"/>
              </a:solidFill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292929"/>
                </a:solidFill>
                <a:latin typeface="Epilogue"/>
                <a:ea typeface="Epilogue"/>
                <a:cs typeface="Epilogue"/>
                <a:sym typeface="Epilogue"/>
              </a:rPr>
              <a:t>Nombre de points au-dessus de 40 : 290</a:t>
            </a:r>
            <a:endParaRPr sz="1100">
              <a:solidFill>
                <a:srgbClr val="292929"/>
              </a:solidFill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292929"/>
                </a:solidFill>
                <a:latin typeface="Epilogue"/>
                <a:ea typeface="Epilogue"/>
                <a:cs typeface="Epilogue"/>
                <a:sym typeface="Epilogue"/>
              </a:rPr>
              <a:t>Nombre de points en-dessous de 40 : 103</a:t>
            </a:r>
            <a:endParaRPr sz="1100">
              <a:solidFill>
                <a:srgbClr val="292929"/>
              </a:solidFill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300">
              <a:solidFill>
                <a:srgbClr val="292929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pic>
        <p:nvPicPr>
          <p:cNvPr id="1364" name="Google Shape;1364;p176"/>
          <p:cNvPicPr preferRelativeResize="0"/>
          <p:nvPr/>
        </p:nvPicPr>
        <p:blipFill rotWithShape="1">
          <a:blip r:embed="rId3">
            <a:alphaModFix/>
          </a:blip>
          <a:srcRect b="10746" l="0" r="0" t="0"/>
          <a:stretch/>
        </p:blipFill>
        <p:spPr>
          <a:xfrm>
            <a:off x="418525" y="1019302"/>
            <a:ext cx="6071551" cy="38575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8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Google Shape;1369;p177"/>
          <p:cNvSpPr txBox="1"/>
          <p:nvPr>
            <p:ph type="title"/>
          </p:nvPr>
        </p:nvSpPr>
        <p:spPr>
          <a:xfrm>
            <a:off x="713250" y="170575"/>
            <a:ext cx="7717500" cy="106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/>
              <a:t>RELATION ENTRE LA DANCABILITÉ ET LE SCORE DE </a:t>
            </a:r>
            <a:r>
              <a:rPr lang="fr" sz="1800"/>
              <a:t>POPULARITÉ</a:t>
            </a:r>
            <a:r>
              <a:rPr lang="fr" sz="1800"/>
              <a:t> DE L’ARTISTE</a:t>
            </a:r>
            <a:endParaRPr sz="1300"/>
          </a:p>
        </p:txBody>
      </p:sp>
      <p:pic>
        <p:nvPicPr>
          <p:cNvPr id="1370" name="Google Shape;1370;p177"/>
          <p:cNvPicPr preferRelativeResize="0"/>
          <p:nvPr/>
        </p:nvPicPr>
        <p:blipFill rotWithShape="1">
          <a:blip r:embed="rId3">
            <a:alphaModFix/>
          </a:blip>
          <a:srcRect b="10474" l="0" r="0" t="0"/>
          <a:stretch/>
        </p:blipFill>
        <p:spPr>
          <a:xfrm>
            <a:off x="318875" y="1049275"/>
            <a:ext cx="6087149" cy="383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371" name="Google Shape;1371;p177"/>
          <p:cNvSpPr txBox="1"/>
          <p:nvPr/>
        </p:nvSpPr>
        <p:spPr>
          <a:xfrm>
            <a:off x="6490075" y="1434325"/>
            <a:ext cx="2563500" cy="27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292929"/>
                </a:solidFill>
                <a:latin typeface="Epilogue"/>
                <a:ea typeface="Epilogue"/>
                <a:cs typeface="Epilogue"/>
                <a:sym typeface="Epilogue"/>
              </a:rPr>
              <a:t>Coefficient de corrélation de Pearson : </a:t>
            </a:r>
            <a:r>
              <a:rPr lang="fr" sz="1100">
                <a:solidFill>
                  <a:srgbClr val="292929"/>
                </a:solidFill>
                <a:latin typeface="Epilogue"/>
                <a:ea typeface="Epilogue"/>
                <a:cs typeface="Epilogue"/>
                <a:sym typeface="Epilogue"/>
              </a:rPr>
              <a:t>-0.11106156098338145</a:t>
            </a:r>
            <a:endParaRPr sz="1100">
              <a:solidFill>
                <a:srgbClr val="292929"/>
              </a:solidFill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292929"/>
                </a:solidFill>
                <a:latin typeface="Epilogue"/>
                <a:ea typeface="Epilogue"/>
                <a:cs typeface="Epilogue"/>
                <a:sym typeface="Epilogue"/>
              </a:rPr>
              <a:t>P-value: </a:t>
            </a:r>
            <a:r>
              <a:rPr lang="fr" sz="1100">
                <a:solidFill>
                  <a:srgbClr val="292929"/>
                </a:solidFill>
                <a:latin typeface="Epilogue"/>
                <a:ea typeface="Epilogue"/>
                <a:cs typeface="Epilogue"/>
                <a:sym typeface="Epilogue"/>
              </a:rPr>
              <a:t>0.025779235844649015</a:t>
            </a:r>
            <a:endParaRPr sz="1100">
              <a:solidFill>
                <a:srgbClr val="292929"/>
              </a:solidFill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292929"/>
                </a:solidFill>
                <a:latin typeface="Epilogue"/>
                <a:ea typeface="Epilogue"/>
                <a:cs typeface="Epilogue"/>
                <a:sym typeface="Epilogue"/>
              </a:rPr>
              <a:t>Nombre de points au-dessus de 40 : 343</a:t>
            </a:r>
            <a:endParaRPr sz="1100">
              <a:solidFill>
                <a:srgbClr val="292929"/>
              </a:solidFill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292929"/>
                </a:solidFill>
                <a:latin typeface="Epilogue"/>
                <a:ea typeface="Epilogue"/>
                <a:cs typeface="Epilogue"/>
                <a:sym typeface="Epilogue"/>
              </a:rPr>
              <a:t>Nombre de points en-dessous de 40 : </a:t>
            </a:r>
            <a:r>
              <a:rPr lang="fr" sz="1100">
                <a:highlight>
                  <a:srgbClr val="FFFFFF"/>
                </a:highlight>
              </a:rPr>
              <a:t>58</a:t>
            </a:r>
            <a:endParaRPr sz="1100"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92929"/>
              </a:solidFill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300">
              <a:solidFill>
                <a:srgbClr val="292929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5" name="Shape 1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" name="Google Shape;1376;p178"/>
          <p:cNvSpPr txBox="1"/>
          <p:nvPr>
            <p:ph type="title"/>
          </p:nvPr>
        </p:nvSpPr>
        <p:spPr>
          <a:xfrm>
            <a:off x="713250" y="268625"/>
            <a:ext cx="7717500" cy="106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/>
              <a:t>RELATION ENTRE LA DANCABILITÉ ET LA VALENCE</a:t>
            </a:r>
            <a:endParaRPr sz="1300"/>
          </a:p>
        </p:txBody>
      </p:sp>
      <p:pic>
        <p:nvPicPr>
          <p:cNvPr id="1377" name="Google Shape;1377;p178"/>
          <p:cNvPicPr preferRelativeResize="0"/>
          <p:nvPr/>
        </p:nvPicPr>
        <p:blipFill rotWithShape="1">
          <a:blip r:embed="rId3">
            <a:alphaModFix/>
          </a:blip>
          <a:srcRect b="9877" l="0" r="0" t="0"/>
          <a:stretch/>
        </p:blipFill>
        <p:spPr>
          <a:xfrm>
            <a:off x="453625" y="977588"/>
            <a:ext cx="5966375" cy="3816673"/>
          </a:xfrm>
          <a:prstGeom prst="rect">
            <a:avLst/>
          </a:prstGeom>
          <a:noFill/>
          <a:ln>
            <a:noFill/>
          </a:ln>
        </p:spPr>
      </p:pic>
      <p:sp>
        <p:nvSpPr>
          <p:cNvPr id="1378" name="Google Shape;1378;p178"/>
          <p:cNvSpPr txBox="1"/>
          <p:nvPr/>
        </p:nvSpPr>
        <p:spPr>
          <a:xfrm>
            <a:off x="6490075" y="1434325"/>
            <a:ext cx="2563500" cy="27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292929"/>
                </a:solidFill>
                <a:latin typeface="Epilogue"/>
                <a:ea typeface="Epilogue"/>
                <a:cs typeface="Epilogue"/>
                <a:sym typeface="Epilogue"/>
              </a:rPr>
              <a:t>Coefficient de corrélation de Pearson : 0.1418398369487169</a:t>
            </a:r>
            <a:endParaRPr sz="1100">
              <a:solidFill>
                <a:srgbClr val="292929"/>
              </a:solidFill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292929"/>
                </a:solidFill>
                <a:latin typeface="Epilogue"/>
                <a:ea typeface="Epilogue"/>
                <a:cs typeface="Epilogue"/>
                <a:sym typeface="Epilogue"/>
              </a:rPr>
              <a:t>P-value: </a:t>
            </a:r>
            <a:r>
              <a:rPr lang="fr" sz="1100">
                <a:solidFill>
                  <a:srgbClr val="292929"/>
                </a:solidFill>
                <a:latin typeface="Epilogue"/>
                <a:ea typeface="Epilogue"/>
                <a:cs typeface="Epilogue"/>
                <a:sym typeface="Epilogue"/>
              </a:rPr>
              <a:t>0.004330753125483704</a:t>
            </a:r>
            <a:endParaRPr sz="1100">
              <a:solidFill>
                <a:srgbClr val="292929"/>
              </a:solidFill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292929"/>
                </a:solidFill>
                <a:latin typeface="Epilogue"/>
                <a:ea typeface="Epilogue"/>
                <a:cs typeface="Epilogue"/>
                <a:sym typeface="Epilogue"/>
              </a:rPr>
              <a:t>Nombre de points au-dessus de 40 : 244</a:t>
            </a:r>
            <a:endParaRPr sz="1100">
              <a:solidFill>
                <a:srgbClr val="292929"/>
              </a:solidFill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292929"/>
                </a:solidFill>
                <a:latin typeface="Epilogue"/>
                <a:ea typeface="Epilogue"/>
                <a:cs typeface="Epilogue"/>
                <a:sym typeface="Epilogue"/>
              </a:rPr>
              <a:t>Nombre de points en-dessous de 40 : </a:t>
            </a:r>
            <a:r>
              <a:rPr lang="fr" sz="1100">
                <a:highlight>
                  <a:srgbClr val="FFFFFF"/>
                </a:highlight>
              </a:rPr>
              <a:t>159</a:t>
            </a:r>
            <a:endParaRPr sz="1100"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92929"/>
              </a:solidFill>
              <a:latin typeface="Epilogue"/>
              <a:ea typeface="Epilogue"/>
              <a:cs typeface="Epilogue"/>
              <a:sym typeface="Epilogue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300">
              <a:solidFill>
                <a:srgbClr val="292929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2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Google Shape;1383;p179"/>
          <p:cNvSpPr/>
          <p:nvPr/>
        </p:nvSpPr>
        <p:spPr>
          <a:xfrm rot="-10497543">
            <a:off x="2088612" y="3584549"/>
            <a:ext cx="4638127" cy="3518258"/>
          </a:xfrm>
          <a:custGeom>
            <a:rect b="b" l="l" r="r" t="t"/>
            <a:pathLst>
              <a:path extrusionOk="0" h="70100" w="92413">
                <a:moveTo>
                  <a:pt x="64951" y="1"/>
                </a:moveTo>
                <a:cubicBezTo>
                  <a:pt x="62821" y="1"/>
                  <a:pt x="60692" y="356"/>
                  <a:pt x="58686" y="1088"/>
                </a:cubicBezTo>
                <a:cubicBezTo>
                  <a:pt x="48087" y="4951"/>
                  <a:pt x="43233" y="17227"/>
                  <a:pt x="34109" y="23860"/>
                </a:cubicBezTo>
                <a:cubicBezTo>
                  <a:pt x="26636" y="29325"/>
                  <a:pt x="16623" y="30748"/>
                  <a:pt x="9633" y="36797"/>
                </a:cubicBezTo>
                <a:cubicBezTo>
                  <a:pt x="2796" y="42693"/>
                  <a:pt x="1" y="53317"/>
                  <a:pt x="4245" y="61323"/>
                </a:cubicBezTo>
                <a:cubicBezTo>
                  <a:pt x="7105" y="66733"/>
                  <a:pt x="13294" y="70099"/>
                  <a:pt x="19296" y="70099"/>
                </a:cubicBezTo>
                <a:cubicBezTo>
                  <a:pt x="22148" y="70099"/>
                  <a:pt x="24958" y="69339"/>
                  <a:pt x="27348" y="67677"/>
                </a:cubicBezTo>
                <a:cubicBezTo>
                  <a:pt x="34134" y="62899"/>
                  <a:pt x="36015" y="53063"/>
                  <a:pt x="43030" y="48666"/>
                </a:cubicBezTo>
                <a:cubicBezTo>
                  <a:pt x="49384" y="44701"/>
                  <a:pt x="57618" y="46506"/>
                  <a:pt x="64989" y="45083"/>
                </a:cubicBezTo>
                <a:cubicBezTo>
                  <a:pt x="83542" y="41524"/>
                  <a:pt x="92413" y="15473"/>
                  <a:pt x="76019" y="3528"/>
                </a:cubicBezTo>
                <a:cubicBezTo>
                  <a:pt x="72835" y="1218"/>
                  <a:pt x="68891" y="1"/>
                  <a:pt x="6495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384" name="Google Shape;1384;p179"/>
          <p:cNvSpPr txBox="1"/>
          <p:nvPr>
            <p:ph type="title"/>
          </p:nvPr>
        </p:nvSpPr>
        <p:spPr>
          <a:xfrm>
            <a:off x="713250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INTERPRÉTATION</a:t>
            </a:r>
            <a:endParaRPr/>
          </a:p>
        </p:txBody>
      </p:sp>
      <p:sp>
        <p:nvSpPr>
          <p:cNvPr id="1385" name="Google Shape;1385;p179"/>
          <p:cNvSpPr/>
          <p:nvPr/>
        </p:nvSpPr>
        <p:spPr>
          <a:xfrm rot="-6758391">
            <a:off x="7598102" y="909242"/>
            <a:ext cx="4638209" cy="3518319"/>
          </a:xfrm>
          <a:custGeom>
            <a:rect b="b" l="l" r="r" t="t"/>
            <a:pathLst>
              <a:path extrusionOk="0" h="70100" w="92413">
                <a:moveTo>
                  <a:pt x="64951" y="1"/>
                </a:moveTo>
                <a:cubicBezTo>
                  <a:pt x="62821" y="1"/>
                  <a:pt x="60692" y="356"/>
                  <a:pt x="58686" y="1088"/>
                </a:cubicBezTo>
                <a:cubicBezTo>
                  <a:pt x="48087" y="4951"/>
                  <a:pt x="43233" y="17227"/>
                  <a:pt x="34109" y="23860"/>
                </a:cubicBezTo>
                <a:cubicBezTo>
                  <a:pt x="26636" y="29325"/>
                  <a:pt x="16623" y="30748"/>
                  <a:pt x="9633" y="36797"/>
                </a:cubicBezTo>
                <a:cubicBezTo>
                  <a:pt x="2796" y="42693"/>
                  <a:pt x="1" y="53317"/>
                  <a:pt x="4245" y="61323"/>
                </a:cubicBezTo>
                <a:cubicBezTo>
                  <a:pt x="7105" y="66733"/>
                  <a:pt x="13294" y="70099"/>
                  <a:pt x="19296" y="70099"/>
                </a:cubicBezTo>
                <a:cubicBezTo>
                  <a:pt x="22148" y="70099"/>
                  <a:pt x="24958" y="69339"/>
                  <a:pt x="27348" y="67677"/>
                </a:cubicBezTo>
                <a:cubicBezTo>
                  <a:pt x="34134" y="62899"/>
                  <a:pt x="36015" y="53063"/>
                  <a:pt x="43030" y="48666"/>
                </a:cubicBezTo>
                <a:cubicBezTo>
                  <a:pt x="49384" y="44701"/>
                  <a:pt x="57618" y="46506"/>
                  <a:pt x="64989" y="45083"/>
                </a:cubicBezTo>
                <a:cubicBezTo>
                  <a:pt x="83542" y="41524"/>
                  <a:pt x="92413" y="15473"/>
                  <a:pt x="76019" y="3528"/>
                </a:cubicBezTo>
                <a:cubicBezTo>
                  <a:pt x="72835" y="1218"/>
                  <a:pt x="68891" y="1"/>
                  <a:pt x="6495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6" name="Google Shape;1386;p179"/>
          <p:cNvSpPr/>
          <p:nvPr/>
        </p:nvSpPr>
        <p:spPr>
          <a:xfrm>
            <a:off x="6931200" y="1629425"/>
            <a:ext cx="1746040" cy="4437632"/>
          </a:xfrm>
          <a:custGeom>
            <a:rect b="b" l="l" r="r" t="t"/>
            <a:pathLst>
              <a:path extrusionOk="0" h="93943" w="36963">
                <a:moveTo>
                  <a:pt x="10974" y="20685"/>
                </a:moveTo>
                <a:cubicBezTo>
                  <a:pt x="10974" y="20685"/>
                  <a:pt x="11794" y="22691"/>
                  <a:pt x="11855" y="22813"/>
                </a:cubicBezTo>
                <a:cubicBezTo>
                  <a:pt x="11946" y="22934"/>
                  <a:pt x="11217" y="24424"/>
                  <a:pt x="11217" y="24789"/>
                </a:cubicBezTo>
                <a:cubicBezTo>
                  <a:pt x="11217" y="25160"/>
                  <a:pt x="11405" y="25584"/>
                  <a:pt x="11679" y="25584"/>
                </a:cubicBezTo>
                <a:cubicBezTo>
                  <a:pt x="11697" y="25584"/>
                  <a:pt x="11715" y="25583"/>
                  <a:pt x="11734" y="25579"/>
                </a:cubicBezTo>
                <a:cubicBezTo>
                  <a:pt x="11807" y="25572"/>
                  <a:pt x="11874" y="25566"/>
                  <a:pt x="11938" y="25566"/>
                </a:cubicBezTo>
                <a:cubicBezTo>
                  <a:pt x="12138" y="25566"/>
                  <a:pt x="12294" y="25621"/>
                  <a:pt x="12433" y="25852"/>
                </a:cubicBezTo>
                <a:cubicBezTo>
                  <a:pt x="12615" y="26156"/>
                  <a:pt x="13405" y="27403"/>
                  <a:pt x="13405" y="27403"/>
                </a:cubicBezTo>
                <a:lnTo>
                  <a:pt x="12554" y="29166"/>
                </a:lnTo>
                <a:lnTo>
                  <a:pt x="12342" y="29378"/>
                </a:lnTo>
                <a:lnTo>
                  <a:pt x="11339" y="27099"/>
                </a:lnTo>
                <a:cubicBezTo>
                  <a:pt x="11339" y="27099"/>
                  <a:pt x="10275" y="23542"/>
                  <a:pt x="10123" y="22782"/>
                </a:cubicBezTo>
                <a:cubicBezTo>
                  <a:pt x="9971" y="22023"/>
                  <a:pt x="9819" y="21475"/>
                  <a:pt x="10032" y="21293"/>
                </a:cubicBezTo>
                <a:cubicBezTo>
                  <a:pt x="10214" y="21080"/>
                  <a:pt x="10974" y="20685"/>
                  <a:pt x="10974" y="20685"/>
                </a:cubicBezTo>
                <a:close/>
                <a:moveTo>
                  <a:pt x="21133" y="1"/>
                </a:moveTo>
                <a:cubicBezTo>
                  <a:pt x="21072" y="1"/>
                  <a:pt x="20990" y="32"/>
                  <a:pt x="20883" y="107"/>
                </a:cubicBezTo>
                <a:cubicBezTo>
                  <a:pt x="20396" y="442"/>
                  <a:pt x="19120" y="1658"/>
                  <a:pt x="19120" y="1658"/>
                </a:cubicBezTo>
                <a:lnTo>
                  <a:pt x="18573" y="1961"/>
                </a:lnTo>
                <a:cubicBezTo>
                  <a:pt x="18542" y="1961"/>
                  <a:pt x="17874" y="1992"/>
                  <a:pt x="17539" y="2083"/>
                </a:cubicBezTo>
                <a:cubicBezTo>
                  <a:pt x="17235" y="2144"/>
                  <a:pt x="16384" y="2600"/>
                  <a:pt x="15959" y="2752"/>
                </a:cubicBezTo>
                <a:cubicBezTo>
                  <a:pt x="15533" y="2904"/>
                  <a:pt x="15016" y="3025"/>
                  <a:pt x="14257" y="3816"/>
                </a:cubicBezTo>
                <a:cubicBezTo>
                  <a:pt x="13497" y="4606"/>
                  <a:pt x="13405" y="5031"/>
                  <a:pt x="13162" y="5639"/>
                </a:cubicBezTo>
                <a:cubicBezTo>
                  <a:pt x="12889" y="6247"/>
                  <a:pt x="11855" y="7858"/>
                  <a:pt x="11339" y="9226"/>
                </a:cubicBezTo>
                <a:cubicBezTo>
                  <a:pt x="10761" y="10594"/>
                  <a:pt x="9393" y="14393"/>
                  <a:pt x="9424" y="14849"/>
                </a:cubicBezTo>
                <a:cubicBezTo>
                  <a:pt x="9454" y="15305"/>
                  <a:pt x="9728" y="15700"/>
                  <a:pt x="9849" y="15974"/>
                </a:cubicBezTo>
                <a:cubicBezTo>
                  <a:pt x="9971" y="16247"/>
                  <a:pt x="10123" y="17038"/>
                  <a:pt x="10123" y="17038"/>
                </a:cubicBezTo>
                <a:cubicBezTo>
                  <a:pt x="10123" y="17038"/>
                  <a:pt x="9728" y="17068"/>
                  <a:pt x="9545" y="17494"/>
                </a:cubicBezTo>
                <a:cubicBezTo>
                  <a:pt x="9363" y="17919"/>
                  <a:pt x="9120" y="18497"/>
                  <a:pt x="8816" y="18831"/>
                </a:cubicBezTo>
                <a:cubicBezTo>
                  <a:pt x="8512" y="19165"/>
                  <a:pt x="7873" y="19895"/>
                  <a:pt x="7843" y="21293"/>
                </a:cubicBezTo>
                <a:cubicBezTo>
                  <a:pt x="7782" y="22691"/>
                  <a:pt x="7995" y="23907"/>
                  <a:pt x="8056" y="24150"/>
                </a:cubicBezTo>
                <a:cubicBezTo>
                  <a:pt x="8147" y="24363"/>
                  <a:pt x="8481" y="29074"/>
                  <a:pt x="8542" y="29621"/>
                </a:cubicBezTo>
                <a:cubicBezTo>
                  <a:pt x="8633" y="30138"/>
                  <a:pt x="9211" y="31780"/>
                  <a:pt x="9241" y="32053"/>
                </a:cubicBezTo>
                <a:cubicBezTo>
                  <a:pt x="9272" y="32327"/>
                  <a:pt x="9515" y="33239"/>
                  <a:pt x="9910" y="33330"/>
                </a:cubicBezTo>
                <a:cubicBezTo>
                  <a:pt x="9910" y="33330"/>
                  <a:pt x="8846" y="35062"/>
                  <a:pt x="8846" y="35123"/>
                </a:cubicBezTo>
                <a:cubicBezTo>
                  <a:pt x="8846" y="35214"/>
                  <a:pt x="8025" y="36217"/>
                  <a:pt x="8208" y="36521"/>
                </a:cubicBezTo>
                <a:cubicBezTo>
                  <a:pt x="8390" y="36825"/>
                  <a:pt x="9363" y="38102"/>
                  <a:pt x="9393" y="38163"/>
                </a:cubicBezTo>
                <a:lnTo>
                  <a:pt x="9424" y="38254"/>
                </a:lnTo>
                <a:cubicBezTo>
                  <a:pt x="9424" y="38254"/>
                  <a:pt x="9363" y="39105"/>
                  <a:pt x="9454" y="39682"/>
                </a:cubicBezTo>
                <a:cubicBezTo>
                  <a:pt x="9576" y="40260"/>
                  <a:pt x="9606" y="41050"/>
                  <a:pt x="9667" y="41385"/>
                </a:cubicBezTo>
                <a:cubicBezTo>
                  <a:pt x="9697" y="41749"/>
                  <a:pt x="10214" y="48679"/>
                  <a:pt x="10214" y="48679"/>
                </a:cubicBezTo>
                <a:cubicBezTo>
                  <a:pt x="10214" y="48679"/>
                  <a:pt x="10164" y="48564"/>
                  <a:pt x="10138" y="48564"/>
                </a:cubicBezTo>
                <a:cubicBezTo>
                  <a:pt x="10129" y="48564"/>
                  <a:pt x="10123" y="48579"/>
                  <a:pt x="10123" y="48619"/>
                </a:cubicBezTo>
                <a:cubicBezTo>
                  <a:pt x="10153" y="48801"/>
                  <a:pt x="10032" y="49713"/>
                  <a:pt x="10275" y="50199"/>
                </a:cubicBezTo>
                <a:cubicBezTo>
                  <a:pt x="10457" y="50716"/>
                  <a:pt x="10487" y="51263"/>
                  <a:pt x="10487" y="51385"/>
                </a:cubicBezTo>
                <a:cubicBezTo>
                  <a:pt x="10487" y="51506"/>
                  <a:pt x="10609" y="51658"/>
                  <a:pt x="10609" y="51689"/>
                </a:cubicBezTo>
                <a:cubicBezTo>
                  <a:pt x="10639" y="51780"/>
                  <a:pt x="10487" y="52752"/>
                  <a:pt x="10457" y="52783"/>
                </a:cubicBezTo>
                <a:cubicBezTo>
                  <a:pt x="10427" y="52844"/>
                  <a:pt x="10366" y="52935"/>
                  <a:pt x="9606" y="53786"/>
                </a:cubicBezTo>
                <a:cubicBezTo>
                  <a:pt x="8846" y="54667"/>
                  <a:pt x="6566" y="56825"/>
                  <a:pt x="6080" y="57585"/>
                </a:cubicBezTo>
                <a:cubicBezTo>
                  <a:pt x="5594" y="58345"/>
                  <a:pt x="5290" y="58680"/>
                  <a:pt x="4712" y="59470"/>
                </a:cubicBezTo>
                <a:cubicBezTo>
                  <a:pt x="4135" y="60291"/>
                  <a:pt x="2311" y="63057"/>
                  <a:pt x="1825" y="63938"/>
                </a:cubicBezTo>
                <a:cubicBezTo>
                  <a:pt x="1217" y="64850"/>
                  <a:pt x="1" y="66917"/>
                  <a:pt x="31" y="68072"/>
                </a:cubicBezTo>
                <a:cubicBezTo>
                  <a:pt x="31" y="69196"/>
                  <a:pt x="730" y="70412"/>
                  <a:pt x="913" y="70777"/>
                </a:cubicBezTo>
                <a:cubicBezTo>
                  <a:pt x="1095" y="71111"/>
                  <a:pt x="1369" y="72023"/>
                  <a:pt x="1764" y="72966"/>
                </a:cubicBezTo>
                <a:cubicBezTo>
                  <a:pt x="2129" y="73908"/>
                  <a:pt x="2706" y="75701"/>
                  <a:pt x="3314" y="77039"/>
                </a:cubicBezTo>
                <a:cubicBezTo>
                  <a:pt x="3922" y="78376"/>
                  <a:pt x="4560" y="79470"/>
                  <a:pt x="4864" y="80412"/>
                </a:cubicBezTo>
                <a:cubicBezTo>
                  <a:pt x="5168" y="81324"/>
                  <a:pt x="5290" y="81567"/>
                  <a:pt x="5290" y="81567"/>
                </a:cubicBezTo>
                <a:cubicBezTo>
                  <a:pt x="5290" y="81567"/>
                  <a:pt x="5290" y="81902"/>
                  <a:pt x="5351" y="81963"/>
                </a:cubicBezTo>
                <a:cubicBezTo>
                  <a:pt x="5442" y="82084"/>
                  <a:pt x="5563" y="82084"/>
                  <a:pt x="5563" y="82327"/>
                </a:cubicBezTo>
                <a:cubicBezTo>
                  <a:pt x="5563" y="82571"/>
                  <a:pt x="5563" y="82814"/>
                  <a:pt x="5624" y="82935"/>
                </a:cubicBezTo>
                <a:cubicBezTo>
                  <a:pt x="5715" y="83026"/>
                  <a:pt x="5746" y="83118"/>
                  <a:pt x="5746" y="83300"/>
                </a:cubicBezTo>
                <a:cubicBezTo>
                  <a:pt x="5746" y="83482"/>
                  <a:pt x="5776" y="83543"/>
                  <a:pt x="5746" y="83634"/>
                </a:cubicBezTo>
                <a:cubicBezTo>
                  <a:pt x="5746" y="83756"/>
                  <a:pt x="5655" y="83908"/>
                  <a:pt x="5715" y="84030"/>
                </a:cubicBezTo>
                <a:cubicBezTo>
                  <a:pt x="5746" y="84090"/>
                  <a:pt x="5928" y="84181"/>
                  <a:pt x="5928" y="84181"/>
                </a:cubicBezTo>
                <a:cubicBezTo>
                  <a:pt x="5928" y="84181"/>
                  <a:pt x="5928" y="84303"/>
                  <a:pt x="6050" y="84820"/>
                </a:cubicBezTo>
                <a:cubicBezTo>
                  <a:pt x="6202" y="85397"/>
                  <a:pt x="6262" y="85884"/>
                  <a:pt x="6232" y="86522"/>
                </a:cubicBezTo>
                <a:cubicBezTo>
                  <a:pt x="6202" y="87160"/>
                  <a:pt x="6050" y="87707"/>
                  <a:pt x="6171" y="88893"/>
                </a:cubicBezTo>
                <a:cubicBezTo>
                  <a:pt x="6262" y="90017"/>
                  <a:pt x="6202" y="90534"/>
                  <a:pt x="6110" y="90595"/>
                </a:cubicBezTo>
                <a:cubicBezTo>
                  <a:pt x="6080" y="90656"/>
                  <a:pt x="5503" y="90838"/>
                  <a:pt x="5199" y="90899"/>
                </a:cubicBezTo>
                <a:cubicBezTo>
                  <a:pt x="4955" y="90960"/>
                  <a:pt x="4743" y="91142"/>
                  <a:pt x="4682" y="91172"/>
                </a:cubicBezTo>
                <a:cubicBezTo>
                  <a:pt x="4675" y="91174"/>
                  <a:pt x="4667" y="91175"/>
                  <a:pt x="4658" y="91175"/>
                </a:cubicBezTo>
                <a:cubicBezTo>
                  <a:pt x="4581" y="91175"/>
                  <a:pt x="4423" y="91119"/>
                  <a:pt x="4275" y="91119"/>
                </a:cubicBezTo>
                <a:cubicBezTo>
                  <a:pt x="4130" y="91119"/>
                  <a:pt x="3995" y="91172"/>
                  <a:pt x="3952" y="91385"/>
                </a:cubicBezTo>
                <a:cubicBezTo>
                  <a:pt x="3892" y="91841"/>
                  <a:pt x="4135" y="92297"/>
                  <a:pt x="4864" y="92297"/>
                </a:cubicBezTo>
                <a:cubicBezTo>
                  <a:pt x="5563" y="92297"/>
                  <a:pt x="7022" y="92297"/>
                  <a:pt x="7387" y="92236"/>
                </a:cubicBezTo>
                <a:cubicBezTo>
                  <a:pt x="7721" y="92145"/>
                  <a:pt x="8299" y="91628"/>
                  <a:pt x="8360" y="91051"/>
                </a:cubicBezTo>
                <a:cubicBezTo>
                  <a:pt x="8390" y="90473"/>
                  <a:pt x="8542" y="89379"/>
                  <a:pt x="8694" y="88923"/>
                </a:cubicBezTo>
                <a:cubicBezTo>
                  <a:pt x="8846" y="88467"/>
                  <a:pt x="9363" y="87920"/>
                  <a:pt x="10335" y="87160"/>
                </a:cubicBezTo>
                <a:cubicBezTo>
                  <a:pt x="11339" y="86400"/>
                  <a:pt x="11977" y="85124"/>
                  <a:pt x="11247" y="84394"/>
                </a:cubicBezTo>
                <a:cubicBezTo>
                  <a:pt x="10487" y="83665"/>
                  <a:pt x="10184" y="83634"/>
                  <a:pt x="10001" y="83300"/>
                </a:cubicBezTo>
                <a:cubicBezTo>
                  <a:pt x="9819" y="82966"/>
                  <a:pt x="9819" y="82905"/>
                  <a:pt x="9819" y="82905"/>
                </a:cubicBezTo>
                <a:cubicBezTo>
                  <a:pt x="9819" y="82905"/>
                  <a:pt x="9971" y="82814"/>
                  <a:pt x="9758" y="82510"/>
                </a:cubicBezTo>
                <a:cubicBezTo>
                  <a:pt x="9576" y="82206"/>
                  <a:pt x="9545" y="82267"/>
                  <a:pt x="9454" y="82084"/>
                </a:cubicBezTo>
                <a:cubicBezTo>
                  <a:pt x="9393" y="81841"/>
                  <a:pt x="9606" y="81811"/>
                  <a:pt x="9454" y="81537"/>
                </a:cubicBezTo>
                <a:cubicBezTo>
                  <a:pt x="9272" y="81324"/>
                  <a:pt x="9302" y="80868"/>
                  <a:pt x="9241" y="80777"/>
                </a:cubicBezTo>
                <a:cubicBezTo>
                  <a:pt x="9211" y="80716"/>
                  <a:pt x="9150" y="80473"/>
                  <a:pt x="9120" y="80382"/>
                </a:cubicBezTo>
                <a:cubicBezTo>
                  <a:pt x="9120" y="80291"/>
                  <a:pt x="8816" y="78923"/>
                  <a:pt x="8785" y="78893"/>
                </a:cubicBezTo>
                <a:cubicBezTo>
                  <a:pt x="8785" y="78862"/>
                  <a:pt x="8664" y="77707"/>
                  <a:pt x="8755" y="77039"/>
                </a:cubicBezTo>
                <a:cubicBezTo>
                  <a:pt x="8816" y="76339"/>
                  <a:pt x="9150" y="74759"/>
                  <a:pt x="8512" y="73482"/>
                </a:cubicBezTo>
                <a:cubicBezTo>
                  <a:pt x="7843" y="72236"/>
                  <a:pt x="7083" y="70899"/>
                  <a:pt x="7022" y="70838"/>
                </a:cubicBezTo>
                <a:cubicBezTo>
                  <a:pt x="6992" y="70716"/>
                  <a:pt x="6779" y="69987"/>
                  <a:pt x="6688" y="69926"/>
                </a:cubicBezTo>
                <a:cubicBezTo>
                  <a:pt x="6627" y="69835"/>
                  <a:pt x="6627" y="69622"/>
                  <a:pt x="6536" y="69592"/>
                </a:cubicBezTo>
                <a:cubicBezTo>
                  <a:pt x="6485" y="69541"/>
                  <a:pt x="6498" y="69426"/>
                  <a:pt x="6450" y="69426"/>
                </a:cubicBezTo>
                <a:cubicBezTo>
                  <a:pt x="6441" y="69426"/>
                  <a:pt x="6429" y="69430"/>
                  <a:pt x="6414" y="69440"/>
                </a:cubicBezTo>
                <a:cubicBezTo>
                  <a:pt x="6354" y="69440"/>
                  <a:pt x="7022" y="68437"/>
                  <a:pt x="7296" y="68254"/>
                </a:cubicBezTo>
                <a:cubicBezTo>
                  <a:pt x="7569" y="68072"/>
                  <a:pt x="8360" y="66734"/>
                  <a:pt x="9606" y="66157"/>
                </a:cubicBezTo>
                <a:cubicBezTo>
                  <a:pt x="10822" y="65579"/>
                  <a:pt x="11794" y="64971"/>
                  <a:pt x="12615" y="64212"/>
                </a:cubicBezTo>
                <a:cubicBezTo>
                  <a:pt x="13466" y="63452"/>
                  <a:pt x="14530" y="62206"/>
                  <a:pt x="14530" y="62205"/>
                </a:cubicBezTo>
                <a:lnTo>
                  <a:pt x="14530" y="62205"/>
                </a:lnTo>
                <a:cubicBezTo>
                  <a:pt x="14530" y="62206"/>
                  <a:pt x="14439" y="67981"/>
                  <a:pt x="14439" y="68771"/>
                </a:cubicBezTo>
                <a:cubicBezTo>
                  <a:pt x="14439" y="69592"/>
                  <a:pt x="14773" y="72175"/>
                  <a:pt x="15168" y="73118"/>
                </a:cubicBezTo>
                <a:cubicBezTo>
                  <a:pt x="15533" y="74060"/>
                  <a:pt x="16111" y="74698"/>
                  <a:pt x="18573" y="76461"/>
                </a:cubicBezTo>
                <a:cubicBezTo>
                  <a:pt x="21065" y="78254"/>
                  <a:pt x="24591" y="81476"/>
                  <a:pt x="24652" y="81507"/>
                </a:cubicBezTo>
                <a:cubicBezTo>
                  <a:pt x="24743" y="81537"/>
                  <a:pt x="26901" y="83878"/>
                  <a:pt x="27084" y="84212"/>
                </a:cubicBezTo>
                <a:cubicBezTo>
                  <a:pt x="27296" y="84546"/>
                  <a:pt x="27235" y="85154"/>
                  <a:pt x="27539" y="85276"/>
                </a:cubicBezTo>
                <a:cubicBezTo>
                  <a:pt x="27843" y="85397"/>
                  <a:pt x="27843" y="85337"/>
                  <a:pt x="27843" y="85580"/>
                </a:cubicBezTo>
                <a:cubicBezTo>
                  <a:pt x="27843" y="85762"/>
                  <a:pt x="27843" y="85762"/>
                  <a:pt x="27935" y="85853"/>
                </a:cubicBezTo>
                <a:cubicBezTo>
                  <a:pt x="27965" y="85914"/>
                  <a:pt x="28056" y="86036"/>
                  <a:pt x="28117" y="86066"/>
                </a:cubicBezTo>
                <a:cubicBezTo>
                  <a:pt x="28208" y="86066"/>
                  <a:pt x="28299" y="86127"/>
                  <a:pt x="28299" y="86127"/>
                </a:cubicBezTo>
                <a:cubicBezTo>
                  <a:pt x="28299" y="86127"/>
                  <a:pt x="28147" y="86279"/>
                  <a:pt x="28421" y="86826"/>
                </a:cubicBezTo>
                <a:cubicBezTo>
                  <a:pt x="28694" y="87373"/>
                  <a:pt x="28998" y="87890"/>
                  <a:pt x="28968" y="89379"/>
                </a:cubicBezTo>
                <a:cubicBezTo>
                  <a:pt x="28907" y="90869"/>
                  <a:pt x="28968" y="91628"/>
                  <a:pt x="28725" y="91841"/>
                </a:cubicBezTo>
                <a:cubicBezTo>
                  <a:pt x="28512" y="92084"/>
                  <a:pt x="28299" y="92267"/>
                  <a:pt x="28087" y="92388"/>
                </a:cubicBezTo>
                <a:cubicBezTo>
                  <a:pt x="27843" y="92449"/>
                  <a:pt x="27296" y="92388"/>
                  <a:pt x="27175" y="92571"/>
                </a:cubicBezTo>
                <a:cubicBezTo>
                  <a:pt x="27023" y="92753"/>
                  <a:pt x="27023" y="93483"/>
                  <a:pt x="27539" y="93635"/>
                </a:cubicBezTo>
                <a:cubicBezTo>
                  <a:pt x="27722" y="93685"/>
                  <a:pt x="27864" y="93702"/>
                  <a:pt x="27972" y="93702"/>
                </a:cubicBezTo>
                <a:cubicBezTo>
                  <a:pt x="28188" y="93702"/>
                  <a:pt x="28269" y="93635"/>
                  <a:pt x="28269" y="93635"/>
                </a:cubicBezTo>
                <a:cubicBezTo>
                  <a:pt x="28269" y="93635"/>
                  <a:pt x="28463" y="93829"/>
                  <a:pt x="28821" y="93829"/>
                </a:cubicBezTo>
                <a:cubicBezTo>
                  <a:pt x="28911" y="93829"/>
                  <a:pt x="29011" y="93817"/>
                  <a:pt x="29120" y="93787"/>
                </a:cubicBezTo>
                <a:cubicBezTo>
                  <a:pt x="29120" y="93787"/>
                  <a:pt x="29342" y="93889"/>
                  <a:pt x="29607" y="93889"/>
                </a:cubicBezTo>
                <a:cubicBezTo>
                  <a:pt x="29696" y="93889"/>
                  <a:pt x="29789" y="93878"/>
                  <a:pt x="29880" y="93847"/>
                </a:cubicBezTo>
                <a:lnTo>
                  <a:pt x="29910" y="93847"/>
                </a:lnTo>
                <a:cubicBezTo>
                  <a:pt x="29956" y="93824"/>
                  <a:pt x="30000" y="93815"/>
                  <a:pt x="30043" y="93815"/>
                </a:cubicBezTo>
                <a:cubicBezTo>
                  <a:pt x="30203" y="93815"/>
                  <a:pt x="30345" y="93943"/>
                  <a:pt x="30514" y="93943"/>
                </a:cubicBezTo>
                <a:cubicBezTo>
                  <a:pt x="30598" y="93943"/>
                  <a:pt x="30689" y="93911"/>
                  <a:pt x="30792" y="93817"/>
                </a:cubicBezTo>
                <a:cubicBezTo>
                  <a:pt x="30792" y="93817"/>
                  <a:pt x="30936" y="93889"/>
                  <a:pt x="31123" y="93889"/>
                </a:cubicBezTo>
                <a:cubicBezTo>
                  <a:pt x="31320" y="93889"/>
                  <a:pt x="31563" y="93809"/>
                  <a:pt x="31734" y="93483"/>
                </a:cubicBezTo>
                <a:cubicBezTo>
                  <a:pt x="32038" y="92844"/>
                  <a:pt x="32160" y="92905"/>
                  <a:pt x="32372" y="92753"/>
                </a:cubicBezTo>
                <a:cubicBezTo>
                  <a:pt x="32616" y="92571"/>
                  <a:pt x="33011" y="92267"/>
                  <a:pt x="33102" y="90565"/>
                </a:cubicBezTo>
                <a:cubicBezTo>
                  <a:pt x="33132" y="88832"/>
                  <a:pt x="33527" y="88194"/>
                  <a:pt x="33619" y="87981"/>
                </a:cubicBezTo>
                <a:cubicBezTo>
                  <a:pt x="33710" y="87738"/>
                  <a:pt x="34804" y="86157"/>
                  <a:pt x="33740" y="85276"/>
                </a:cubicBezTo>
                <a:cubicBezTo>
                  <a:pt x="32676" y="84364"/>
                  <a:pt x="31187" y="83574"/>
                  <a:pt x="31187" y="83574"/>
                </a:cubicBezTo>
                <a:cubicBezTo>
                  <a:pt x="31187" y="83574"/>
                  <a:pt x="31430" y="83513"/>
                  <a:pt x="31005" y="83148"/>
                </a:cubicBezTo>
                <a:cubicBezTo>
                  <a:pt x="30579" y="82753"/>
                  <a:pt x="29789" y="81932"/>
                  <a:pt x="29454" y="81233"/>
                </a:cubicBezTo>
                <a:cubicBezTo>
                  <a:pt x="29120" y="80595"/>
                  <a:pt x="28117" y="78710"/>
                  <a:pt x="27965" y="78498"/>
                </a:cubicBezTo>
                <a:cubicBezTo>
                  <a:pt x="27813" y="78315"/>
                  <a:pt x="27084" y="76583"/>
                  <a:pt x="26172" y="75519"/>
                </a:cubicBezTo>
                <a:cubicBezTo>
                  <a:pt x="25260" y="74394"/>
                  <a:pt x="23801" y="73239"/>
                  <a:pt x="22798" y="72540"/>
                </a:cubicBezTo>
                <a:cubicBezTo>
                  <a:pt x="21825" y="71871"/>
                  <a:pt x="21430" y="71598"/>
                  <a:pt x="21369" y="71507"/>
                </a:cubicBezTo>
                <a:cubicBezTo>
                  <a:pt x="21278" y="71446"/>
                  <a:pt x="21004" y="70807"/>
                  <a:pt x="21004" y="70595"/>
                </a:cubicBezTo>
                <a:cubicBezTo>
                  <a:pt x="21004" y="70412"/>
                  <a:pt x="21460" y="68224"/>
                  <a:pt x="21582" y="67707"/>
                </a:cubicBezTo>
                <a:cubicBezTo>
                  <a:pt x="21703" y="67221"/>
                  <a:pt x="22585" y="65093"/>
                  <a:pt x="22737" y="63604"/>
                </a:cubicBezTo>
                <a:cubicBezTo>
                  <a:pt x="22919" y="62145"/>
                  <a:pt x="23345" y="61142"/>
                  <a:pt x="23588" y="60230"/>
                </a:cubicBezTo>
                <a:cubicBezTo>
                  <a:pt x="23831" y="59318"/>
                  <a:pt x="25685" y="52752"/>
                  <a:pt x="22190" y="49075"/>
                </a:cubicBezTo>
                <a:cubicBezTo>
                  <a:pt x="22190" y="49075"/>
                  <a:pt x="21521" y="48345"/>
                  <a:pt x="21308" y="48102"/>
                </a:cubicBezTo>
                <a:cubicBezTo>
                  <a:pt x="21156" y="47889"/>
                  <a:pt x="21004" y="47646"/>
                  <a:pt x="20974" y="47555"/>
                </a:cubicBezTo>
                <a:cubicBezTo>
                  <a:pt x="20945" y="47438"/>
                  <a:pt x="20832" y="47127"/>
                  <a:pt x="20690" y="47127"/>
                </a:cubicBezTo>
                <a:cubicBezTo>
                  <a:pt x="20683" y="47127"/>
                  <a:pt x="20677" y="47128"/>
                  <a:pt x="20670" y="47129"/>
                </a:cubicBezTo>
                <a:cubicBezTo>
                  <a:pt x="20670" y="47129"/>
                  <a:pt x="20488" y="46369"/>
                  <a:pt x="20488" y="46065"/>
                </a:cubicBezTo>
                <a:lnTo>
                  <a:pt x="20488" y="45731"/>
                </a:lnTo>
                <a:cubicBezTo>
                  <a:pt x="20488" y="45731"/>
                  <a:pt x="20546" y="45751"/>
                  <a:pt x="20603" y="45751"/>
                </a:cubicBezTo>
                <a:cubicBezTo>
                  <a:pt x="20669" y="45751"/>
                  <a:pt x="20733" y="45724"/>
                  <a:pt x="20700" y="45610"/>
                </a:cubicBezTo>
                <a:cubicBezTo>
                  <a:pt x="20670" y="45366"/>
                  <a:pt x="20366" y="44090"/>
                  <a:pt x="20670" y="43695"/>
                </a:cubicBezTo>
                <a:cubicBezTo>
                  <a:pt x="20974" y="43360"/>
                  <a:pt x="21278" y="42904"/>
                  <a:pt x="21430" y="42600"/>
                </a:cubicBezTo>
                <a:cubicBezTo>
                  <a:pt x="21582" y="42296"/>
                  <a:pt x="22129" y="41476"/>
                  <a:pt x="22372" y="41324"/>
                </a:cubicBezTo>
                <a:cubicBezTo>
                  <a:pt x="22646" y="41202"/>
                  <a:pt x="23527" y="40929"/>
                  <a:pt x="23588" y="40564"/>
                </a:cubicBezTo>
                <a:cubicBezTo>
                  <a:pt x="23679" y="40229"/>
                  <a:pt x="23831" y="40047"/>
                  <a:pt x="23892" y="39986"/>
                </a:cubicBezTo>
                <a:cubicBezTo>
                  <a:pt x="24014" y="39926"/>
                  <a:pt x="27235" y="36460"/>
                  <a:pt x="26901" y="34394"/>
                </a:cubicBezTo>
                <a:cubicBezTo>
                  <a:pt x="26567" y="32357"/>
                  <a:pt x="26324" y="32752"/>
                  <a:pt x="26567" y="32357"/>
                </a:cubicBezTo>
                <a:cubicBezTo>
                  <a:pt x="26780" y="31962"/>
                  <a:pt x="26536" y="31597"/>
                  <a:pt x="26324" y="31597"/>
                </a:cubicBezTo>
                <a:cubicBezTo>
                  <a:pt x="26141" y="31536"/>
                  <a:pt x="26141" y="31324"/>
                  <a:pt x="26141" y="31324"/>
                </a:cubicBezTo>
                <a:cubicBezTo>
                  <a:pt x="26141" y="31324"/>
                  <a:pt x="26172" y="30290"/>
                  <a:pt x="26476" y="30047"/>
                </a:cubicBezTo>
                <a:cubicBezTo>
                  <a:pt x="26749" y="29773"/>
                  <a:pt x="27327" y="29317"/>
                  <a:pt x="27327" y="29317"/>
                </a:cubicBezTo>
                <a:lnTo>
                  <a:pt x="28087" y="30746"/>
                </a:lnTo>
                <a:lnTo>
                  <a:pt x="28421" y="30716"/>
                </a:lnTo>
                <a:lnTo>
                  <a:pt x="28178" y="30989"/>
                </a:lnTo>
                <a:lnTo>
                  <a:pt x="29302" y="33390"/>
                </a:lnTo>
                <a:lnTo>
                  <a:pt x="30549" y="32661"/>
                </a:lnTo>
                <a:lnTo>
                  <a:pt x="29667" y="33786"/>
                </a:lnTo>
                <a:lnTo>
                  <a:pt x="31369" y="35153"/>
                </a:lnTo>
                <a:lnTo>
                  <a:pt x="32129" y="34394"/>
                </a:lnTo>
                <a:lnTo>
                  <a:pt x="31734" y="35275"/>
                </a:lnTo>
                <a:lnTo>
                  <a:pt x="34075" y="34910"/>
                </a:lnTo>
                <a:lnTo>
                  <a:pt x="34865" y="33482"/>
                </a:lnTo>
                <a:lnTo>
                  <a:pt x="34682" y="34363"/>
                </a:lnTo>
                <a:cubicBezTo>
                  <a:pt x="34682" y="34363"/>
                  <a:pt x="36689" y="31871"/>
                  <a:pt x="36628" y="29986"/>
                </a:cubicBezTo>
                <a:cubicBezTo>
                  <a:pt x="36537" y="28132"/>
                  <a:pt x="36962" y="25731"/>
                  <a:pt x="36233" y="24363"/>
                </a:cubicBezTo>
                <a:cubicBezTo>
                  <a:pt x="35534" y="22995"/>
                  <a:pt x="34713" y="20868"/>
                  <a:pt x="32433" y="20503"/>
                </a:cubicBezTo>
                <a:cubicBezTo>
                  <a:pt x="32408" y="20503"/>
                  <a:pt x="30999" y="19981"/>
                  <a:pt x="30113" y="19981"/>
                </a:cubicBezTo>
                <a:cubicBezTo>
                  <a:pt x="29908" y="19981"/>
                  <a:pt x="29732" y="20009"/>
                  <a:pt x="29606" y="20077"/>
                </a:cubicBezTo>
                <a:cubicBezTo>
                  <a:pt x="28967" y="20438"/>
                  <a:pt x="28582" y="20723"/>
                  <a:pt x="28312" y="20723"/>
                </a:cubicBezTo>
                <a:cubicBezTo>
                  <a:pt x="28287" y="20723"/>
                  <a:pt x="28262" y="20721"/>
                  <a:pt x="28239" y="20716"/>
                </a:cubicBezTo>
                <a:cubicBezTo>
                  <a:pt x="28017" y="20691"/>
                  <a:pt x="26822" y="20269"/>
                  <a:pt x="26293" y="20269"/>
                </a:cubicBezTo>
                <a:cubicBezTo>
                  <a:pt x="26167" y="20269"/>
                  <a:pt x="26079" y="20293"/>
                  <a:pt x="26050" y="20351"/>
                </a:cubicBezTo>
                <a:cubicBezTo>
                  <a:pt x="25959" y="20685"/>
                  <a:pt x="25837" y="21232"/>
                  <a:pt x="25837" y="21232"/>
                </a:cubicBezTo>
                <a:cubicBezTo>
                  <a:pt x="25837" y="21232"/>
                  <a:pt x="25594" y="21445"/>
                  <a:pt x="25351" y="21445"/>
                </a:cubicBezTo>
                <a:cubicBezTo>
                  <a:pt x="25077" y="21445"/>
                  <a:pt x="24895" y="21627"/>
                  <a:pt x="24956" y="21901"/>
                </a:cubicBezTo>
                <a:cubicBezTo>
                  <a:pt x="24956" y="21901"/>
                  <a:pt x="24764" y="21657"/>
                  <a:pt x="24566" y="21657"/>
                </a:cubicBezTo>
                <a:cubicBezTo>
                  <a:pt x="24502" y="21657"/>
                  <a:pt x="24437" y="21682"/>
                  <a:pt x="24378" y="21749"/>
                </a:cubicBezTo>
                <a:cubicBezTo>
                  <a:pt x="24166" y="22023"/>
                  <a:pt x="23983" y="22175"/>
                  <a:pt x="23770" y="22175"/>
                </a:cubicBezTo>
                <a:cubicBezTo>
                  <a:pt x="23761" y="22175"/>
                  <a:pt x="23749" y="22174"/>
                  <a:pt x="23733" y="22174"/>
                </a:cubicBezTo>
                <a:cubicBezTo>
                  <a:pt x="23495" y="22174"/>
                  <a:pt x="22579" y="22201"/>
                  <a:pt x="22950" y="23086"/>
                </a:cubicBezTo>
                <a:cubicBezTo>
                  <a:pt x="23284" y="24029"/>
                  <a:pt x="23983" y="25214"/>
                  <a:pt x="23770" y="25852"/>
                </a:cubicBezTo>
                <a:cubicBezTo>
                  <a:pt x="23588" y="26491"/>
                  <a:pt x="22707" y="27068"/>
                  <a:pt x="22646" y="27099"/>
                </a:cubicBezTo>
                <a:cubicBezTo>
                  <a:pt x="22555" y="27190"/>
                  <a:pt x="21947" y="27615"/>
                  <a:pt x="21947" y="27615"/>
                </a:cubicBezTo>
                <a:cubicBezTo>
                  <a:pt x="21947" y="27615"/>
                  <a:pt x="21278" y="27190"/>
                  <a:pt x="20974" y="27190"/>
                </a:cubicBezTo>
                <a:cubicBezTo>
                  <a:pt x="20670" y="27190"/>
                  <a:pt x="20396" y="26795"/>
                  <a:pt x="20427" y="26612"/>
                </a:cubicBezTo>
                <a:cubicBezTo>
                  <a:pt x="20427" y="26430"/>
                  <a:pt x="20822" y="25518"/>
                  <a:pt x="19728" y="24819"/>
                </a:cubicBezTo>
                <a:cubicBezTo>
                  <a:pt x="19292" y="24570"/>
                  <a:pt x="19119" y="24488"/>
                  <a:pt x="19071" y="24488"/>
                </a:cubicBezTo>
                <a:cubicBezTo>
                  <a:pt x="19024" y="24488"/>
                  <a:pt x="19091" y="24562"/>
                  <a:pt x="19150" y="24637"/>
                </a:cubicBezTo>
                <a:cubicBezTo>
                  <a:pt x="18968" y="24454"/>
                  <a:pt x="18451" y="23998"/>
                  <a:pt x="17934" y="23360"/>
                </a:cubicBezTo>
                <a:cubicBezTo>
                  <a:pt x="17235" y="22509"/>
                  <a:pt x="16415" y="21384"/>
                  <a:pt x="16111" y="21080"/>
                </a:cubicBezTo>
                <a:cubicBezTo>
                  <a:pt x="15824" y="20794"/>
                  <a:pt x="15404" y="19699"/>
                  <a:pt x="15279" y="19699"/>
                </a:cubicBezTo>
                <a:cubicBezTo>
                  <a:pt x="15271" y="19699"/>
                  <a:pt x="15265" y="19704"/>
                  <a:pt x="15260" y="19712"/>
                </a:cubicBezTo>
                <a:cubicBezTo>
                  <a:pt x="15260" y="19712"/>
                  <a:pt x="15077" y="19196"/>
                  <a:pt x="14621" y="18132"/>
                </a:cubicBezTo>
                <a:cubicBezTo>
                  <a:pt x="14165" y="17068"/>
                  <a:pt x="13253" y="15822"/>
                  <a:pt x="13253" y="15822"/>
                </a:cubicBezTo>
                <a:cubicBezTo>
                  <a:pt x="13253" y="15822"/>
                  <a:pt x="13041" y="15457"/>
                  <a:pt x="13101" y="14728"/>
                </a:cubicBezTo>
                <a:cubicBezTo>
                  <a:pt x="13132" y="13998"/>
                  <a:pt x="14257" y="9317"/>
                  <a:pt x="14500" y="8345"/>
                </a:cubicBezTo>
                <a:cubicBezTo>
                  <a:pt x="14773" y="7341"/>
                  <a:pt x="15168" y="5882"/>
                  <a:pt x="15412" y="5609"/>
                </a:cubicBezTo>
                <a:cubicBezTo>
                  <a:pt x="15639" y="5382"/>
                  <a:pt x="15677" y="5259"/>
                  <a:pt x="15788" y="5259"/>
                </a:cubicBezTo>
                <a:cubicBezTo>
                  <a:pt x="15811" y="5259"/>
                  <a:pt x="15837" y="5264"/>
                  <a:pt x="15868" y="5275"/>
                </a:cubicBezTo>
                <a:cubicBezTo>
                  <a:pt x="15900" y="5279"/>
                  <a:pt x="15952" y="5281"/>
                  <a:pt x="16020" y="5281"/>
                </a:cubicBezTo>
                <a:cubicBezTo>
                  <a:pt x="16285" y="5281"/>
                  <a:pt x="16781" y="5253"/>
                  <a:pt x="17182" y="5253"/>
                </a:cubicBezTo>
                <a:cubicBezTo>
                  <a:pt x="17360" y="5253"/>
                  <a:pt x="17519" y="5259"/>
                  <a:pt x="17630" y="5275"/>
                </a:cubicBezTo>
                <a:cubicBezTo>
                  <a:pt x="18056" y="5305"/>
                  <a:pt x="18603" y="5275"/>
                  <a:pt x="18998" y="5335"/>
                </a:cubicBezTo>
                <a:cubicBezTo>
                  <a:pt x="19106" y="5362"/>
                  <a:pt x="19200" y="5371"/>
                  <a:pt x="19282" y="5371"/>
                </a:cubicBezTo>
                <a:cubicBezTo>
                  <a:pt x="19417" y="5371"/>
                  <a:pt x="19519" y="5348"/>
                  <a:pt x="19590" y="5348"/>
                </a:cubicBezTo>
                <a:cubicBezTo>
                  <a:pt x="19621" y="5348"/>
                  <a:pt x="19647" y="5352"/>
                  <a:pt x="19667" y="5366"/>
                </a:cubicBezTo>
                <a:cubicBezTo>
                  <a:pt x="19780" y="5434"/>
                  <a:pt x="20096" y="5738"/>
                  <a:pt x="20287" y="5738"/>
                </a:cubicBezTo>
                <a:cubicBezTo>
                  <a:pt x="20353" y="5738"/>
                  <a:pt x="20404" y="5702"/>
                  <a:pt x="20427" y="5609"/>
                </a:cubicBezTo>
                <a:cubicBezTo>
                  <a:pt x="20548" y="5183"/>
                  <a:pt x="20518" y="4849"/>
                  <a:pt x="19819" y="4667"/>
                </a:cubicBezTo>
                <a:cubicBezTo>
                  <a:pt x="19150" y="4515"/>
                  <a:pt x="18664" y="4424"/>
                  <a:pt x="18573" y="4393"/>
                </a:cubicBezTo>
                <a:cubicBezTo>
                  <a:pt x="18512" y="4363"/>
                  <a:pt x="18360" y="4211"/>
                  <a:pt x="18451" y="4089"/>
                </a:cubicBezTo>
                <a:cubicBezTo>
                  <a:pt x="18531" y="3982"/>
                  <a:pt x="18564" y="3805"/>
                  <a:pt x="18840" y="3805"/>
                </a:cubicBezTo>
                <a:cubicBezTo>
                  <a:pt x="18878" y="3805"/>
                  <a:pt x="18920" y="3808"/>
                  <a:pt x="18968" y="3816"/>
                </a:cubicBezTo>
                <a:cubicBezTo>
                  <a:pt x="19086" y="3845"/>
                  <a:pt x="19233" y="3865"/>
                  <a:pt x="19373" y="3865"/>
                </a:cubicBezTo>
                <a:cubicBezTo>
                  <a:pt x="19664" y="3865"/>
                  <a:pt x="19922" y="3779"/>
                  <a:pt x="19819" y="3512"/>
                </a:cubicBezTo>
                <a:lnTo>
                  <a:pt x="19819" y="3512"/>
                </a:lnTo>
                <a:cubicBezTo>
                  <a:pt x="19819" y="3512"/>
                  <a:pt x="19941" y="3542"/>
                  <a:pt x="20366" y="3603"/>
                </a:cubicBezTo>
                <a:cubicBezTo>
                  <a:pt x="20386" y="3604"/>
                  <a:pt x="20406" y="3605"/>
                  <a:pt x="20425" y="3605"/>
                </a:cubicBezTo>
                <a:cubicBezTo>
                  <a:pt x="20814" y="3605"/>
                  <a:pt x="21032" y="3321"/>
                  <a:pt x="20974" y="3147"/>
                </a:cubicBezTo>
                <a:cubicBezTo>
                  <a:pt x="20944" y="2934"/>
                  <a:pt x="20336" y="2934"/>
                  <a:pt x="19971" y="2782"/>
                </a:cubicBezTo>
                <a:cubicBezTo>
                  <a:pt x="19637" y="2691"/>
                  <a:pt x="19454" y="2569"/>
                  <a:pt x="19454" y="2569"/>
                </a:cubicBezTo>
                <a:cubicBezTo>
                  <a:pt x="19454" y="2569"/>
                  <a:pt x="19606" y="2478"/>
                  <a:pt x="20427" y="2417"/>
                </a:cubicBezTo>
                <a:cubicBezTo>
                  <a:pt x="21278" y="2326"/>
                  <a:pt x="21582" y="2113"/>
                  <a:pt x="21582" y="1870"/>
                </a:cubicBezTo>
                <a:cubicBezTo>
                  <a:pt x="21582" y="1658"/>
                  <a:pt x="21430" y="1627"/>
                  <a:pt x="21339" y="1566"/>
                </a:cubicBezTo>
                <a:cubicBezTo>
                  <a:pt x="21333" y="1564"/>
                  <a:pt x="21321" y="1562"/>
                  <a:pt x="21303" y="1562"/>
                </a:cubicBezTo>
                <a:cubicBezTo>
                  <a:pt x="21125" y="1562"/>
                  <a:pt x="20396" y="1688"/>
                  <a:pt x="20396" y="1688"/>
                </a:cubicBezTo>
                <a:cubicBezTo>
                  <a:pt x="20396" y="1688"/>
                  <a:pt x="20974" y="928"/>
                  <a:pt x="21156" y="654"/>
                </a:cubicBezTo>
                <a:cubicBezTo>
                  <a:pt x="21301" y="462"/>
                  <a:pt x="21369" y="1"/>
                  <a:pt x="2113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7" name="Google Shape;1387;p179"/>
          <p:cNvSpPr/>
          <p:nvPr/>
        </p:nvSpPr>
        <p:spPr>
          <a:xfrm>
            <a:off x="7083600" y="1705625"/>
            <a:ext cx="1746040" cy="4437632"/>
          </a:xfrm>
          <a:custGeom>
            <a:rect b="b" l="l" r="r" t="t"/>
            <a:pathLst>
              <a:path extrusionOk="0" h="93943" w="36963">
                <a:moveTo>
                  <a:pt x="10974" y="20685"/>
                </a:moveTo>
                <a:cubicBezTo>
                  <a:pt x="10974" y="20685"/>
                  <a:pt x="11794" y="22691"/>
                  <a:pt x="11855" y="22813"/>
                </a:cubicBezTo>
                <a:cubicBezTo>
                  <a:pt x="11946" y="22934"/>
                  <a:pt x="11217" y="24424"/>
                  <a:pt x="11217" y="24789"/>
                </a:cubicBezTo>
                <a:cubicBezTo>
                  <a:pt x="11217" y="25160"/>
                  <a:pt x="11405" y="25584"/>
                  <a:pt x="11679" y="25584"/>
                </a:cubicBezTo>
                <a:cubicBezTo>
                  <a:pt x="11697" y="25584"/>
                  <a:pt x="11715" y="25583"/>
                  <a:pt x="11734" y="25579"/>
                </a:cubicBezTo>
                <a:cubicBezTo>
                  <a:pt x="11807" y="25572"/>
                  <a:pt x="11874" y="25566"/>
                  <a:pt x="11938" y="25566"/>
                </a:cubicBezTo>
                <a:cubicBezTo>
                  <a:pt x="12138" y="25566"/>
                  <a:pt x="12294" y="25621"/>
                  <a:pt x="12433" y="25852"/>
                </a:cubicBezTo>
                <a:cubicBezTo>
                  <a:pt x="12615" y="26156"/>
                  <a:pt x="13405" y="27403"/>
                  <a:pt x="13405" y="27403"/>
                </a:cubicBezTo>
                <a:lnTo>
                  <a:pt x="12554" y="29166"/>
                </a:lnTo>
                <a:lnTo>
                  <a:pt x="12342" y="29378"/>
                </a:lnTo>
                <a:lnTo>
                  <a:pt x="11339" y="27099"/>
                </a:lnTo>
                <a:cubicBezTo>
                  <a:pt x="11339" y="27099"/>
                  <a:pt x="10275" y="23542"/>
                  <a:pt x="10123" y="22782"/>
                </a:cubicBezTo>
                <a:cubicBezTo>
                  <a:pt x="9971" y="22023"/>
                  <a:pt x="9819" y="21475"/>
                  <a:pt x="10032" y="21293"/>
                </a:cubicBezTo>
                <a:cubicBezTo>
                  <a:pt x="10214" y="21080"/>
                  <a:pt x="10974" y="20685"/>
                  <a:pt x="10974" y="20685"/>
                </a:cubicBezTo>
                <a:close/>
                <a:moveTo>
                  <a:pt x="21133" y="1"/>
                </a:moveTo>
                <a:cubicBezTo>
                  <a:pt x="21072" y="1"/>
                  <a:pt x="20990" y="32"/>
                  <a:pt x="20883" y="107"/>
                </a:cubicBezTo>
                <a:cubicBezTo>
                  <a:pt x="20396" y="442"/>
                  <a:pt x="19120" y="1658"/>
                  <a:pt x="19120" y="1658"/>
                </a:cubicBezTo>
                <a:lnTo>
                  <a:pt x="18573" y="1961"/>
                </a:lnTo>
                <a:cubicBezTo>
                  <a:pt x="18542" y="1961"/>
                  <a:pt x="17874" y="1992"/>
                  <a:pt x="17539" y="2083"/>
                </a:cubicBezTo>
                <a:cubicBezTo>
                  <a:pt x="17235" y="2144"/>
                  <a:pt x="16384" y="2600"/>
                  <a:pt x="15959" y="2752"/>
                </a:cubicBezTo>
                <a:cubicBezTo>
                  <a:pt x="15533" y="2904"/>
                  <a:pt x="15016" y="3025"/>
                  <a:pt x="14257" y="3816"/>
                </a:cubicBezTo>
                <a:cubicBezTo>
                  <a:pt x="13497" y="4606"/>
                  <a:pt x="13405" y="5031"/>
                  <a:pt x="13162" y="5639"/>
                </a:cubicBezTo>
                <a:cubicBezTo>
                  <a:pt x="12889" y="6247"/>
                  <a:pt x="11855" y="7858"/>
                  <a:pt x="11339" y="9226"/>
                </a:cubicBezTo>
                <a:cubicBezTo>
                  <a:pt x="10761" y="10594"/>
                  <a:pt x="9393" y="14393"/>
                  <a:pt x="9424" y="14849"/>
                </a:cubicBezTo>
                <a:cubicBezTo>
                  <a:pt x="9454" y="15305"/>
                  <a:pt x="9728" y="15700"/>
                  <a:pt x="9849" y="15974"/>
                </a:cubicBezTo>
                <a:cubicBezTo>
                  <a:pt x="9971" y="16247"/>
                  <a:pt x="10123" y="17038"/>
                  <a:pt x="10123" y="17038"/>
                </a:cubicBezTo>
                <a:cubicBezTo>
                  <a:pt x="10123" y="17038"/>
                  <a:pt x="9728" y="17068"/>
                  <a:pt x="9545" y="17494"/>
                </a:cubicBezTo>
                <a:cubicBezTo>
                  <a:pt x="9363" y="17919"/>
                  <a:pt x="9120" y="18497"/>
                  <a:pt x="8816" y="18831"/>
                </a:cubicBezTo>
                <a:cubicBezTo>
                  <a:pt x="8512" y="19165"/>
                  <a:pt x="7873" y="19895"/>
                  <a:pt x="7843" y="21293"/>
                </a:cubicBezTo>
                <a:cubicBezTo>
                  <a:pt x="7782" y="22691"/>
                  <a:pt x="7995" y="23907"/>
                  <a:pt x="8056" y="24150"/>
                </a:cubicBezTo>
                <a:cubicBezTo>
                  <a:pt x="8147" y="24363"/>
                  <a:pt x="8481" y="29074"/>
                  <a:pt x="8542" y="29621"/>
                </a:cubicBezTo>
                <a:cubicBezTo>
                  <a:pt x="8633" y="30138"/>
                  <a:pt x="9211" y="31780"/>
                  <a:pt x="9241" y="32053"/>
                </a:cubicBezTo>
                <a:cubicBezTo>
                  <a:pt x="9272" y="32327"/>
                  <a:pt x="9515" y="33239"/>
                  <a:pt x="9910" y="33330"/>
                </a:cubicBezTo>
                <a:cubicBezTo>
                  <a:pt x="9910" y="33330"/>
                  <a:pt x="8846" y="35062"/>
                  <a:pt x="8846" y="35123"/>
                </a:cubicBezTo>
                <a:cubicBezTo>
                  <a:pt x="8846" y="35214"/>
                  <a:pt x="8025" y="36217"/>
                  <a:pt x="8208" y="36521"/>
                </a:cubicBezTo>
                <a:cubicBezTo>
                  <a:pt x="8390" y="36825"/>
                  <a:pt x="9363" y="38102"/>
                  <a:pt x="9393" y="38163"/>
                </a:cubicBezTo>
                <a:lnTo>
                  <a:pt x="9424" y="38254"/>
                </a:lnTo>
                <a:cubicBezTo>
                  <a:pt x="9424" y="38254"/>
                  <a:pt x="9363" y="39105"/>
                  <a:pt x="9454" y="39682"/>
                </a:cubicBezTo>
                <a:cubicBezTo>
                  <a:pt x="9576" y="40260"/>
                  <a:pt x="9606" y="41050"/>
                  <a:pt x="9667" y="41385"/>
                </a:cubicBezTo>
                <a:cubicBezTo>
                  <a:pt x="9697" y="41749"/>
                  <a:pt x="10214" y="48679"/>
                  <a:pt x="10214" y="48679"/>
                </a:cubicBezTo>
                <a:cubicBezTo>
                  <a:pt x="10214" y="48679"/>
                  <a:pt x="10164" y="48564"/>
                  <a:pt x="10138" y="48564"/>
                </a:cubicBezTo>
                <a:cubicBezTo>
                  <a:pt x="10129" y="48564"/>
                  <a:pt x="10123" y="48579"/>
                  <a:pt x="10123" y="48619"/>
                </a:cubicBezTo>
                <a:cubicBezTo>
                  <a:pt x="10153" y="48801"/>
                  <a:pt x="10032" y="49713"/>
                  <a:pt x="10275" y="50199"/>
                </a:cubicBezTo>
                <a:cubicBezTo>
                  <a:pt x="10457" y="50716"/>
                  <a:pt x="10487" y="51263"/>
                  <a:pt x="10487" y="51385"/>
                </a:cubicBezTo>
                <a:cubicBezTo>
                  <a:pt x="10487" y="51506"/>
                  <a:pt x="10609" y="51658"/>
                  <a:pt x="10609" y="51689"/>
                </a:cubicBezTo>
                <a:cubicBezTo>
                  <a:pt x="10639" y="51780"/>
                  <a:pt x="10487" y="52752"/>
                  <a:pt x="10457" y="52783"/>
                </a:cubicBezTo>
                <a:cubicBezTo>
                  <a:pt x="10427" y="52844"/>
                  <a:pt x="10366" y="52935"/>
                  <a:pt x="9606" y="53786"/>
                </a:cubicBezTo>
                <a:cubicBezTo>
                  <a:pt x="8846" y="54667"/>
                  <a:pt x="6566" y="56825"/>
                  <a:pt x="6080" y="57585"/>
                </a:cubicBezTo>
                <a:cubicBezTo>
                  <a:pt x="5594" y="58345"/>
                  <a:pt x="5290" y="58680"/>
                  <a:pt x="4712" y="59470"/>
                </a:cubicBezTo>
                <a:cubicBezTo>
                  <a:pt x="4135" y="60291"/>
                  <a:pt x="2311" y="63057"/>
                  <a:pt x="1825" y="63938"/>
                </a:cubicBezTo>
                <a:cubicBezTo>
                  <a:pt x="1217" y="64850"/>
                  <a:pt x="1" y="66917"/>
                  <a:pt x="31" y="68072"/>
                </a:cubicBezTo>
                <a:cubicBezTo>
                  <a:pt x="31" y="69196"/>
                  <a:pt x="730" y="70412"/>
                  <a:pt x="913" y="70777"/>
                </a:cubicBezTo>
                <a:cubicBezTo>
                  <a:pt x="1095" y="71111"/>
                  <a:pt x="1369" y="72023"/>
                  <a:pt x="1764" y="72966"/>
                </a:cubicBezTo>
                <a:cubicBezTo>
                  <a:pt x="2129" y="73908"/>
                  <a:pt x="2706" y="75701"/>
                  <a:pt x="3314" y="77039"/>
                </a:cubicBezTo>
                <a:cubicBezTo>
                  <a:pt x="3922" y="78376"/>
                  <a:pt x="4560" y="79470"/>
                  <a:pt x="4864" y="80412"/>
                </a:cubicBezTo>
                <a:cubicBezTo>
                  <a:pt x="5168" y="81324"/>
                  <a:pt x="5290" y="81567"/>
                  <a:pt x="5290" y="81567"/>
                </a:cubicBezTo>
                <a:cubicBezTo>
                  <a:pt x="5290" y="81567"/>
                  <a:pt x="5290" y="81902"/>
                  <a:pt x="5351" y="81963"/>
                </a:cubicBezTo>
                <a:cubicBezTo>
                  <a:pt x="5442" y="82084"/>
                  <a:pt x="5563" y="82084"/>
                  <a:pt x="5563" y="82327"/>
                </a:cubicBezTo>
                <a:cubicBezTo>
                  <a:pt x="5563" y="82571"/>
                  <a:pt x="5563" y="82814"/>
                  <a:pt x="5624" y="82935"/>
                </a:cubicBezTo>
                <a:cubicBezTo>
                  <a:pt x="5715" y="83026"/>
                  <a:pt x="5746" y="83118"/>
                  <a:pt x="5746" y="83300"/>
                </a:cubicBezTo>
                <a:cubicBezTo>
                  <a:pt x="5746" y="83482"/>
                  <a:pt x="5776" y="83543"/>
                  <a:pt x="5746" y="83634"/>
                </a:cubicBezTo>
                <a:cubicBezTo>
                  <a:pt x="5746" y="83756"/>
                  <a:pt x="5655" y="83908"/>
                  <a:pt x="5715" y="84030"/>
                </a:cubicBezTo>
                <a:cubicBezTo>
                  <a:pt x="5746" y="84090"/>
                  <a:pt x="5928" y="84181"/>
                  <a:pt x="5928" y="84181"/>
                </a:cubicBezTo>
                <a:cubicBezTo>
                  <a:pt x="5928" y="84181"/>
                  <a:pt x="5928" y="84303"/>
                  <a:pt x="6050" y="84820"/>
                </a:cubicBezTo>
                <a:cubicBezTo>
                  <a:pt x="6202" y="85397"/>
                  <a:pt x="6262" y="85884"/>
                  <a:pt x="6232" y="86522"/>
                </a:cubicBezTo>
                <a:cubicBezTo>
                  <a:pt x="6202" y="87160"/>
                  <a:pt x="6050" y="87707"/>
                  <a:pt x="6171" y="88893"/>
                </a:cubicBezTo>
                <a:cubicBezTo>
                  <a:pt x="6262" y="90017"/>
                  <a:pt x="6202" y="90534"/>
                  <a:pt x="6110" y="90595"/>
                </a:cubicBezTo>
                <a:cubicBezTo>
                  <a:pt x="6080" y="90656"/>
                  <a:pt x="5503" y="90838"/>
                  <a:pt x="5199" y="90899"/>
                </a:cubicBezTo>
                <a:cubicBezTo>
                  <a:pt x="4955" y="90960"/>
                  <a:pt x="4743" y="91142"/>
                  <a:pt x="4682" y="91172"/>
                </a:cubicBezTo>
                <a:cubicBezTo>
                  <a:pt x="4675" y="91174"/>
                  <a:pt x="4667" y="91175"/>
                  <a:pt x="4658" y="91175"/>
                </a:cubicBezTo>
                <a:cubicBezTo>
                  <a:pt x="4581" y="91175"/>
                  <a:pt x="4423" y="91119"/>
                  <a:pt x="4275" y="91119"/>
                </a:cubicBezTo>
                <a:cubicBezTo>
                  <a:pt x="4130" y="91119"/>
                  <a:pt x="3995" y="91172"/>
                  <a:pt x="3952" y="91385"/>
                </a:cubicBezTo>
                <a:cubicBezTo>
                  <a:pt x="3892" y="91841"/>
                  <a:pt x="4135" y="92297"/>
                  <a:pt x="4864" y="92297"/>
                </a:cubicBezTo>
                <a:cubicBezTo>
                  <a:pt x="5563" y="92297"/>
                  <a:pt x="7022" y="92297"/>
                  <a:pt x="7387" y="92236"/>
                </a:cubicBezTo>
                <a:cubicBezTo>
                  <a:pt x="7721" y="92145"/>
                  <a:pt x="8299" y="91628"/>
                  <a:pt x="8360" y="91051"/>
                </a:cubicBezTo>
                <a:cubicBezTo>
                  <a:pt x="8390" y="90473"/>
                  <a:pt x="8542" y="89379"/>
                  <a:pt x="8694" y="88923"/>
                </a:cubicBezTo>
                <a:cubicBezTo>
                  <a:pt x="8846" y="88467"/>
                  <a:pt x="9363" y="87920"/>
                  <a:pt x="10335" y="87160"/>
                </a:cubicBezTo>
                <a:cubicBezTo>
                  <a:pt x="11339" y="86400"/>
                  <a:pt x="11977" y="85124"/>
                  <a:pt x="11247" y="84394"/>
                </a:cubicBezTo>
                <a:cubicBezTo>
                  <a:pt x="10487" y="83665"/>
                  <a:pt x="10184" y="83634"/>
                  <a:pt x="10001" y="83300"/>
                </a:cubicBezTo>
                <a:cubicBezTo>
                  <a:pt x="9819" y="82966"/>
                  <a:pt x="9819" y="82905"/>
                  <a:pt x="9819" y="82905"/>
                </a:cubicBezTo>
                <a:cubicBezTo>
                  <a:pt x="9819" y="82905"/>
                  <a:pt x="9971" y="82814"/>
                  <a:pt x="9758" y="82510"/>
                </a:cubicBezTo>
                <a:cubicBezTo>
                  <a:pt x="9576" y="82206"/>
                  <a:pt x="9545" y="82267"/>
                  <a:pt x="9454" y="82084"/>
                </a:cubicBezTo>
                <a:cubicBezTo>
                  <a:pt x="9393" y="81841"/>
                  <a:pt x="9606" y="81811"/>
                  <a:pt x="9454" y="81537"/>
                </a:cubicBezTo>
                <a:cubicBezTo>
                  <a:pt x="9272" y="81324"/>
                  <a:pt x="9302" y="80868"/>
                  <a:pt x="9241" y="80777"/>
                </a:cubicBezTo>
                <a:cubicBezTo>
                  <a:pt x="9211" y="80716"/>
                  <a:pt x="9150" y="80473"/>
                  <a:pt x="9120" y="80382"/>
                </a:cubicBezTo>
                <a:cubicBezTo>
                  <a:pt x="9120" y="80291"/>
                  <a:pt x="8816" y="78923"/>
                  <a:pt x="8785" y="78893"/>
                </a:cubicBezTo>
                <a:cubicBezTo>
                  <a:pt x="8785" y="78862"/>
                  <a:pt x="8664" y="77707"/>
                  <a:pt x="8755" y="77039"/>
                </a:cubicBezTo>
                <a:cubicBezTo>
                  <a:pt x="8816" y="76339"/>
                  <a:pt x="9150" y="74759"/>
                  <a:pt x="8512" y="73482"/>
                </a:cubicBezTo>
                <a:cubicBezTo>
                  <a:pt x="7843" y="72236"/>
                  <a:pt x="7083" y="70899"/>
                  <a:pt x="7022" y="70838"/>
                </a:cubicBezTo>
                <a:cubicBezTo>
                  <a:pt x="6992" y="70716"/>
                  <a:pt x="6779" y="69987"/>
                  <a:pt x="6688" y="69926"/>
                </a:cubicBezTo>
                <a:cubicBezTo>
                  <a:pt x="6627" y="69835"/>
                  <a:pt x="6627" y="69622"/>
                  <a:pt x="6536" y="69592"/>
                </a:cubicBezTo>
                <a:cubicBezTo>
                  <a:pt x="6485" y="69541"/>
                  <a:pt x="6498" y="69426"/>
                  <a:pt x="6450" y="69426"/>
                </a:cubicBezTo>
                <a:cubicBezTo>
                  <a:pt x="6441" y="69426"/>
                  <a:pt x="6429" y="69430"/>
                  <a:pt x="6414" y="69440"/>
                </a:cubicBezTo>
                <a:cubicBezTo>
                  <a:pt x="6354" y="69440"/>
                  <a:pt x="7022" y="68437"/>
                  <a:pt x="7296" y="68254"/>
                </a:cubicBezTo>
                <a:cubicBezTo>
                  <a:pt x="7569" y="68072"/>
                  <a:pt x="8360" y="66734"/>
                  <a:pt x="9606" y="66157"/>
                </a:cubicBezTo>
                <a:cubicBezTo>
                  <a:pt x="10822" y="65579"/>
                  <a:pt x="11794" y="64971"/>
                  <a:pt x="12615" y="64212"/>
                </a:cubicBezTo>
                <a:cubicBezTo>
                  <a:pt x="13466" y="63452"/>
                  <a:pt x="14530" y="62206"/>
                  <a:pt x="14530" y="62205"/>
                </a:cubicBezTo>
                <a:lnTo>
                  <a:pt x="14530" y="62205"/>
                </a:lnTo>
                <a:cubicBezTo>
                  <a:pt x="14530" y="62206"/>
                  <a:pt x="14439" y="67981"/>
                  <a:pt x="14439" y="68771"/>
                </a:cubicBezTo>
                <a:cubicBezTo>
                  <a:pt x="14439" y="69592"/>
                  <a:pt x="14773" y="72175"/>
                  <a:pt x="15168" y="73118"/>
                </a:cubicBezTo>
                <a:cubicBezTo>
                  <a:pt x="15533" y="74060"/>
                  <a:pt x="16111" y="74698"/>
                  <a:pt x="18573" y="76461"/>
                </a:cubicBezTo>
                <a:cubicBezTo>
                  <a:pt x="21065" y="78254"/>
                  <a:pt x="24591" y="81476"/>
                  <a:pt x="24652" y="81507"/>
                </a:cubicBezTo>
                <a:cubicBezTo>
                  <a:pt x="24743" y="81537"/>
                  <a:pt x="26901" y="83878"/>
                  <a:pt x="27084" y="84212"/>
                </a:cubicBezTo>
                <a:cubicBezTo>
                  <a:pt x="27296" y="84546"/>
                  <a:pt x="27235" y="85154"/>
                  <a:pt x="27539" y="85276"/>
                </a:cubicBezTo>
                <a:cubicBezTo>
                  <a:pt x="27843" y="85397"/>
                  <a:pt x="27843" y="85337"/>
                  <a:pt x="27843" y="85580"/>
                </a:cubicBezTo>
                <a:cubicBezTo>
                  <a:pt x="27843" y="85762"/>
                  <a:pt x="27843" y="85762"/>
                  <a:pt x="27935" y="85853"/>
                </a:cubicBezTo>
                <a:cubicBezTo>
                  <a:pt x="27965" y="85914"/>
                  <a:pt x="28056" y="86036"/>
                  <a:pt x="28117" y="86066"/>
                </a:cubicBezTo>
                <a:cubicBezTo>
                  <a:pt x="28208" y="86066"/>
                  <a:pt x="28299" y="86127"/>
                  <a:pt x="28299" y="86127"/>
                </a:cubicBezTo>
                <a:cubicBezTo>
                  <a:pt x="28299" y="86127"/>
                  <a:pt x="28147" y="86279"/>
                  <a:pt x="28421" y="86826"/>
                </a:cubicBezTo>
                <a:cubicBezTo>
                  <a:pt x="28694" y="87373"/>
                  <a:pt x="28998" y="87890"/>
                  <a:pt x="28968" y="89379"/>
                </a:cubicBezTo>
                <a:cubicBezTo>
                  <a:pt x="28907" y="90869"/>
                  <a:pt x="28968" y="91628"/>
                  <a:pt x="28725" y="91841"/>
                </a:cubicBezTo>
                <a:cubicBezTo>
                  <a:pt x="28512" y="92084"/>
                  <a:pt x="28299" y="92267"/>
                  <a:pt x="28087" y="92388"/>
                </a:cubicBezTo>
                <a:cubicBezTo>
                  <a:pt x="27843" y="92449"/>
                  <a:pt x="27296" y="92388"/>
                  <a:pt x="27175" y="92571"/>
                </a:cubicBezTo>
                <a:cubicBezTo>
                  <a:pt x="27023" y="92753"/>
                  <a:pt x="27023" y="93483"/>
                  <a:pt x="27539" y="93635"/>
                </a:cubicBezTo>
                <a:cubicBezTo>
                  <a:pt x="27722" y="93685"/>
                  <a:pt x="27864" y="93702"/>
                  <a:pt x="27972" y="93702"/>
                </a:cubicBezTo>
                <a:cubicBezTo>
                  <a:pt x="28188" y="93702"/>
                  <a:pt x="28269" y="93635"/>
                  <a:pt x="28269" y="93635"/>
                </a:cubicBezTo>
                <a:cubicBezTo>
                  <a:pt x="28269" y="93635"/>
                  <a:pt x="28463" y="93829"/>
                  <a:pt x="28821" y="93829"/>
                </a:cubicBezTo>
                <a:cubicBezTo>
                  <a:pt x="28911" y="93829"/>
                  <a:pt x="29011" y="93817"/>
                  <a:pt x="29120" y="93787"/>
                </a:cubicBezTo>
                <a:cubicBezTo>
                  <a:pt x="29120" y="93787"/>
                  <a:pt x="29342" y="93889"/>
                  <a:pt x="29607" y="93889"/>
                </a:cubicBezTo>
                <a:cubicBezTo>
                  <a:pt x="29696" y="93889"/>
                  <a:pt x="29789" y="93878"/>
                  <a:pt x="29880" y="93847"/>
                </a:cubicBezTo>
                <a:lnTo>
                  <a:pt x="29910" y="93847"/>
                </a:lnTo>
                <a:cubicBezTo>
                  <a:pt x="29956" y="93824"/>
                  <a:pt x="30000" y="93815"/>
                  <a:pt x="30043" y="93815"/>
                </a:cubicBezTo>
                <a:cubicBezTo>
                  <a:pt x="30203" y="93815"/>
                  <a:pt x="30345" y="93943"/>
                  <a:pt x="30514" y="93943"/>
                </a:cubicBezTo>
                <a:cubicBezTo>
                  <a:pt x="30598" y="93943"/>
                  <a:pt x="30689" y="93911"/>
                  <a:pt x="30792" y="93817"/>
                </a:cubicBezTo>
                <a:cubicBezTo>
                  <a:pt x="30792" y="93817"/>
                  <a:pt x="30936" y="93889"/>
                  <a:pt x="31123" y="93889"/>
                </a:cubicBezTo>
                <a:cubicBezTo>
                  <a:pt x="31320" y="93889"/>
                  <a:pt x="31563" y="93809"/>
                  <a:pt x="31734" y="93483"/>
                </a:cubicBezTo>
                <a:cubicBezTo>
                  <a:pt x="32038" y="92844"/>
                  <a:pt x="32160" y="92905"/>
                  <a:pt x="32372" y="92753"/>
                </a:cubicBezTo>
                <a:cubicBezTo>
                  <a:pt x="32616" y="92571"/>
                  <a:pt x="33011" y="92267"/>
                  <a:pt x="33102" y="90565"/>
                </a:cubicBezTo>
                <a:cubicBezTo>
                  <a:pt x="33132" y="88832"/>
                  <a:pt x="33527" y="88194"/>
                  <a:pt x="33619" y="87981"/>
                </a:cubicBezTo>
                <a:cubicBezTo>
                  <a:pt x="33710" y="87738"/>
                  <a:pt x="34804" y="86157"/>
                  <a:pt x="33740" y="85276"/>
                </a:cubicBezTo>
                <a:cubicBezTo>
                  <a:pt x="32676" y="84364"/>
                  <a:pt x="31187" y="83574"/>
                  <a:pt x="31187" y="83574"/>
                </a:cubicBezTo>
                <a:cubicBezTo>
                  <a:pt x="31187" y="83574"/>
                  <a:pt x="31430" y="83513"/>
                  <a:pt x="31005" y="83148"/>
                </a:cubicBezTo>
                <a:cubicBezTo>
                  <a:pt x="30579" y="82753"/>
                  <a:pt x="29789" y="81932"/>
                  <a:pt x="29454" y="81233"/>
                </a:cubicBezTo>
                <a:cubicBezTo>
                  <a:pt x="29120" y="80595"/>
                  <a:pt x="28117" y="78710"/>
                  <a:pt x="27965" y="78498"/>
                </a:cubicBezTo>
                <a:cubicBezTo>
                  <a:pt x="27813" y="78315"/>
                  <a:pt x="27084" y="76583"/>
                  <a:pt x="26172" y="75519"/>
                </a:cubicBezTo>
                <a:cubicBezTo>
                  <a:pt x="25260" y="74394"/>
                  <a:pt x="23801" y="73239"/>
                  <a:pt x="22798" y="72540"/>
                </a:cubicBezTo>
                <a:cubicBezTo>
                  <a:pt x="21825" y="71871"/>
                  <a:pt x="21430" y="71598"/>
                  <a:pt x="21369" y="71507"/>
                </a:cubicBezTo>
                <a:cubicBezTo>
                  <a:pt x="21278" y="71446"/>
                  <a:pt x="21004" y="70807"/>
                  <a:pt x="21004" y="70595"/>
                </a:cubicBezTo>
                <a:cubicBezTo>
                  <a:pt x="21004" y="70412"/>
                  <a:pt x="21460" y="68224"/>
                  <a:pt x="21582" y="67707"/>
                </a:cubicBezTo>
                <a:cubicBezTo>
                  <a:pt x="21703" y="67221"/>
                  <a:pt x="22585" y="65093"/>
                  <a:pt x="22737" y="63604"/>
                </a:cubicBezTo>
                <a:cubicBezTo>
                  <a:pt x="22919" y="62145"/>
                  <a:pt x="23345" y="61142"/>
                  <a:pt x="23588" y="60230"/>
                </a:cubicBezTo>
                <a:cubicBezTo>
                  <a:pt x="23831" y="59318"/>
                  <a:pt x="25685" y="52752"/>
                  <a:pt x="22190" y="49075"/>
                </a:cubicBezTo>
                <a:cubicBezTo>
                  <a:pt x="22190" y="49075"/>
                  <a:pt x="21521" y="48345"/>
                  <a:pt x="21308" y="48102"/>
                </a:cubicBezTo>
                <a:cubicBezTo>
                  <a:pt x="21156" y="47889"/>
                  <a:pt x="21004" y="47646"/>
                  <a:pt x="20974" y="47555"/>
                </a:cubicBezTo>
                <a:cubicBezTo>
                  <a:pt x="20945" y="47438"/>
                  <a:pt x="20832" y="47127"/>
                  <a:pt x="20690" y="47127"/>
                </a:cubicBezTo>
                <a:cubicBezTo>
                  <a:pt x="20683" y="47127"/>
                  <a:pt x="20677" y="47128"/>
                  <a:pt x="20670" y="47129"/>
                </a:cubicBezTo>
                <a:cubicBezTo>
                  <a:pt x="20670" y="47129"/>
                  <a:pt x="20488" y="46369"/>
                  <a:pt x="20488" y="46065"/>
                </a:cubicBezTo>
                <a:lnTo>
                  <a:pt x="20488" y="45731"/>
                </a:lnTo>
                <a:cubicBezTo>
                  <a:pt x="20488" y="45731"/>
                  <a:pt x="20546" y="45751"/>
                  <a:pt x="20603" y="45751"/>
                </a:cubicBezTo>
                <a:cubicBezTo>
                  <a:pt x="20669" y="45751"/>
                  <a:pt x="20733" y="45724"/>
                  <a:pt x="20700" y="45610"/>
                </a:cubicBezTo>
                <a:cubicBezTo>
                  <a:pt x="20670" y="45366"/>
                  <a:pt x="20366" y="44090"/>
                  <a:pt x="20670" y="43695"/>
                </a:cubicBezTo>
                <a:cubicBezTo>
                  <a:pt x="20974" y="43360"/>
                  <a:pt x="21278" y="42904"/>
                  <a:pt x="21430" y="42600"/>
                </a:cubicBezTo>
                <a:cubicBezTo>
                  <a:pt x="21582" y="42296"/>
                  <a:pt x="22129" y="41476"/>
                  <a:pt x="22372" y="41324"/>
                </a:cubicBezTo>
                <a:cubicBezTo>
                  <a:pt x="22646" y="41202"/>
                  <a:pt x="23527" y="40929"/>
                  <a:pt x="23588" y="40564"/>
                </a:cubicBezTo>
                <a:cubicBezTo>
                  <a:pt x="23679" y="40229"/>
                  <a:pt x="23831" y="40047"/>
                  <a:pt x="23892" y="39986"/>
                </a:cubicBezTo>
                <a:cubicBezTo>
                  <a:pt x="24014" y="39926"/>
                  <a:pt x="27235" y="36460"/>
                  <a:pt x="26901" y="34394"/>
                </a:cubicBezTo>
                <a:cubicBezTo>
                  <a:pt x="26567" y="32357"/>
                  <a:pt x="26324" y="32752"/>
                  <a:pt x="26567" y="32357"/>
                </a:cubicBezTo>
                <a:cubicBezTo>
                  <a:pt x="26780" y="31962"/>
                  <a:pt x="26536" y="31597"/>
                  <a:pt x="26324" y="31597"/>
                </a:cubicBezTo>
                <a:cubicBezTo>
                  <a:pt x="26141" y="31536"/>
                  <a:pt x="26141" y="31324"/>
                  <a:pt x="26141" y="31324"/>
                </a:cubicBezTo>
                <a:cubicBezTo>
                  <a:pt x="26141" y="31324"/>
                  <a:pt x="26172" y="30290"/>
                  <a:pt x="26476" y="30047"/>
                </a:cubicBezTo>
                <a:cubicBezTo>
                  <a:pt x="26749" y="29773"/>
                  <a:pt x="27327" y="29317"/>
                  <a:pt x="27327" y="29317"/>
                </a:cubicBezTo>
                <a:lnTo>
                  <a:pt x="28087" y="30746"/>
                </a:lnTo>
                <a:lnTo>
                  <a:pt x="28421" y="30716"/>
                </a:lnTo>
                <a:lnTo>
                  <a:pt x="28178" y="30989"/>
                </a:lnTo>
                <a:lnTo>
                  <a:pt x="29302" y="33390"/>
                </a:lnTo>
                <a:lnTo>
                  <a:pt x="30549" y="32661"/>
                </a:lnTo>
                <a:lnTo>
                  <a:pt x="29667" y="33786"/>
                </a:lnTo>
                <a:lnTo>
                  <a:pt x="31369" y="35153"/>
                </a:lnTo>
                <a:lnTo>
                  <a:pt x="32129" y="34394"/>
                </a:lnTo>
                <a:lnTo>
                  <a:pt x="31734" y="35275"/>
                </a:lnTo>
                <a:lnTo>
                  <a:pt x="34075" y="34910"/>
                </a:lnTo>
                <a:lnTo>
                  <a:pt x="34865" y="33482"/>
                </a:lnTo>
                <a:lnTo>
                  <a:pt x="34682" y="34363"/>
                </a:lnTo>
                <a:cubicBezTo>
                  <a:pt x="34682" y="34363"/>
                  <a:pt x="36689" y="31871"/>
                  <a:pt x="36628" y="29986"/>
                </a:cubicBezTo>
                <a:cubicBezTo>
                  <a:pt x="36537" y="28132"/>
                  <a:pt x="36962" y="25731"/>
                  <a:pt x="36233" y="24363"/>
                </a:cubicBezTo>
                <a:cubicBezTo>
                  <a:pt x="35534" y="22995"/>
                  <a:pt x="34713" y="20868"/>
                  <a:pt x="32433" y="20503"/>
                </a:cubicBezTo>
                <a:cubicBezTo>
                  <a:pt x="32408" y="20503"/>
                  <a:pt x="30999" y="19981"/>
                  <a:pt x="30113" y="19981"/>
                </a:cubicBezTo>
                <a:cubicBezTo>
                  <a:pt x="29908" y="19981"/>
                  <a:pt x="29732" y="20009"/>
                  <a:pt x="29606" y="20077"/>
                </a:cubicBezTo>
                <a:cubicBezTo>
                  <a:pt x="28967" y="20438"/>
                  <a:pt x="28582" y="20723"/>
                  <a:pt x="28312" y="20723"/>
                </a:cubicBezTo>
                <a:cubicBezTo>
                  <a:pt x="28287" y="20723"/>
                  <a:pt x="28262" y="20721"/>
                  <a:pt x="28239" y="20716"/>
                </a:cubicBezTo>
                <a:cubicBezTo>
                  <a:pt x="28017" y="20691"/>
                  <a:pt x="26822" y="20269"/>
                  <a:pt x="26293" y="20269"/>
                </a:cubicBezTo>
                <a:cubicBezTo>
                  <a:pt x="26167" y="20269"/>
                  <a:pt x="26079" y="20293"/>
                  <a:pt x="26050" y="20351"/>
                </a:cubicBezTo>
                <a:cubicBezTo>
                  <a:pt x="25959" y="20685"/>
                  <a:pt x="25837" y="21232"/>
                  <a:pt x="25837" y="21232"/>
                </a:cubicBezTo>
                <a:cubicBezTo>
                  <a:pt x="25837" y="21232"/>
                  <a:pt x="25594" y="21445"/>
                  <a:pt x="25351" y="21445"/>
                </a:cubicBezTo>
                <a:cubicBezTo>
                  <a:pt x="25077" y="21445"/>
                  <a:pt x="24895" y="21627"/>
                  <a:pt x="24956" y="21901"/>
                </a:cubicBezTo>
                <a:cubicBezTo>
                  <a:pt x="24956" y="21901"/>
                  <a:pt x="24764" y="21657"/>
                  <a:pt x="24566" y="21657"/>
                </a:cubicBezTo>
                <a:cubicBezTo>
                  <a:pt x="24502" y="21657"/>
                  <a:pt x="24437" y="21682"/>
                  <a:pt x="24378" y="21749"/>
                </a:cubicBezTo>
                <a:cubicBezTo>
                  <a:pt x="24166" y="22023"/>
                  <a:pt x="23983" y="22175"/>
                  <a:pt x="23770" y="22175"/>
                </a:cubicBezTo>
                <a:cubicBezTo>
                  <a:pt x="23761" y="22175"/>
                  <a:pt x="23749" y="22174"/>
                  <a:pt x="23733" y="22174"/>
                </a:cubicBezTo>
                <a:cubicBezTo>
                  <a:pt x="23495" y="22174"/>
                  <a:pt x="22579" y="22201"/>
                  <a:pt x="22950" y="23086"/>
                </a:cubicBezTo>
                <a:cubicBezTo>
                  <a:pt x="23284" y="24029"/>
                  <a:pt x="23983" y="25214"/>
                  <a:pt x="23770" y="25852"/>
                </a:cubicBezTo>
                <a:cubicBezTo>
                  <a:pt x="23588" y="26491"/>
                  <a:pt x="22707" y="27068"/>
                  <a:pt x="22646" y="27099"/>
                </a:cubicBezTo>
                <a:cubicBezTo>
                  <a:pt x="22555" y="27190"/>
                  <a:pt x="21947" y="27615"/>
                  <a:pt x="21947" y="27615"/>
                </a:cubicBezTo>
                <a:cubicBezTo>
                  <a:pt x="21947" y="27615"/>
                  <a:pt x="21278" y="27190"/>
                  <a:pt x="20974" y="27190"/>
                </a:cubicBezTo>
                <a:cubicBezTo>
                  <a:pt x="20670" y="27190"/>
                  <a:pt x="20396" y="26795"/>
                  <a:pt x="20427" y="26612"/>
                </a:cubicBezTo>
                <a:cubicBezTo>
                  <a:pt x="20427" y="26430"/>
                  <a:pt x="20822" y="25518"/>
                  <a:pt x="19728" y="24819"/>
                </a:cubicBezTo>
                <a:cubicBezTo>
                  <a:pt x="19292" y="24570"/>
                  <a:pt x="19119" y="24488"/>
                  <a:pt x="19071" y="24488"/>
                </a:cubicBezTo>
                <a:cubicBezTo>
                  <a:pt x="19024" y="24488"/>
                  <a:pt x="19091" y="24562"/>
                  <a:pt x="19150" y="24637"/>
                </a:cubicBezTo>
                <a:cubicBezTo>
                  <a:pt x="18968" y="24454"/>
                  <a:pt x="18451" y="23998"/>
                  <a:pt x="17934" y="23360"/>
                </a:cubicBezTo>
                <a:cubicBezTo>
                  <a:pt x="17235" y="22509"/>
                  <a:pt x="16415" y="21384"/>
                  <a:pt x="16111" y="21080"/>
                </a:cubicBezTo>
                <a:cubicBezTo>
                  <a:pt x="15824" y="20794"/>
                  <a:pt x="15404" y="19699"/>
                  <a:pt x="15279" y="19699"/>
                </a:cubicBezTo>
                <a:cubicBezTo>
                  <a:pt x="15271" y="19699"/>
                  <a:pt x="15265" y="19704"/>
                  <a:pt x="15260" y="19712"/>
                </a:cubicBezTo>
                <a:cubicBezTo>
                  <a:pt x="15260" y="19712"/>
                  <a:pt x="15077" y="19196"/>
                  <a:pt x="14621" y="18132"/>
                </a:cubicBezTo>
                <a:cubicBezTo>
                  <a:pt x="14165" y="17068"/>
                  <a:pt x="13253" y="15822"/>
                  <a:pt x="13253" y="15822"/>
                </a:cubicBezTo>
                <a:cubicBezTo>
                  <a:pt x="13253" y="15822"/>
                  <a:pt x="13041" y="15457"/>
                  <a:pt x="13101" y="14728"/>
                </a:cubicBezTo>
                <a:cubicBezTo>
                  <a:pt x="13132" y="13998"/>
                  <a:pt x="14257" y="9317"/>
                  <a:pt x="14500" y="8345"/>
                </a:cubicBezTo>
                <a:cubicBezTo>
                  <a:pt x="14773" y="7341"/>
                  <a:pt x="15168" y="5882"/>
                  <a:pt x="15412" y="5609"/>
                </a:cubicBezTo>
                <a:cubicBezTo>
                  <a:pt x="15639" y="5382"/>
                  <a:pt x="15677" y="5259"/>
                  <a:pt x="15788" y="5259"/>
                </a:cubicBezTo>
                <a:cubicBezTo>
                  <a:pt x="15811" y="5259"/>
                  <a:pt x="15837" y="5264"/>
                  <a:pt x="15868" y="5275"/>
                </a:cubicBezTo>
                <a:cubicBezTo>
                  <a:pt x="15900" y="5279"/>
                  <a:pt x="15952" y="5281"/>
                  <a:pt x="16020" y="5281"/>
                </a:cubicBezTo>
                <a:cubicBezTo>
                  <a:pt x="16285" y="5281"/>
                  <a:pt x="16781" y="5253"/>
                  <a:pt x="17182" y="5253"/>
                </a:cubicBezTo>
                <a:cubicBezTo>
                  <a:pt x="17360" y="5253"/>
                  <a:pt x="17519" y="5259"/>
                  <a:pt x="17630" y="5275"/>
                </a:cubicBezTo>
                <a:cubicBezTo>
                  <a:pt x="18056" y="5305"/>
                  <a:pt x="18603" y="5275"/>
                  <a:pt x="18998" y="5335"/>
                </a:cubicBezTo>
                <a:cubicBezTo>
                  <a:pt x="19106" y="5362"/>
                  <a:pt x="19200" y="5371"/>
                  <a:pt x="19282" y="5371"/>
                </a:cubicBezTo>
                <a:cubicBezTo>
                  <a:pt x="19417" y="5371"/>
                  <a:pt x="19519" y="5348"/>
                  <a:pt x="19590" y="5348"/>
                </a:cubicBezTo>
                <a:cubicBezTo>
                  <a:pt x="19621" y="5348"/>
                  <a:pt x="19647" y="5352"/>
                  <a:pt x="19667" y="5366"/>
                </a:cubicBezTo>
                <a:cubicBezTo>
                  <a:pt x="19780" y="5434"/>
                  <a:pt x="20096" y="5738"/>
                  <a:pt x="20287" y="5738"/>
                </a:cubicBezTo>
                <a:cubicBezTo>
                  <a:pt x="20353" y="5738"/>
                  <a:pt x="20404" y="5702"/>
                  <a:pt x="20427" y="5609"/>
                </a:cubicBezTo>
                <a:cubicBezTo>
                  <a:pt x="20548" y="5183"/>
                  <a:pt x="20518" y="4849"/>
                  <a:pt x="19819" y="4667"/>
                </a:cubicBezTo>
                <a:cubicBezTo>
                  <a:pt x="19150" y="4515"/>
                  <a:pt x="18664" y="4424"/>
                  <a:pt x="18573" y="4393"/>
                </a:cubicBezTo>
                <a:cubicBezTo>
                  <a:pt x="18512" y="4363"/>
                  <a:pt x="18360" y="4211"/>
                  <a:pt x="18451" y="4089"/>
                </a:cubicBezTo>
                <a:cubicBezTo>
                  <a:pt x="18531" y="3982"/>
                  <a:pt x="18564" y="3805"/>
                  <a:pt x="18840" y="3805"/>
                </a:cubicBezTo>
                <a:cubicBezTo>
                  <a:pt x="18878" y="3805"/>
                  <a:pt x="18920" y="3808"/>
                  <a:pt x="18968" y="3816"/>
                </a:cubicBezTo>
                <a:cubicBezTo>
                  <a:pt x="19086" y="3845"/>
                  <a:pt x="19233" y="3865"/>
                  <a:pt x="19373" y="3865"/>
                </a:cubicBezTo>
                <a:cubicBezTo>
                  <a:pt x="19664" y="3865"/>
                  <a:pt x="19922" y="3779"/>
                  <a:pt x="19819" y="3512"/>
                </a:cubicBezTo>
                <a:lnTo>
                  <a:pt x="19819" y="3512"/>
                </a:lnTo>
                <a:cubicBezTo>
                  <a:pt x="19819" y="3512"/>
                  <a:pt x="19941" y="3542"/>
                  <a:pt x="20366" y="3603"/>
                </a:cubicBezTo>
                <a:cubicBezTo>
                  <a:pt x="20386" y="3604"/>
                  <a:pt x="20406" y="3605"/>
                  <a:pt x="20425" y="3605"/>
                </a:cubicBezTo>
                <a:cubicBezTo>
                  <a:pt x="20814" y="3605"/>
                  <a:pt x="21032" y="3321"/>
                  <a:pt x="20974" y="3147"/>
                </a:cubicBezTo>
                <a:cubicBezTo>
                  <a:pt x="20944" y="2934"/>
                  <a:pt x="20336" y="2934"/>
                  <a:pt x="19971" y="2782"/>
                </a:cubicBezTo>
                <a:cubicBezTo>
                  <a:pt x="19637" y="2691"/>
                  <a:pt x="19454" y="2569"/>
                  <a:pt x="19454" y="2569"/>
                </a:cubicBezTo>
                <a:cubicBezTo>
                  <a:pt x="19454" y="2569"/>
                  <a:pt x="19606" y="2478"/>
                  <a:pt x="20427" y="2417"/>
                </a:cubicBezTo>
                <a:cubicBezTo>
                  <a:pt x="21278" y="2326"/>
                  <a:pt x="21582" y="2113"/>
                  <a:pt x="21582" y="1870"/>
                </a:cubicBezTo>
                <a:cubicBezTo>
                  <a:pt x="21582" y="1658"/>
                  <a:pt x="21430" y="1627"/>
                  <a:pt x="21339" y="1566"/>
                </a:cubicBezTo>
                <a:cubicBezTo>
                  <a:pt x="21333" y="1564"/>
                  <a:pt x="21321" y="1562"/>
                  <a:pt x="21303" y="1562"/>
                </a:cubicBezTo>
                <a:cubicBezTo>
                  <a:pt x="21125" y="1562"/>
                  <a:pt x="20396" y="1688"/>
                  <a:pt x="20396" y="1688"/>
                </a:cubicBezTo>
                <a:cubicBezTo>
                  <a:pt x="20396" y="1688"/>
                  <a:pt x="20974" y="928"/>
                  <a:pt x="21156" y="654"/>
                </a:cubicBezTo>
                <a:cubicBezTo>
                  <a:pt x="21301" y="462"/>
                  <a:pt x="21369" y="1"/>
                  <a:pt x="21133" y="1"/>
                </a:cubicBezTo>
                <a:close/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8" name="Google Shape;1388;p179"/>
          <p:cNvSpPr/>
          <p:nvPr/>
        </p:nvSpPr>
        <p:spPr>
          <a:xfrm>
            <a:off x="5448750" y="2253764"/>
            <a:ext cx="266197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9" name="Google Shape;1389;p179"/>
          <p:cNvSpPr txBox="1"/>
          <p:nvPr>
            <p:ph idx="1" type="body"/>
          </p:nvPr>
        </p:nvSpPr>
        <p:spPr>
          <a:xfrm>
            <a:off x="915150" y="1017725"/>
            <a:ext cx="6309300" cy="3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latin typeface="Krona One"/>
                <a:ea typeface="Krona One"/>
                <a:cs typeface="Krona One"/>
                <a:sym typeface="Krona One"/>
              </a:rPr>
              <a:t>Relation entre la dançabilité et le score de popularité des morceaux :</a:t>
            </a:r>
            <a:endParaRPr b="1" sz="1100">
              <a:latin typeface="Krona One"/>
              <a:ea typeface="Krona One"/>
              <a:cs typeface="Krona One"/>
              <a:sym typeface="Krona One"/>
            </a:endParaRPr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fr" sz="1100"/>
              <a:t>Corrélation très faible, absence de lien linéaire</a:t>
            </a:r>
            <a:endParaRPr sz="1100"/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fr" sz="1100"/>
              <a:t>Nombre de points &gt; 40 est quasiment le triple du nombre de points &lt; 40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latin typeface="Krona One"/>
                <a:ea typeface="Krona One"/>
                <a:cs typeface="Krona One"/>
                <a:sym typeface="Krona One"/>
              </a:rPr>
              <a:t>Relation entre la dançabilité et le score de popularité de l’artiste :</a:t>
            </a:r>
            <a:endParaRPr b="1" sz="1100">
              <a:latin typeface="Krona One"/>
              <a:ea typeface="Krona One"/>
              <a:cs typeface="Krona One"/>
              <a:sym typeface="Krona One"/>
            </a:endParaRPr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fr" sz="1100"/>
              <a:t>Corrélation significative mais absence de lien linéaire</a:t>
            </a:r>
            <a:endParaRPr sz="1100"/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fr" sz="1100"/>
              <a:t>Nombre de points &gt; 40 est sept fois plus élevé que le nombre de points &lt; 40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latin typeface="Krona One"/>
                <a:ea typeface="Krona One"/>
                <a:cs typeface="Krona One"/>
                <a:sym typeface="Krona One"/>
              </a:rPr>
              <a:t>Relation entre la dançabilité et la valence :</a:t>
            </a:r>
            <a:endParaRPr b="1" sz="1100">
              <a:latin typeface="Krona One"/>
              <a:ea typeface="Krona One"/>
              <a:cs typeface="Krona One"/>
              <a:sym typeface="Krona One"/>
            </a:endParaRPr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fr" sz="1100"/>
              <a:t>Corrélation significative et existence d’un lien linéaire mais faible</a:t>
            </a:r>
            <a:endParaRPr sz="1100"/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fr" sz="1100"/>
              <a:t>Nombre de points &gt; 0.6 est plus élevé que le nombre de points &lt; 0.6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latin typeface="Krona One"/>
                <a:ea typeface="Krona One"/>
                <a:cs typeface="Krona One"/>
                <a:sym typeface="Krona One"/>
              </a:rPr>
              <a:t>Même si les relations sont faiblement corrélés, les titres ayant une forte dançabilité ont généralement une forte popularité des morceaux et artistes, ainsi qu’une valence.</a:t>
            </a:r>
            <a:endParaRPr b="1" sz="1100">
              <a:latin typeface="Krona One"/>
              <a:ea typeface="Krona One"/>
              <a:cs typeface="Krona One"/>
              <a:sym typeface="Krona One"/>
            </a:endParaRPr>
          </a:p>
        </p:txBody>
      </p:sp>
      <p:sp>
        <p:nvSpPr>
          <p:cNvPr id="1390" name="Google Shape;1390;p179"/>
          <p:cNvSpPr txBox="1"/>
          <p:nvPr>
            <p:ph idx="4294967295" type="title"/>
          </p:nvPr>
        </p:nvSpPr>
        <p:spPr>
          <a:xfrm>
            <a:off x="1479900" y="445027"/>
            <a:ext cx="843900" cy="572700"/>
          </a:xfrm>
          <a:prstGeom prst="rect">
            <a:avLst/>
          </a:prstGeom>
          <a:solidFill>
            <a:schemeClr val="accent3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05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4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Google Shape;1395;p180"/>
          <p:cNvSpPr/>
          <p:nvPr/>
        </p:nvSpPr>
        <p:spPr>
          <a:xfrm rot="-10497543">
            <a:off x="2088612" y="3584549"/>
            <a:ext cx="4638127" cy="3518258"/>
          </a:xfrm>
          <a:custGeom>
            <a:rect b="b" l="l" r="r" t="t"/>
            <a:pathLst>
              <a:path extrusionOk="0" h="70100" w="92413">
                <a:moveTo>
                  <a:pt x="64951" y="1"/>
                </a:moveTo>
                <a:cubicBezTo>
                  <a:pt x="62821" y="1"/>
                  <a:pt x="60692" y="356"/>
                  <a:pt x="58686" y="1088"/>
                </a:cubicBezTo>
                <a:cubicBezTo>
                  <a:pt x="48087" y="4951"/>
                  <a:pt x="43233" y="17227"/>
                  <a:pt x="34109" y="23860"/>
                </a:cubicBezTo>
                <a:cubicBezTo>
                  <a:pt x="26636" y="29325"/>
                  <a:pt x="16623" y="30748"/>
                  <a:pt x="9633" y="36797"/>
                </a:cubicBezTo>
                <a:cubicBezTo>
                  <a:pt x="2796" y="42693"/>
                  <a:pt x="1" y="53317"/>
                  <a:pt x="4245" y="61323"/>
                </a:cubicBezTo>
                <a:cubicBezTo>
                  <a:pt x="7105" y="66733"/>
                  <a:pt x="13294" y="70099"/>
                  <a:pt x="19296" y="70099"/>
                </a:cubicBezTo>
                <a:cubicBezTo>
                  <a:pt x="22148" y="70099"/>
                  <a:pt x="24958" y="69339"/>
                  <a:pt x="27348" y="67677"/>
                </a:cubicBezTo>
                <a:cubicBezTo>
                  <a:pt x="34134" y="62899"/>
                  <a:pt x="36015" y="53063"/>
                  <a:pt x="43030" y="48666"/>
                </a:cubicBezTo>
                <a:cubicBezTo>
                  <a:pt x="49384" y="44701"/>
                  <a:pt x="57618" y="46506"/>
                  <a:pt x="64989" y="45083"/>
                </a:cubicBezTo>
                <a:cubicBezTo>
                  <a:pt x="83542" y="41524"/>
                  <a:pt x="92413" y="15473"/>
                  <a:pt x="76019" y="3528"/>
                </a:cubicBezTo>
                <a:cubicBezTo>
                  <a:pt x="72835" y="1218"/>
                  <a:pt x="68891" y="1"/>
                  <a:pt x="6495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396" name="Google Shape;1396;p180"/>
          <p:cNvSpPr txBox="1"/>
          <p:nvPr>
            <p:ph type="title"/>
          </p:nvPr>
        </p:nvSpPr>
        <p:spPr>
          <a:xfrm>
            <a:off x="713250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CONCLUSION</a:t>
            </a:r>
            <a:endParaRPr/>
          </a:p>
        </p:txBody>
      </p:sp>
      <p:sp>
        <p:nvSpPr>
          <p:cNvPr id="1397" name="Google Shape;1397;p180"/>
          <p:cNvSpPr/>
          <p:nvPr/>
        </p:nvSpPr>
        <p:spPr>
          <a:xfrm rot="-6758391">
            <a:off x="7598102" y="909242"/>
            <a:ext cx="4638209" cy="3518319"/>
          </a:xfrm>
          <a:custGeom>
            <a:rect b="b" l="l" r="r" t="t"/>
            <a:pathLst>
              <a:path extrusionOk="0" h="70100" w="92413">
                <a:moveTo>
                  <a:pt x="64951" y="1"/>
                </a:moveTo>
                <a:cubicBezTo>
                  <a:pt x="62821" y="1"/>
                  <a:pt x="60692" y="356"/>
                  <a:pt x="58686" y="1088"/>
                </a:cubicBezTo>
                <a:cubicBezTo>
                  <a:pt x="48087" y="4951"/>
                  <a:pt x="43233" y="17227"/>
                  <a:pt x="34109" y="23860"/>
                </a:cubicBezTo>
                <a:cubicBezTo>
                  <a:pt x="26636" y="29325"/>
                  <a:pt x="16623" y="30748"/>
                  <a:pt x="9633" y="36797"/>
                </a:cubicBezTo>
                <a:cubicBezTo>
                  <a:pt x="2796" y="42693"/>
                  <a:pt x="1" y="53317"/>
                  <a:pt x="4245" y="61323"/>
                </a:cubicBezTo>
                <a:cubicBezTo>
                  <a:pt x="7105" y="66733"/>
                  <a:pt x="13294" y="70099"/>
                  <a:pt x="19296" y="70099"/>
                </a:cubicBezTo>
                <a:cubicBezTo>
                  <a:pt x="22148" y="70099"/>
                  <a:pt x="24958" y="69339"/>
                  <a:pt x="27348" y="67677"/>
                </a:cubicBezTo>
                <a:cubicBezTo>
                  <a:pt x="34134" y="62899"/>
                  <a:pt x="36015" y="53063"/>
                  <a:pt x="43030" y="48666"/>
                </a:cubicBezTo>
                <a:cubicBezTo>
                  <a:pt x="49384" y="44701"/>
                  <a:pt x="57618" y="46506"/>
                  <a:pt x="64989" y="45083"/>
                </a:cubicBezTo>
                <a:cubicBezTo>
                  <a:pt x="83542" y="41524"/>
                  <a:pt x="92413" y="15473"/>
                  <a:pt x="76019" y="3528"/>
                </a:cubicBezTo>
                <a:cubicBezTo>
                  <a:pt x="72835" y="1218"/>
                  <a:pt x="68891" y="1"/>
                  <a:pt x="6495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8" name="Google Shape;1398;p180"/>
          <p:cNvSpPr/>
          <p:nvPr/>
        </p:nvSpPr>
        <p:spPr>
          <a:xfrm>
            <a:off x="6931200" y="1629425"/>
            <a:ext cx="1746040" cy="4437632"/>
          </a:xfrm>
          <a:custGeom>
            <a:rect b="b" l="l" r="r" t="t"/>
            <a:pathLst>
              <a:path extrusionOk="0" h="93943" w="36963">
                <a:moveTo>
                  <a:pt x="10974" y="20685"/>
                </a:moveTo>
                <a:cubicBezTo>
                  <a:pt x="10974" y="20685"/>
                  <a:pt x="11794" y="22691"/>
                  <a:pt x="11855" y="22813"/>
                </a:cubicBezTo>
                <a:cubicBezTo>
                  <a:pt x="11946" y="22934"/>
                  <a:pt x="11217" y="24424"/>
                  <a:pt x="11217" y="24789"/>
                </a:cubicBezTo>
                <a:cubicBezTo>
                  <a:pt x="11217" y="25160"/>
                  <a:pt x="11405" y="25584"/>
                  <a:pt x="11679" y="25584"/>
                </a:cubicBezTo>
                <a:cubicBezTo>
                  <a:pt x="11697" y="25584"/>
                  <a:pt x="11715" y="25583"/>
                  <a:pt x="11734" y="25579"/>
                </a:cubicBezTo>
                <a:cubicBezTo>
                  <a:pt x="11807" y="25572"/>
                  <a:pt x="11874" y="25566"/>
                  <a:pt x="11938" y="25566"/>
                </a:cubicBezTo>
                <a:cubicBezTo>
                  <a:pt x="12138" y="25566"/>
                  <a:pt x="12294" y="25621"/>
                  <a:pt x="12433" y="25852"/>
                </a:cubicBezTo>
                <a:cubicBezTo>
                  <a:pt x="12615" y="26156"/>
                  <a:pt x="13405" y="27403"/>
                  <a:pt x="13405" y="27403"/>
                </a:cubicBezTo>
                <a:lnTo>
                  <a:pt x="12554" y="29166"/>
                </a:lnTo>
                <a:lnTo>
                  <a:pt x="12342" y="29378"/>
                </a:lnTo>
                <a:lnTo>
                  <a:pt x="11339" y="27099"/>
                </a:lnTo>
                <a:cubicBezTo>
                  <a:pt x="11339" y="27099"/>
                  <a:pt x="10275" y="23542"/>
                  <a:pt x="10123" y="22782"/>
                </a:cubicBezTo>
                <a:cubicBezTo>
                  <a:pt x="9971" y="22023"/>
                  <a:pt x="9819" y="21475"/>
                  <a:pt x="10032" y="21293"/>
                </a:cubicBezTo>
                <a:cubicBezTo>
                  <a:pt x="10214" y="21080"/>
                  <a:pt x="10974" y="20685"/>
                  <a:pt x="10974" y="20685"/>
                </a:cubicBezTo>
                <a:close/>
                <a:moveTo>
                  <a:pt x="21133" y="1"/>
                </a:moveTo>
                <a:cubicBezTo>
                  <a:pt x="21072" y="1"/>
                  <a:pt x="20990" y="32"/>
                  <a:pt x="20883" y="107"/>
                </a:cubicBezTo>
                <a:cubicBezTo>
                  <a:pt x="20396" y="442"/>
                  <a:pt x="19120" y="1658"/>
                  <a:pt x="19120" y="1658"/>
                </a:cubicBezTo>
                <a:lnTo>
                  <a:pt x="18573" y="1961"/>
                </a:lnTo>
                <a:cubicBezTo>
                  <a:pt x="18542" y="1961"/>
                  <a:pt x="17874" y="1992"/>
                  <a:pt x="17539" y="2083"/>
                </a:cubicBezTo>
                <a:cubicBezTo>
                  <a:pt x="17235" y="2144"/>
                  <a:pt x="16384" y="2600"/>
                  <a:pt x="15959" y="2752"/>
                </a:cubicBezTo>
                <a:cubicBezTo>
                  <a:pt x="15533" y="2904"/>
                  <a:pt x="15016" y="3025"/>
                  <a:pt x="14257" y="3816"/>
                </a:cubicBezTo>
                <a:cubicBezTo>
                  <a:pt x="13497" y="4606"/>
                  <a:pt x="13405" y="5031"/>
                  <a:pt x="13162" y="5639"/>
                </a:cubicBezTo>
                <a:cubicBezTo>
                  <a:pt x="12889" y="6247"/>
                  <a:pt x="11855" y="7858"/>
                  <a:pt x="11339" y="9226"/>
                </a:cubicBezTo>
                <a:cubicBezTo>
                  <a:pt x="10761" y="10594"/>
                  <a:pt x="9393" y="14393"/>
                  <a:pt x="9424" y="14849"/>
                </a:cubicBezTo>
                <a:cubicBezTo>
                  <a:pt x="9454" y="15305"/>
                  <a:pt x="9728" y="15700"/>
                  <a:pt x="9849" y="15974"/>
                </a:cubicBezTo>
                <a:cubicBezTo>
                  <a:pt x="9971" y="16247"/>
                  <a:pt x="10123" y="17038"/>
                  <a:pt x="10123" y="17038"/>
                </a:cubicBezTo>
                <a:cubicBezTo>
                  <a:pt x="10123" y="17038"/>
                  <a:pt x="9728" y="17068"/>
                  <a:pt x="9545" y="17494"/>
                </a:cubicBezTo>
                <a:cubicBezTo>
                  <a:pt x="9363" y="17919"/>
                  <a:pt x="9120" y="18497"/>
                  <a:pt x="8816" y="18831"/>
                </a:cubicBezTo>
                <a:cubicBezTo>
                  <a:pt x="8512" y="19165"/>
                  <a:pt x="7873" y="19895"/>
                  <a:pt x="7843" y="21293"/>
                </a:cubicBezTo>
                <a:cubicBezTo>
                  <a:pt x="7782" y="22691"/>
                  <a:pt x="7995" y="23907"/>
                  <a:pt x="8056" y="24150"/>
                </a:cubicBezTo>
                <a:cubicBezTo>
                  <a:pt x="8147" y="24363"/>
                  <a:pt x="8481" y="29074"/>
                  <a:pt x="8542" y="29621"/>
                </a:cubicBezTo>
                <a:cubicBezTo>
                  <a:pt x="8633" y="30138"/>
                  <a:pt x="9211" y="31780"/>
                  <a:pt x="9241" y="32053"/>
                </a:cubicBezTo>
                <a:cubicBezTo>
                  <a:pt x="9272" y="32327"/>
                  <a:pt x="9515" y="33239"/>
                  <a:pt x="9910" y="33330"/>
                </a:cubicBezTo>
                <a:cubicBezTo>
                  <a:pt x="9910" y="33330"/>
                  <a:pt x="8846" y="35062"/>
                  <a:pt x="8846" y="35123"/>
                </a:cubicBezTo>
                <a:cubicBezTo>
                  <a:pt x="8846" y="35214"/>
                  <a:pt x="8025" y="36217"/>
                  <a:pt x="8208" y="36521"/>
                </a:cubicBezTo>
                <a:cubicBezTo>
                  <a:pt x="8390" y="36825"/>
                  <a:pt x="9363" y="38102"/>
                  <a:pt x="9393" y="38163"/>
                </a:cubicBezTo>
                <a:lnTo>
                  <a:pt x="9424" y="38254"/>
                </a:lnTo>
                <a:cubicBezTo>
                  <a:pt x="9424" y="38254"/>
                  <a:pt x="9363" y="39105"/>
                  <a:pt x="9454" y="39682"/>
                </a:cubicBezTo>
                <a:cubicBezTo>
                  <a:pt x="9576" y="40260"/>
                  <a:pt x="9606" y="41050"/>
                  <a:pt x="9667" y="41385"/>
                </a:cubicBezTo>
                <a:cubicBezTo>
                  <a:pt x="9697" y="41749"/>
                  <a:pt x="10214" y="48679"/>
                  <a:pt x="10214" y="48679"/>
                </a:cubicBezTo>
                <a:cubicBezTo>
                  <a:pt x="10214" y="48679"/>
                  <a:pt x="10164" y="48564"/>
                  <a:pt x="10138" y="48564"/>
                </a:cubicBezTo>
                <a:cubicBezTo>
                  <a:pt x="10129" y="48564"/>
                  <a:pt x="10123" y="48579"/>
                  <a:pt x="10123" y="48619"/>
                </a:cubicBezTo>
                <a:cubicBezTo>
                  <a:pt x="10153" y="48801"/>
                  <a:pt x="10032" y="49713"/>
                  <a:pt x="10275" y="50199"/>
                </a:cubicBezTo>
                <a:cubicBezTo>
                  <a:pt x="10457" y="50716"/>
                  <a:pt x="10487" y="51263"/>
                  <a:pt x="10487" y="51385"/>
                </a:cubicBezTo>
                <a:cubicBezTo>
                  <a:pt x="10487" y="51506"/>
                  <a:pt x="10609" y="51658"/>
                  <a:pt x="10609" y="51689"/>
                </a:cubicBezTo>
                <a:cubicBezTo>
                  <a:pt x="10639" y="51780"/>
                  <a:pt x="10487" y="52752"/>
                  <a:pt x="10457" y="52783"/>
                </a:cubicBezTo>
                <a:cubicBezTo>
                  <a:pt x="10427" y="52844"/>
                  <a:pt x="10366" y="52935"/>
                  <a:pt x="9606" y="53786"/>
                </a:cubicBezTo>
                <a:cubicBezTo>
                  <a:pt x="8846" y="54667"/>
                  <a:pt x="6566" y="56825"/>
                  <a:pt x="6080" y="57585"/>
                </a:cubicBezTo>
                <a:cubicBezTo>
                  <a:pt x="5594" y="58345"/>
                  <a:pt x="5290" y="58680"/>
                  <a:pt x="4712" y="59470"/>
                </a:cubicBezTo>
                <a:cubicBezTo>
                  <a:pt x="4135" y="60291"/>
                  <a:pt x="2311" y="63057"/>
                  <a:pt x="1825" y="63938"/>
                </a:cubicBezTo>
                <a:cubicBezTo>
                  <a:pt x="1217" y="64850"/>
                  <a:pt x="1" y="66917"/>
                  <a:pt x="31" y="68072"/>
                </a:cubicBezTo>
                <a:cubicBezTo>
                  <a:pt x="31" y="69196"/>
                  <a:pt x="730" y="70412"/>
                  <a:pt x="913" y="70777"/>
                </a:cubicBezTo>
                <a:cubicBezTo>
                  <a:pt x="1095" y="71111"/>
                  <a:pt x="1369" y="72023"/>
                  <a:pt x="1764" y="72966"/>
                </a:cubicBezTo>
                <a:cubicBezTo>
                  <a:pt x="2129" y="73908"/>
                  <a:pt x="2706" y="75701"/>
                  <a:pt x="3314" y="77039"/>
                </a:cubicBezTo>
                <a:cubicBezTo>
                  <a:pt x="3922" y="78376"/>
                  <a:pt x="4560" y="79470"/>
                  <a:pt x="4864" y="80412"/>
                </a:cubicBezTo>
                <a:cubicBezTo>
                  <a:pt x="5168" y="81324"/>
                  <a:pt x="5290" y="81567"/>
                  <a:pt x="5290" y="81567"/>
                </a:cubicBezTo>
                <a:cubicBezTo>
                  <a:pt x="5290" y="81567"/>
                  <a:pt x="5290" y="81902"/>
                  <a:pt x="5351" y="81963"/>
                </a:cubicBezTo>
                <a:cubicBezTo>
                  <a:pt x="5442" y="82084"/>
                  <a:pt x="5563" y="82084"/>
                  <a:pt x="5563" y="82327"/>
                </a:cubicBezTo>
                <a:cubicBezTo>
                  <a:pt x="5563" y="82571"/>
                  <a:pt x="5563" y="82814"/>
                  <a:pt x="5624" y="82935"/>
                </a:cubicBezTo>
                <a:cubicBezTo>
                  <a:pt x="5715" y="83026"/>
                  <a:pt x="5746" y="83118"/>
                  <a:pt x="5746" y="83300"/>
                </a:cubicBezTo>
                <a:cubicBezTo>
                  <a:pt x="5746" y="83482"/>
                  <a:pt x="5776" y="83543"/>
                  <a:pt x="5746" y="83634"/>
                </a:cubicBezTo>
                <a:cubicBezTo>
                  <a:pt x="5746" y="83756"/>
                  <a:pt x="5655" y="83908"/>
                  <a:pt x="5715" y="84030"/>
                </a:cubicBezTo>
                <a:cubicBezTo>
                  <a:pt x="5746" y="84090"/>
                  <a:pt x="5928" y="84181"/>
                  <a:pt x="5928" y="84181"/>
                </a:cubicBezTo>
                <a:cubicBezTo>
                  <a:pt x="5928" y="84181"/>
                  <a:pt x="5928" y="84303"/>
                  <a:pt x="6050" y="84820"/>
                </a:cubicBezTo>
                <a:cubicBezTo>
                  <a:pt x="6202" y="85397"/>
                  <a:pt x="6262" y="85884"/>
                  <a:pt x="6232" y="86522"/>
                </a:cubicBezTo>
                <a:cubicBezTo>
                  <a:pt x="6202" y="87160"/>
                  <a:pt x="6050" y="87707"/>
                  <a:pt x="6171" y="88893"/>
                </a:cubicBezTo>
                <a:cubicBezTo>
                  <a:pt x="6262" y="90017"/>
                  <a:pt x="6202" y="90534"/>
                  <a:pt x="6110" y="90595"/>
                </a:cubicBezTo>
                <a:cubicBezTo>
                  <a:pt x="6080" y="90656"/>
                  <a:pt x="5503" y="90838"/>
                  <a:pt x="5199" y="90899"/>
                </a:cubicBezTo>
                <a:cubicBezTo>
                  <a:pt x="4955" y="90960"/>
                  <a:pt x="4743" y="91142"/>
                  <a:pt x="4682" y="91172"/>
                </a:cubicBezTo>
                <a:cubicBezTo>
                  <a:pt x="4675" y="91174"/>
                  <a:pt x="4667" y="91175"/>
                  <a:pt x="4658" y="91175"/>
                </a:cubicBezTo>
                <a:cubicBezTo>
                  <a:pt x="4581" y="91175"/>
                  <a:pt x="4423" y="91119"/>
                  <a:pt x="4275" y="91119"/>
                </a:cubicBezTo>
                <a:cubicBezTo>
                  <a:pt x="4130" y="91119"/>
                  <a:pt x="3995" y="91172"/>
                  <a:pt x="3952" y="91385"/>
                </a:cubicBezTo>
                <a:cubicBezTo>
                  <a:pt x="3892" y="91841"/>
                  <a:pt x="4135" y="92297"/>
                  <a:pt x="4864" y="92297"/>
                </a:cubicBezTo>
                <a:cubicBezTo>
                  <a:pt x="5563" y="92297"/>
                  <a:pt x="7022" y="92297"/>
                  <a:pt x="7387" y="92236"/>
                </a:cubicBezTo>
                <a:cubicBezTo>
                  <a:pt x="7721" y="92145"/>
                  <a:pt x="8299" y="91628"/>
                  <a:pt x="8360" y="91051"/>
                </a:cubicBezTo>
                <a:cubicBezTo>
                  <a:pt x="8390" y="90473"/>
                  <a:pt x="8542" y="89379"/>
                  <a:pt x="8694" y="88923"/>
                </a:cubicBezTo>
                <a:cubicBezTo>
                  <a:pt x="8846" y="88467"/>
                  <a:pt x="9363" y="87920"/>
                  <a:pt x="10335" y="87160"/>
                </a:cubicBezTo>
                <a:cubicBezTo>
                  <a:pt x="11339" y="86400"/>
                  <a:pt x="11977" y="85124"/>
                  <a:pt x="11247" y="84394"/>
                </a:cubicBezTo>
                <a:cubicBezTo>
                  <a:pt x="10487" y="83665"/>
                  <a:pt x="10184" y="83634"/>
                  <a:pt x="10001" y="83300"/>
                </a:cubicBezTo>
                <a:cubicBezTo>
                  <a:pt x="9819" y="82966"/>
                  <a:pt x="9819" y="82905"/>
                  <a:pt x="9819" y="82905"/>
                </a:cubicBezTo>
                <a:cubicBezTo>
                  <a:pt x="9819" y="82905"/>
                  <a:pt x="9971" y="82814"/>
                  <a:pt x="9758" y="82510"/>
                </a:cubicBezTo>
                <a:cubicBezTo>
                  <a:pt x="9576" y="82206"/>
                  <a:pt x="9545" y="82267"/>
                  <a:pt x="9454" y="82084"/>
                </a:cubicBezTo>
                <a:cubicBezTo>
                  <a:pt x="9393" y="81841"/>
                  <a:pt x="9606" y="81811"/>
                  <a:pt x="9454" y="81537"/>
                </a:cubicBezTo>
                <a:cubicBezTo>
                  <a:pt x="9272" y="81324"/>
                  <a:pt x="9302" y="80868"/>
                  <a:pt x="9241" y="80777"/>
                </a:cubicBezTo>
                <a:cubicBezTo>
                  <a:pt x="9211" y="80716"/>
                  <a:pt x="9150" y="80473"/>
                  <a:pt x="9120" y="80382"/>
                </a:cubicBezTo>
                <a:cubicBezTo>
                  <a:pt x="9120" y="80291"/>
                  <a:pt x="8816" y="78923"/>
                  <a:pt x="8785" y="78893"/>
                </a:cubicBezTo>
                <a:cubicBezTo>
                  <a:pt x="8785" y="78862"/>
                  <a:pt x="8664" y="77707"/>
                  <a:pt x="8755" y="77039"/>
                </a:cubicBezTo>
                <a:cubicBezTo>
                  <a:pt x="8816" y="76339"/>
                  <a:pt x="9150" y="74759"/>
                  <a:pt x="8512" y="73482"/>
                </a:cubicBezTo>
                <a:cubicBezTo>
                  <a:pt x="7843" y="72236"/>
                  <a:pt x="7083" y="70899"/>
                  <a:pt x="7022" y="70838"/>
                </a:cubicBezTo>
                <a:cubicBezTo>
                  <a:pt x="6992" y="70716"/>
                  <a:pt x="6779" y="69987"/>
                  <a:pt x="6688" y="69926"/>
                </a:cubicBezTo>
                <a:cubicBezTo>
                  <a:pt x="6627" y="69835"/>
                  <a:pt x="6627" y="69622"/>
                  <a:pt x="6536" y="69592"/>
                </a:cubicBezTo>
                <a:cubicBezTo>
                  <a:pt x="6485" y="69541"/>
                  <a:pt x="6498" y="69426"/>
                  <a:pt x="6450" y="69426"/>
                </a:cubicBezTo>
                <a:cubicBezTo>
                  <a:pt x="6441" y="69426"/>
                  <a:pt x="6429" y="69430"/>
                  <a:pt x="6414" y="69440"/>
                </a:cubicBezTo>
                <a:cubicBezTo>
                  <a:pt x="6354" y="69440"/>
                  <a:pt x="7022" y="68437"/>
                  <a:pt x="7296" y="68254"/>
                </a:cubicBezTo>
                <a:cubicBezTo>
                  <a:pt x="7569" y="68072"/>
                  <a:pt x="8360" y="66734"/>
                  <a:pt x="9606" y="66157"/>
                </a:cubicBezTo>
                <a:cubicBezTo>
                  <a:pt x="10822" y="65579"/>
                  <a:pt x="11794" y="64971"/>
                  <a:pt x="12615" y="64212"/>
                </a:cubicBezTo>
                <a:cubicBezTo>
                  <a:pt x="13466" y="63452"/>
                  <a:pt x="14530" y="62206"/>
                  <a:pt x="14530" y="62205"/>
                </a:cubicBezTo>
                <a:lnTo>
                  <a:pt x="14530" y="62205"/>
                </a:lnTo>
                <a:cubicBezTo>
                  <a:pt x="14530" y="62206"/>
                  <a:pt x="14439" y="67981"/>
                  <a:pt x="14439" y="68771"/>
                </a:cubicBezTo>
                <a:cubicBezTo>
                  <a:pt x="14439" y="69592"/>
                  <a:pt x="14773" y="72175"/>
                  <a:pt x="15168" y="73118"/>
                </a:cubicBezTo>
                <a:cubicBezTo>
                  <a:pt x="15533" y="74060"/>
                  <a:pt x="16111" y="74698"/>
                  <a:pt x="18573" y="76461"/>
                </a:cubicBezTo>
                <a:cubicBezTo>
                  <a:pt x="21065" y="78254"/>
                  <a:pt x="24591" y="81476"/>
                  <a:pt x="24652" y="81507"/>
                </a:cubicBezTo>
                <a:cubicBezTo>
                  <a:pt x="24743" y="81537"/>
                  <a:pt x="26901" y="83878"/>
                  <a:pt x="27084" y="84212"/>
                </a:cubicBezTo>
                <a:cubicBezTo>
                  <a:pt x="27296" y="84546"/>
                  <a:pt x="27235" y="85154"/>
                  <a:pt x="27539" y="85276"/>
                </a:cubicBezTo>
                <a:cubicBezTo>
                  <a:pt x="27843" y="85397"/>
                  <a:pt x="27843" y="85337"/>
                  <a:pt x="27843" y="85580"/>
                </a:cubicBezTo>
                <a:cubicBezTo>
                  <a:pt x="27843" y="85762"/>
                  <a:pt x="27843" y="85762"/>
                  <a:pt x="27935" y="85853"/>
                </a:cubicBezTo>
                <a:cubicBezTo>
                  <a:pt x="27965" y="85914"/>
                  <a:pt x="28056" y="86036"/>
                  <a:pt x="28117" y="86066"/>
                </a:cubicBezTo>
                <a:cubicBezTo>
                  <a:pt x="28208" y="86066"/>
                  <a:pt x="28299" y="86127"/>
                  <a:pt x="28299" y="86127"/>
                </a:cubicBezTo>
                <a:cubicBezTo>
                  <a:pt x="28299" y="86127"/>
                  <a:pt x="28147" y="86279"/>
                  <a:pt x="28421" y="86826"/>
                </a:cubicBezTo>
                <a:cubicBezTo>
                  <a:pt x="28694" y="87373"/>
                  <a:pt x="28998" y="87890"/>
                  <a:pt x="28968" y="89379"/>
                </a:cubicBezTo>
                <a:cubicBezTo>
                  <a:pt x="28907" y="90869"/>
                  <a:pt x="28968" y="91628"/>
                  <a:pt x="28725" y="91841"/>
                </a:cubicBezTo>
                <a:cubicBezTo>
                  <a:pt x="28512" y="92084"/>
                  <a:pt x="28299" y="92267"/>
                  <a:pt x="28087" y="92388"/>
                </a:cubicBezTo>
                <a:cubicBezTo>
                  <a:pt x="27843" y="92449"/>
                  <a:pt x="27296" y="92388"/>
                  <a:pt x="27175" y="92571"/>
                </a:cubicBezTo>
                <a:cubicBezTo>
                  <a:pt x="27023" y="92753"/>
                  <a:pt x="27023" y="93483"/>
                  <a:pt x="27539" y="93635"/>
                </a:cubicBezTo>
                <a:cubicBezTo>
                  <a:pt x="27722" y="93685"/>
                  <a:pt x="27864" y="93702"/>
                  <a:pt x="27972" y="93702"/>
                </a:cubicBezTo>
                <a:cubicBezTo>
                  <a:pt x="28188" y="93702"/>
                  <a:pt x="28269" y="93635"/>
                  <a:pt x="28269" y="93635"/>
                </a:cubicBezTo>
                <a:cubicBezTo>
                  <a:pt x="28269" y="93635"/>
                  <a:pt x="28463" y="93829"/>
                  <a:pt x="28821" y="93829"/>
                </a:cubicBezTo>
                <a:cubicBezTo>
                  <a:pt x="28911" y="93829"/>
                  <a:pt x="29011" y="93817"/>
                  <a:pt x="29120" y="93787"/>
                </a:cubicBezTo>
                <a:cubicBezTo>
                  <a:pt x="29120" y="93787"/>
                  <a:pt x="29342" y="93889"/>
                  <a:pt x="29607" y="93889"/>
                </a:cubicBezTo>
                <a:cubicBezTo>
                  <a:pt x="29696" y="93889"/>
                  <a:pt x="29789" y="93878"/>
                  <a:pt x="29880" y="93847"/>
                </a:cubicBezTo>
                <a:lnTo>
                  <a:pt x="29910" y="93847"/>
                </a:lnTo>
                <a:cubicBezTo>
                  <a:pt x="29956" y="93824"/>
                  <a:pt x="30000" y="93815"/>
                  <a:pt x="30043" y="93815"/>
                </a:cubicBezTo>
                <a:cubicBezTo>
                  <a:pt x="30203" y="93815"/>
                  <a:pt x="30345" y="93943"/>
                  <a:pt x="30514" y="93943"/>
                </a:cubicBezTo>
                <a:cubicBezTo>
                  <a:pt x="30598" y="93943"/>
                  <a:pt x="30689" y="93911"/>
                  <a:pt x="30792" y="93817"/>
                </a:cubicBezTo>
                <a:cubicBezTo>
                  <a:pt x="30792" y="93817"/>
                  <a:pt x="30936" y="93889"/>
                  <a:pt x="31123" y="93889"/>
                </a:cubicBezTo>
                <a:cubicBezTo>
                  <a:pt x="31320" y="93889"/>
                  <a:pt x="31563" y="93809"/>
                  <a:pt x="31734" y="93483"/>
                </a:cubicBezTo>
                <a:cubicBezTo>
                  <a:pt x="32038" y="92844"/>
                  <a:pt x="32160" y="92905"/>
                  <a:pt x="32372" y="92753"/>
                </a:cubicBezTo>
                <a:cubicBezTo>
                  <a:pt x="32616" y="92571"/>
                  <a:pt x="33011" y="92267"/>
                  <a:pt x="33102" y="90565"/>
                </a:cubicBezTo>
                <a:cubicBezTo>
                  <a:pt x="33132" y="88832"/>
                  <a:pt x="33527" y="88194"/>
                  <a:pt x="33619" y="87981"/>
                </a:cubicBezTo>
                <a:cubicBezTo>
                  <a:pt x="33710" y="87738"/>
                  <a:pt x="34804" y="86157"/>
                  <a:pt x="33740" y="85276"/>
                </a:cubicBezTo>
                <a:cubicBezTo>
                  <a:pt x="32676" y="84364"/>
                  <a:pt x="31187" y="83574"/>
                  <a:pt x="31187" y="83574"/>
                </a:cubicBezTo>
                <a:cubicBezTo>
                  <a:pt x="31187" y="83574"/>
                  <a:pt x="31430" y="83513"/>
                  <a:pt x="31005" y="83148"/>
                </a:cubicBezTo>
                <a:cubicBezTo>
                  <a:pt x="30579" y="82753"/>
                  <a:pt x="29789" y="81932"/>
                  <a:pt x="29454" y="81233"/>
                </a:cubicBezTo>
                <a:cubicBezTo>
                  <a:pt x="29120" y="80595"/>
                  <a:pt x="28117" y="78710"/>
                  <a:pt x="27965" y="78498"/>
                </a:cubicBezTo>
                <a:cubicBezTo>
                  <a:pt x="27813" y="78315"/>
                  <a:pt x="27084" y="76583"/>
                  <a:pt x="26172" y="75519"/>
                </a:cubicBezTo>
                <a:cubicBezTo>
                  <a:pt x="25260" y="74394"/>
                  <a:pt x="23801" y="73239"/>
                  <a:pt x="22798" y="72540"/>
                </a:cubicBezTo>
                <a:cubicBezTo>
                  <a:pt x="21825" y="71871"/>
                  <a:pt x="21430" y="71598"/>
                  <a:pt x="21369" y="71507"/>
                </a:cubicBezTo>
                <a:cubicBezTo>
                  <a:pt x="21278" y="71446"/>
                  <a:pt x="21004" y="70807"/>
                  <a:pt x="21004" y="70595"/>
                </a:cubicBezTo>
                <a:cubicBezTo>
                  <a:pt x="21004" y="70412"/>
                  <a:pt x="21460" y="68224"/>
                  <a:pt x="21582" y="67707"/>
                </a:cubicBezTo>
                <a:cubicBezTo>
                  <a:pt x="21703" y="67221"/>
                  <a:pt x="22585" y="65093"/>
                  <a:pt x="22737" y="63604"/>
                </a:cubicBezTo>
                <a:cubicBezTo>
                  <a:pt x="22919" y="62145"/>
                  <a:pt x="23345" y="61142"/>
                  <a:pt x="23588" y="60230"/>
                </a:cubicBezTo>
                <a:cubicBezTo>
                  <a:pt x="23831" y="59318"/>
                  <a:pt x="25685" y="52752"/>
                  <a:pt x="22190" y="49075"/>
                </a:cubicBezTo>
                <a:cubicBezTo>
                  <a:pt x="22190" y="49075"/>
                  <a:pt x="21521" y="48345"/>
                  <a:pt x="21308" y="48102"/>
                </a:cubicBezTo>
                <a:cubicBezTo>
                  <a:pt x="21156" y="47889"/>
                  <a:pt x="21004" y="47646"/>
                  <a:pt x="20974" y="47555"/>
                </a:cubicBezTo>
                <a:cubicBezTo>
                  <a:pt x="20945" y="47438"/>
                  <a:pt x="20832" y="47127"/>
                  <a:pt x="20690" y="47127"/>
                </a:cubicBezTo>
                <a:cubicBezTo>
                  <a:pt x="20683" y="47127"/>
                  <a:pt x="20677" y="47128"/>
                  <a:pt x="20670" y="47129"/>
                </a:cubicBezTo>
                <a:cubicBezTo>
                  <a:pt x="20670" y="47129"/>
                  <a:pt x="20488" y="46369"/>
                  <a:pt x="20488" y="46065"/>
                </a:cubicBezTo>
                <a:lnTo>
                  <a:pt x="20488" y="45731"/>
                </a:lnTo>
                <a:cubicBezTo>
                  <a:pt x="20488" y="45731"/>
                  <a:pt x="20546" y="45751"/>
                  <a:pt x="20603" y="45751"/>
                </a:cubicBezTo>
                <a:cubicBezTo>
                  <a:pt x="20669" y="45751"/>
                  <a:pt x="20733" y="45724"/>
                  <a:pt x="20700" y="45610"/>
                </a:cubicBezTo>
                <a:cubicBezTo>
                  <a:pt x="20670" y="45366"/>
                  <a:pt x="20366" y="44090"/>
                  <a:pt x="20670" y="43695"/>
                </a:cubicBezTo>
                <a:cubicBezTo>
                  <a:pt x="20974" y="43360"/>
                  <a:pt x="21278" y="42904"/>
                  <a:pt x="21430" y="42600"/>
                </a:cubicBezTo>
                <a:cubicBezTo>
                  <a:pt x="21582" y="42296"/>
                  <a:pt x="22129" y="41476"/>
                  <a:pt x="22372" y="41324"/>
                </a:cubicBezTo>
                <a:cubicBezTo>
                  <a:pt x="22646" y="41202"/>
                  <a:pt x="23527" y="40929"/>
                  <a:pt x="23588" y="40564"/>
                </a:cubicBezTo>
                <a:cubicBezTo>
                  <a:pt x="23679" y="40229"/>
                  <a:pt x="23831" y="40047"/>
                  <a:pt x="23892" y="39986"/>
                </a:cubicBezTo>
                <a:cubicBezTo>
                  <a:pt x="24014" y="39926"/>
                  <a:pt x="27235" y="36460"/>
                  <a:pt x="26901" y="34394"/>
                </a:cubicBezTo>
                <a:cubicBezTo>
                  <a:pt x="26567" y="32357"/>
                  <a:pt x="26324" y="32752"/>
                  <a:pt x="26567" y="32357"/>
                </a:cubicBezTo>
                <a:cubicBezTo>
                  <a:pt x="26780" y="31962"/>
                  <a:pt x="26536" y="31597"/>
                  <a:pt x="26324" y="31597"/>
                </a:cubicBezTo>
                <a:cubicBezTo>
                  <a:pt x="26141" y="31536"/>
                  <a:pt x="26141" y="31324"/>
                  <a:pt x="26141" y="31324"/>
                </a:cubicBezTo>
                <a:cubicBezTo>
                  <a:pt x="26141" y="31324"/>
                  <a:pt x="26172" y="30290"/>
                  <a:pt x="26476" y="30047"/>
                </a:cubicBezTo>
                <a:cubicBezTo>
                  <a:pt x="26749" y="29773"/>
                  <a:pt x="27327" y="29317"/>
                  <a:pt x="27327" y="29317"/>
                </a:cubicBezTo>
                <a:lnTo>
                  <a:pt x="28087" y="30746"/>
                </a:lnTo>
                <a:lnTo>
                  <a:pt x="28421" y="30716"/>
                </a:lnTo>
                <a:lnTo>
                  <a:pt x="28178" y="30989"/>
                </a:lnTo>
                <a:lnTo>
                  <a:pt x="29302" y="33390"/>
                </a:lnTo>
                <a:lnTo>
                  <a:pt x="30549" y="32661"/>
                </a:lnTo>
                <a:lnTo>
                  <a:pt x="29667" y="33786"/>
                </a:lnTo>
                <a:lnTo>
                  <a:pt x="31369" y="35153"/>
                </a:lnTo>
                <a:lnTo>
                  <a:pt x="32129" y="34394"/>
                </a:lnTo>
                <a:lnTo>
                  <a:pt x="31734" y="35275"/>
                </a:lnTo>
                <a:lnTo>
                  <a:pt x="34075" y="34910"/>
                </a:lnTo>
                <a:lnTo>
                  <a:pt x="34865" y="33482"/>
                </a:lnTo>
                <a:lnTo>
                  <a:pt x="34682" y="34363"/>
                </a:lnTo>
                <a:cubicBezTo>
                  <a:pt x="34682" y="34363"/>
                  <a:pt x="36689" y="31871"/>
                  <a:pt x="36628" y="29986"/>
                </a:cubicBezTo>
                <a:cubicBezTo>
                  <a:pt x="36537" y="28132"/>
                  <a:pt x="36962" y="25731"/>
                  <a:pt x="36233" y="24363"/>
                </a:cubicBezTo>
                <a:cubicBezTo>
                  <a:pt x="35534" y="22995"/>
                  <a:pt x="34713" y="20868"/>
                  <a:pt x="32433" y="20503"/>
                </a:cubicBezTo>
                <a:cubicBezTo>
                  <a:pt x="32408" y="20503"/>
                  <a:pt x="30999" y="19981"/>
                  <a:pt x="30113" y="19981"/>
                </a:cubicBezTo>
                <a:cubicBezTo>
                  <a:pt x="29908" y="19981"/>
                  <a:pt x="29732" y="20009"/>
                  <a:pt x="29606" y="20077"/>
                </a:cubicBezTo>
                <a:cubicBezTo>
                  <a:pt x="28967" y="20438"/>
                  <a:pt x="28582" y="20723"/>
                  <a:pt x="28312" y="20723"/>
                </a:cubicBezTo>
                <a:cubicBezTo>
                  <a:pt x="28287" y="20723"/>
                  <a:pt x="28262" y="20721"/>
                  <a:pt x="28239" y="20716"/>
                </a:cubicBezTo>
                <a:cubicBezTo>
                  <a:pt x="28017" y="20691"/>
                  <a:pt x="26822" y="20269"/>
                  <a:pt x="26293" y="20269"/>
                </a:cubicBezTo>
                <a:cubicBezTo>
                  <a:pt x="26167" y="20269"/>
                  <a:pt x="26079" y="20293"/>
                  <a:pt x="26050" y="20351"/>
                </a:cubicBezTo>
                <a:cubicBezTo>
                  <a:pt x="25959" y="20685"/>
                  <a:pt x="25837" y="21232"/>
                  <a:pt x="25837" y="21232"/>
                </a:cubicBezTo>
                <a:cubicBezTo>
                  <a:pt x="25837" y="21232"/>
                  <a:pt x="25594" y="21445"/>
                  <a:pt x="25351" y="21445"/>
                </a:cubicBezTo>
                <a:cubicBezTo>
                  <a:pt x="25077" y="21445"/>
                  <a:pt x="24895" y="21627"/>
                  <a:pt x="24956" y="21901"/>
                </a:cubicBezTo>
                <a:cubicBezTo>
                  <a:pt x="24956" y="21901"/>
                  <a:pt x="24764" y="21657"/>
                  <a:pt x="24566" y="21657"/>
                </a:cubicBezTo>
                <a:cubicBezTo>
                  <a:pt x="24502" y="21657"/>
                  <a:pt x="24437" y="21682"/>
                  <a:pt x="24378" y="21749"/>
                </a:cubicBezTo>
                <a:cubicBezTo>
                  <a:pt x="24166" y="22023"/>
                  <a:pt x="23983" y="22175"/>
                  <a:pt x="23770" y="22175"/>
                </a:cubicBezTo>
                <a:cubicBezTo>
                  <a:pt x="23761" y="22175"/>
                  <a:pt x="23749" y="22174"/>
                  <a:pt x="23733" y="22174"/>
                </a:cubicBezTo>
                <a:cubicBezTo>
                  <a:pt x="23495" y="22174"/>
                  <a:pt x="22579" y="22201"/>
                  <a:pt x="22950" y="23086"/>
                </a:cubicBezTo>
                <a:cubicBezTo>
                  <a:pt x="23284" y="24029"/>
                  <a:pt x="23983" y="25214"/>
                  <a:pt x="23770" y="25852"/>
                </a:cubicBezTo>
                <a:cubicBezTo>
                  <a:pt x="23588" y="26491"/>
                  <a:pt x="22707" y="27068"/>
                  <a:pt x="22646" y="27099"/>
                </a:cubicBezTo>
                <a:cubicBezTo>
                  <a:pt x="22555" y="27190"/>
                  <a:pt x="21947" y="27615"/>
                  <a:pt x="21947" y="27615"/>
                </a:cubicBezTo>
                <a:cubicBezTo>
                  <a:pt x="21947" y="27615"/>
                  <a:pt x="21278" y="27190"/>
                  <a:pt x="20974" y="27190"/>
                </a:cubicBezTo>
                <a:cubicBezTo>
                  <a:pt x="20670" y="27190"/>
                  <a:pt x="20396" y="26795"/>
                  <a:pt x="20427" y="26612"/>
                </a:cubicBezTo>
                <a:cubicBezTo>
                  <a:pt x="20427" y="26430"/>
                  <a:pt x="20822" y="25518"/>
                  <a:pt x="19728" y="24819"/>
                </a:cubicBezTo>
                <a:cubicBezTo>
                  <a:pt x="19292" y="24570"/>
                  <a:pt x="19119" y="24488"/>
                  <a:pt x="19071" y="24488"/>
                </a:cubicBezTo>
                <a:cubicBezTo>
                  <a:pt x="19024" y="24488"/>
                  <a:pt x="19091" y="24562"/>
                  <a:pt x="19150" y="24637"/>
                </a:cubicBezTo>
                <a:cubicBezTo>
                  <a:pt x="18968" y="24454"/>
                  <a:pt x="18451" y="23998"/>
                  <a:pt x="17934" y="23360"/>
                </a:cubicBezTo>
                <a:cubicBezTo>
                  <a:pt x="17235" y="22509"/>
                  <a:pt x="16415" y="21384"/>
                  <a:pt x="16111" y="21080"/>
                </a:cubicBezTo>
                <a:cubicBezTo>
                  <a:pt x="15824" y="20794"/>
                  <a:pt x="15404" y="19699"/>
                  <a:pt x="15279" y="19699"/>
                </a:cubicBezTo>
                <a:cubicBezTo>
                  <a:pt x="15271" y="19699"/>
                  <a:pt x="15265" y="19704"/>
                  <a:pt x="15260" y="19712"/>
                </a:cubicBezTo>
                <a:cubicBezTo>
                  <a:pt x="15260" y="19712"/>
                  <a:pt x="15077" y="19196"/>
                  <a:pt x="14621" y="18132"/>
                </a:cubicBezTo>
                <a:cubicBezTo>
                  <a:pt x="14165" y="17068"/>
                  <a:pt x="13253" y="15822"/>
                  <a:pt x="13253" y="15822"/>
                </a:cubicBezTo>
                <a:cubicBezTo>
                  <a:pt x="13253" y="15822"/>
                  <a:pt x="13041" y="15457"/>
                  <a:pt x="13101" y="14728"/>
                </a:cubicBezTo>
                <a:cubicBezTo>
                  <a:pt x="13132" y="13998"/>
                  <a:pt x="14257" y="9317"/>
                  <a:pt x="14500" y="8345"/>
                </a:cubicBezTo>
                <a:cubicBezTo>
                  <a:pt x="14773" y="7341"/>
                  <a:pt x="15168" y="5882"/>
                  <a:pt x="15412" y="5609"/>
                </a:cubicBezTo>
                <a:cubicBezTo>
                  <a:pt x="15639" y="5382"/>
                  <a:pt x="15677" y="5259"/>
                  <a:pt x="15788" y="5259"/>
                </a:cubicBezTo>
                <a:cubicBezTo>
                  <a:pt x="15811" y="5259"/>
                  <a:pt x="15837" y="5264"/>
                  <a:pt x="15868" y="5275"/>
                </a:cubicBezTo>
                <a:cubicBezTo>
                  <a:pt x="15900" y="5279"/>
                  <a:pt x="15952" y="5281"/>
                  <a:pt x="16020" y="5281"/>
                </a:cubicBezTo>
                <a:cubicBezTo>
                  <a:pt x="16285" y="5281"/>
                  <a:pt x="16781" y="5253"/>
                  <a:pt x="17182" y="5253"/>
                </a:cubicBezTo>
                <a:cubicBezTo>
                  <a:pt x="17360" y="5253"/>
                  <a:pt x="17519" y="5259"/>
                  <a:pt x="17630" y="5275"/>
                </a:cubicBezTo>
                <a:cubicBezTo>
                  <a:pt x="18056" y="5305"/>
                  <a:pt x="18603" y="5275"/>
                  <a:pt x="18998" y="5335"/>
                </a:cubicBezTo>
                <a:cubicBezTo>
                  <a:pt x="19106" y="5362"/>
                  <a:pt x="19200" y="5371"/>
                  <a:pt x="19282" y="5371"/>
                </a:cubicBezTo>
                <a:cubicBezTo>
                  <a:pt x="19417" y="5371"/>
                  <a:pt x="19519" y="5348"/>
                  <a:pt x="19590" y="5348"/>
                </a:cubicBezTo>
                <a:cubicBezTo>
                  <a:pt x="19621" y="5348"/>
                  <a:pt x="19647" y="5352"/>
                  <a:pt x="19667" y="5366"/>
                </a:cubicBezTo>
                <a:cubicBezTo>
                  <a:pt x="19780" y="5434"/>
                  <a:pt x="20096" y="5738"/>
                  <a:pt x="20287" y="5738"/>
                </a:cubicBezTo>
                <a:cubicBezTo>
                  <a:pt x="20353" y="5738"/>
                  <a:pt x="20404" y="5702"/>
                  <a:pt x="20427" y="5609"/>
                </a:cubicBezTo>
                <a:cubicBezTo>
                  <a:pt x="20548" y="5183"/>
                  <a:pt x="20518" y="4849"/>
                  <a:pt x="19819" y="4667"/>
                </a:cubicBezTo>
                <a:cubicBezTo>
                  <a:pt x="19150" y="4515"/>
                  <a:pt x="18664" y="4424"/>
                  <a:pt x="18573" y="4393"/>
                </a:cubicBezTo>
                <a:cubicBezTo>
                  <a:pt x="18512" y="4363"/>
                  <a:pt x="18360" y="4211"/>
                  <a:pt x="18451" y="4089"/>
                </a:cubicBezTo>
                <a:cubicBezTo>
                  <a:pt x="18531" y="3982"/>
                  <a:pt x="18564" y="3805"/>
                  <a:pt x="18840" y="3805"/>
                </a:cubicBezTo>
                <a:cubicBezTo>
                  <a:pt x="18878" y="3805"/>
                  <a:pt x="18920" y="3808"/>
                  <a:pt x="18968" y="3816"/>
                </a:cubicBezTo>
                <a:cubicBezTo>
                  <a:pt x="19086" y="3845"/>
                  <a:pt x="19233" y="3865"/>
                  <a:pt x="19373" y="3865"/>
                </a:cubicBezTo>
                <a:cubicBezTo>
                  <a:pt x="19664" y="3865"/>
                  <a:pt x="19922" y="3779"/>
                  <a:pt x="19819" y="3512"/>
                </a:cubicBezTo>
                <a:lnTo>
                  <a:pt x="19819" y="3512"/>
                </a:lnTo>
                <a:cubicBezTo>
                  <a:pt x="19819" y="3512"/>
                  <a:pt x="19941" y="3542"/>
                  <a:pt x="20366" y="3603"/>
                </a:cubicBezTo>
                <a:cubicBezTo>
                  <a:pt x="20386" y="3604"/>
                  <a:pt x="20406" y="3605"/>
                  <a:pt x="20425" y="3605"/>
                </a:cubicBezTo>
                <a:cubicBezTo>
                  <a:pt x="20814" y="3605"/>
                  <a:pt x="21032" y="3321"/>
                  <a:pt x="20974" y="3147"/>
                </a:cubicBezTo>
                <a:cubicBezTo>
                  <a:pt x="20944" y="2934"/>
                  <a:pt x="20336" y="2934"/>
                  <a:pt x="19971" y="2782"/>
                </a:cubicBezTo>
                <a:cubicBezTo>
                  <a:pt x="19637" y="2691"/>
                  <a:pt x="19454" y="2569"/>
                  <a:pt x="19454" y="2569"/>
                </a:cubicBezTo>
                <a:cubicBezTo>
                  <a:pt x="19454" y="2569"/>
                  <a:pt x="19606" y="2478"/>
                  <a:pt x="20427" y="2417"/>
                </a:cubicBezTo>
                <a:cubicBezTo>
                  <a:pt x="21278" y="2326"/>
                  <a:pt x="21582" y="2113"/>
                  <a:pt x="21582" y="1870"/>
                </a:cubicBezTo>
                <a:cubicBezTo>
                  <a:pt x="21582" y="1658"/>
                  <a:pt x="21430" y="1627"/>
                  <a:pt x="21339" y="1566"/>
                </a:cubicBezTo>
                <a:cubicBezTo>
                  <a:pt x="21333" y="1564"/>
                  <a:pt x="21321" y="1562"/>
                  <a:pt x="21303" y="1562"/>
                </a:cubicBezTo>
                <a:cubicBezTo>
                  <a:pt x="21125" y="1562"/>
                  <a:pt x="20396" y="1688"/>
                  <a:pt x="20396" y="1688"/>
                </a:cubicBezTo>
                <a:cubicBezTo>
                  <a:pt x="20396" y="1688"/>
                  <a:pt x="20974" y="928"/>
                  <a:pt x="21156" y="654"/>
                </a:cubicBezTo>
                <a:cubicBezTo>
                  <a:pt x="21301" y="462"/>
                  <a:pt x="21369" y="1"/>
                  <a:pt x="2113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9" name="Google Shape;1399;p180"/>
          <p:cNvSpPr/>
          <p:nvPr/>
        </p:nvSpPr>
        <p:spPr>
          <a:xfrm>
            <a:off x="7083600" y="1705625"/>
            <a:ext cx="1746040" cy="4437632"/>
          </a:xfrm>
          <a:custGeom>
            <a:rect b="b" l="l" r="r" t="t"/>
            <a:pathLst>
              <a:path extrusionOk="0" h="93943" w="36963">
                <a:moveTo>
                  <a:pt x="10974" y="20685"/>
                </a:moveTo>
                <a:cubicBezTo>
                  <a:pt x="10974" y="20685"/>
                  <a:pt x="11794" y="22691"/>
                  <a:pt x="11855" y="22813"/>
                </a:cubicBezTo>
                <a:cubicBezTo>
                  <a:pt x="11946" y="22934"/>
                  <a:pt x="11217" y="24424"/>
                  <a:pt x="11217" y="24789"/>
                </a:cubicBezTo>
                <a:cubicBezTo>
                  <a:pt x="11217" y="25160"/>
                  <a:pt x="11405" y="25584"/>
                  <a:pt x="11679" y="25584"/>
                </a:cubicBezTo>
                <a:cubicBezTo>
                  <a:pt x="11697" y="25584"/>
                  <a:pt x="11715" y="25583"/>
                  <a:pt x="11734" y="25579"/>
                </a:cubicBezTo>
                <a:cubicBezTo>
                  <a:pt x="11807" y="25572"/>
                  <a:pt x="11874" y="25566"/>
                  <a:pt x="11938" y="25566"/>
                </a:cubicBezTo>
                <a:cubicBezTo>
                  <a:pt x="12138" y="25566"/>
                  <a:pt x="12294" y="25621"/>
                  <a:pt x="12433" y="25852"/>
                </a:cubicBezTo>
                <a:cubicBezTo>
                  <a:pt x="12615" y="26156"/>
                  <a:pt x="13405" y="27403"/>
                  <a:pt x="13405" y="27403"/>
                </a:cubicBezTo>
                <a:lnTo>
                  <a:pt x="12554" y="29166"/>
                </a:lnTo>
                <a:lnTo>
                  <a:pt x="12342" y="29378"/>
                </a:lnTo>
                <a:lnTo>
                  <a:pt x="11339" y="27099"/>
                </a:lnTo>
                <a:cubicBezTo>
                  <a:pt x="11339" y="27099"/>
                  <a:pt x="10275" y="23542"/>
                  <a:pt x="10123" y="22782"/>
                </a:cubicBezTo>
                <a:cubicBezTo>
                  <a:pt x="9971" y="22023"/>
                  <a:pt x="9819" y="21475"/>
                  <a:pt x="10032" y="21293"/>
                </a:cubicBezTo>
                <a:cubicBezTo>
                  <a:pt x="10214" y="21080"/>
                  <a:pt x="10974" y="20685"/>
                  <a:pt x="10974" y="20685"/>
                </a:cubicBezTo>
                <a:close/>
                <a:moveTo>
                  <a:pt x="21133" y="1"/>
                </a:moveTo>
                <a:cubicBezTo>
                  <a:pt x="21072" y="1"/>
                  <a:pt x="20990" y="32"/>
                  <a:pt x="20883" y="107"/>
                </a:cubicBezTo>
                <a:cubicBezTo>
                  <a:pt x="20396" y="442"/>
                  <a:pt x="19120" y="1658"/>
                  <a:pt x="19120" y="1658"/>
                </a:cubicBezTo>
                <a:lnTo>
                  <a:pt x="18573" y="1961"/>
                </a:lnTo>
                <a:cubicBezTo>
                  <a:pt x="18542" y="1961"/>
                  <a:pt x="17874" y="1992"/>
                  <a:pt x="17539" y="2083"/>
                </a:cubicBezTo>
                <a:cubicBezTo>
                  <a:pt x="17235" y="2144"/>
                  <a:pt x="16384" y="2600"/>
                  <a:pt x="15959" y="2752"/>
                </a:cubicBezTo>
                <a:cubicBezTo>
                  <a:pt x="15533" y="2904"/>
                  <a:pt x="15016" y="3025"/>
                  <a:pt x="14257" y="3816"/>
                </a:cubicBezTo>
                <a:cubicBezTo>
                  <a:pt x="13497" y="4606"/>
                  <a:pt x="13405" y="5031"/>
                  <a:pt x="13162" y="5639"/>
                </a:cubicBezTo>
                <a:cubicBezTo>
                  <a:pt x="12889" y="6247"/>
                  <a:pt x="11855" y="7858"/>
                  <a:pt x="11339" y="9226"/>
                </a:cubicBezTo>
                <a:cubicBezTo>
                  <a:pt x="10761" y="10594"/>
                  <a:pt x="9393" y="14393"/>
                  <a:pt x="9424" y="14849"/>
                </a:cubicBezTo>
                <a:cubicBezTo>
                  <a:pt x="9454" y="15305"/>
                  <a:pt x="9728" y="15700"/>
                  <a:pt x="9849" y="15974"/>
                </a:cubicBezTo>
                <a:cubicBezTo>
                  <a:pt x="9971" y="16247"/>
                  <a:pt x="10123" y="17038"/>
                  <a:pt x="10123" y="17038"/>
                </a:cubicBezTo>
                <a:cubicBezTo>
                  <a:pt x="10123" y="17038"/>
                  <a:pt x="9728" y="17068"/>
                  <a:pt x="9545" y="17494"/>
                </a:cubicBezTo>
                <a:cubicBezTo>
                  <a:pt x="9363" y="17919"/>
                  <a:pt x="9120" y="18497"/>
                  <a:pt x="8816" y="18831"/>
                </a:cubicBezTo>
                <a:cubicBezTo>
                  <a:pt x="8512" y="19165"/>
                  <a:pt x="7873" y="19895"/>
                  <a:pt x="7843" y="21293"/>
                </a:cubicBezTo>
                <a:cubicBezTo>
                  <a:pt x="7782" y="22691"/>
                  <a:pt x="7995" y="23907"/>
                  <a:pt x="8056" y="24150"/>
                </a:cubicBezTo>
                <a:cubicBezTo>
                  <a:pt x="8147" y="24363"/>
                  <a:pt x="8481" y="29074"/>
                  <a:pt x="8542" y="29621"/>
                </a:cubicBezTo>
                <a:cubicBezTo>
                  <a:pt x="8633" y="30138"/>
                  <a:pt x="9211" y="31780"/>
                  <a:pt x="9241" y="32053"/>
                </a:cubicBezTo>
                <a:cubicBezTo>
                  <a:pt x="9272" y="32327"/>
                  <a:pt x="9515" y="33239"/>
                  <a:pt x="9910" y="33330"/>
                </a:cubicBezTo>
                <a:cubicBezTo>
                  <a:pt x="9910" y="33330"/>
                  <a:pt x="8846" y="35062"/>
                  <a:pt x="8846" y="35123"/>
                </a:cubicBezTo>
                <a:cubicBezTo>
                  <a:pt x="8846" y="35214"/>
                  <a:pt x="8025" y="36217"/>
                  <a:pt x="8208" y="36521"/>
                </a:cubicBezTo>
                <a:cubicBezTo>
                  <a:pt x="8390" y="36825"/>
                  <a:pt x="9363" y="38102"/>
                  <a:pt x="9393" y="38163"/>
                </a:cubicBezTo>
                <a:lnTo>
                  <a:pt x="9424" y="38254"/>
                </a:lnTo>
                <a:cubicBezTo>
                  <a:pt x="9424" y="38254"/>
                  <a:pt x="9363" y="39105"/>
                  <a:pt x="9454" y="39682"/>
                </a:cubicBezTo>
                <a:cubicBezTo>
                  <a:pt x="9576" y="40260"/>
                  <a:pt x="9606" y="41050"/>
                  <a:pt x="9667" y="41385"/>
                </a:cubicBezTo>
                <a:cubicBezTo>
                  <a:pt x="9697" y="41749"/>
                  <a:pt x="10214" y="48679"/>
                  <a:pt x="10214" y="48679"/>
                </a:cubicBezTo>
                <a:cubicBezTo>
                  <a:pt x="10214" y="48679"/>
                  <a:pt x="10164" y="48564"/>
                  <a:pt x="10138" y="48564"/>
                </a:cubicBezTo>
                <a:cubicBezTo>
                  <a:pt x="10129" y="48564"/>
                  <a:pt x="10123" y="48579"/>
                  <a:pt x="10123" y="48619"/>
                </a:cubicBezTo>
                <a:cubicBezTo>
                  <a:pt x="10153" y="48801"/>
                  <a:pt x="10032" y="49713"/>
                  <a:pt x="10275" y="50199"/>
                </a:cubicBezTo>
                <a:cubicBezTo>
                  <a:pt x="10457" y="50716"/>
                  <a:pt x="10487" y="51263"/>
                  <a:pt x="10487" y="51385"/>
                </a:cubicBezTo>
                <a:cubicBezTo>
                  <a:pt x="10487" y="51506"/>
                  <a:pt x="10609" y="51658"/>
                  <a:pt x="10609" y="51689"/>
                </a:cubicBezTo>
                <a:cubicBezTo>
                  <a:pt x="10639" y="51780"/>
                  <a:pt x="10487" y="52752"/>
                  <a:pt x="10457" y="52783"/>
                </a:cubicBezTo>
                <a:cubicBezTo>
                  <a:pt x="10427" y="52844"/>
                  <a:pt x="10366" y="52935"/>
                  <a:pt x="9606" y="53786"/>
                </a:cubicBezTo>
                <a:cubicBezTo>
                  <a:pt x="8846" y="54667"/>
                  <a:pt x="6566" y="56825"/>
                  <a:pt x="6080" y="57585"/>
                </a:cubicBezTo>
                <a:cubicBezTo>
                  <a:pt x="5594" y="58345"/>
                  <a:pt x="5290" y="58680"/>
                  <a:pt x="4712" y="59470"/>
                </a:cubicBezTo>
                <a:cubicBezTo>
                  <a:pt x="4135" y="60291"/>
                  <a:pt x="2311" y="63057"/>
                  <a:pt x="1825" y="63938"/>
                </a:cubicBezTo>
                <a:cubicBezTo>
                  <a:pt x="1217" y="64850"/>
                  <a:pt x="1" y="66917"/>
                  <a:pt x="31" y="68072"/>
                </a:cubicBezTo>
                <a:cubicBezTo>
                  <a:pt x="31" y="69196"/>
                  <a:pt x="730" y="70412"/>
                  <a:pt x="913" y="70777"/>
                </a:cubicBezTo>
                <a:cubicBezTo>
                  <a:pt x="1095" y="71111"/>
                  <a:pt x="1369" y="72023"/>
                  <a:pt x="1764" y="72966"/>
                </a:cubicBezTo>
                <a:cubicBezTo>
                  <a:pt x="2129" y="73908"/>
                  <a:pt x="2706" y="75701"/>
                  <a:pt x="3314" y="77039"/>
                </a:cubicBezTo>
                <a:cubicBezTo>
                  <a:pt x="3922" y="78376"/>
                  <a:pt x="4560" y="79470"/>
                  <a:pt x="4864" y="80412"/>
                </a:cubicBezTo>
                <a:cubicBezTo>
                  <a:pt x="5168" y="81324"/>
                  <a:pt x="5290" y="81567"/>
                  <a:pt x="5290" y="81567"/>
                </a:cubicBezTo>
                <a:cubicBezTo>
                  <a:pt x="5290" y="81567"/>
                  <a:pt x="5290" y="81902"/>
                  <a:pt x="5351" y="81963"/>
                </a:cubicBezTo>
                <a:cubicBezTo>
                  <a:pt x="5442" y="82084"/>
                  <a:pt x="5563" y="82084"/>
                  <a:pt x="5563" y="82327"/>
                </a:cubicBezTo>
                <a:cubicBezTo>
                  <a:pt x="5563" y="82571"/>
                  <a:pt x="5563" y="82814"/>
                  <a:pt x="5624" y="82935"/>
                </a:cubicBezTo>
                <a:cubicBezTo>
                  <a:pt x="5715" y="83026"/>
                  <a:pt x="5746" y="83118"/>
                  <a:pt x="5746" y="83300"/>
                </a:cubicBezTo>
                <a:cubicBezTo>
                  <a:pt x="5746" y="83482"/>
                  <a:pt x="5776" y="83543"/>
                  <a:pt x="5746" y="83634"/>
                </a:cubicBezTo>
                <a:cubicBezTo>
                  <a:pt x="5746" y="83756"/>
                  <a:pt x="5655" y="83908"/>
                  <a:pt x="5715" y="84030"/>
                </a:cubicBezTo>
                <a:cubicBezTo>
                  <a:pt x="5746" y="84090"/>
                  <a:pt x="5928" y="84181"/>
                  <a:pt x="5928" y="84181"/>
                </a:cubicBezTo>
                <a:cubicBezTo>
                  <a:pt x="5928" y="84181"/>
                  <a:pt x="5928" y="84303"/>
                  <a:pt x="6050" y="84820"/>
                </a:cubicBezTo>
                <a:cubicBezTo>
                  <a:pt x="6202" y="85397"/>
                  <a:pt x="6262" y="85884"/>
                  <a:pt x="6232" y="86522"/>
                </a:cubicBezTo>
                <a:cubicBezTo>
                  <a:pt x="6202" y="87160"/>
                  <a:pt x="6050" y="87707"/>
                  <a:pt x="6171" y="88893"/>
                </a:cubicBezTo>
                <a:cubicBezTo>
                  <a:pt x="6262" y="90017"/>
                  <a:pt x="6202" y="90534"/>
                  <a:pt x="6110" y="90595"/>
                </a:cubicBezTo>
                <a:cubicBezTo>
                  <a:pt x="6080" y="90656"/>
                  <a:pt x="5503" y="90838"/>
                  <a:pt x="5199" y="90899"/>
                </a:cubicBezTo>
                <a:cubicBezTo>
                  <a:pt x="4955" y="90960"/>
                  <a:pt x="4743" y="91142"/>
                  <a:pt x="4682" y="91172"/>
                </a:cubicBezTo>
                <a:cubicBezTo>
                  <a:pt x="4675" y="91174"/>
                  <a:pt x="4667" y="91175"/>
                  <a:pt x="4658" y="91175"/>
                </a:cubicBezTo>
                <a:cubicBezTo>
                  <a:pt x="4581" y="91175"/>
                  <a:pt x="4423" y="91119"/>
                  <a:pt x="4275" y="91119"/>
                </a:cubicBezTo>
                <a:cubicBezTo>
                  <a:pt x="4130" y="91119"/>
                  <a:pt x="3995" y="91172"/>
                  <a:pt x="3952" y="91385"/>
                </a:cubicBezTo>
                <a:cubicBezTo>
                  <a:pt x="3892" y="91841"/>
                  <a:pt x="4135" y="92297"/>
                  <a:pt x="4864" y="92297"/>
                </a:cubicBezTo>
                <a:cubicBezTo>
                  <a:pt x="5563" y="92297"/>
                  <a:pt x="7022" y="92297"/>
                  <a:pt x="7387" y="92236"/>
                </a:cubicBezTo>
                <a:cubicBezTo>
                  <a:pt x="7721" y="92145"/>
                  <a:pt x="8299" y="91628"/>
                  <a:pt x="8360" y="91051"/>
                </a:cubicBezTo>
                <a:cubicBezTo>
                  <a:pt x="8390" y="90473"/>
                  <a:pt x="8542" y="89379"/>
                  <a:pt x="8694" y="88923"/>
                </a:cubicBezTo>
                <a:cubicBezTo>
                  <a:pt x="8846" y="88467"/>
                  <a:pt x="9363" y="87920"/>
                  <a:pt x="10335" y="87160"/>
                </a:cubicBezTo>
                <a:cubicBezTo>
                  <a:pt x="11339" y="86400"/>
                  <a:pt x="11977" y="85124"/>
                  <a:pt x="11247" y="84394"/>
                </a:cubicBezTo>
                <a:cubicBezTo>
                  <a:pt x="10487" y="83665"/>
                  <a:pt x="10184" y="83634"/>
                  <a:pt x="10001" y="83300"/>
                </a:cubicBezTo>
                <a:cubicBezTo>
                  <a:pt x="9819" y="82966"/>
                  <a:pt x="9819" y="82905"/>
                  <a:pt x="9819" y="82905"/>
                </a:cubicBezTo>
                <a:cubicBezTo>
                  <a:pt x="9819" y="82905"/>
                  <a:pt x="9971" y="82814"/>
                  <a:pt x="9758" y="82510"/>
                </a:cubicBezTo>
                <a:cubicBezTo>
                  <a:pt x="9576" y="82206"/>
                  <a:pt x="9545" y="82267"/>
                  <a:pt x="9454" y="82084"/>
                </a:cubicBezTo>
                <a:cubicBezTo>
                  <a:pt x="9393" y="81841"/>
                  <a:pt x="9606" y="81811"/>
                  <a:pt x="9454" y="81537"/>
                </a:cubicBezTo>
                <a:cubicBezTo>
                  <a:pt x="9272" y="81324"/>
                  <a:pt x="9302" y="80868"/>
                  <a:pt x="9241" y="80777"/>
                </a:cubicBezTo>
                <a:cubicBezTo>
                  <a:pt x="9211" y="80716"/>
                  <a:pt x="9150" y="80473"/>
                  <a:pt x="9120" y="80382"/>
                </a:cubicBezTo>
                <a:cubicBezTo>
                  <a:pt x="9120" y="80291"/>
                  <a:pt x="8816" y="78923"/>
                  <a:pt x="8785" y="78893"/>
                </a:cubicBezTo>
                <a:cubicBezTo>
                  <a:pt x="8785" y="78862"/>
                  <a:pt x="8664" y="77707"/>
                  <a:pt x="8755" y="77039"/>
                </a:cubicBezTo>
                <a:cubicBezTo>
                  <a:pt x="8816" y="76339"/>
                  <a:pt x="9150" y="74759"/>
                  <a:pt x="8512" y="73482"/>
                </a:cubicBezTo>
                <a:cubicBezTo>
                  <a:pt x="7843" y="72236"/>
                  <a:pt x="7083" y="70899"/>
                  <a:pt x="7022" y="70838"/>
                </a:cubicBezTo>
                <a:cubicBezTo>
                  <a:pt x="6992" y="70716"/>
                  <a:pt x="6779" y="69987"/>
                  <a:pt x="6688" y="69926"/>
                </a:cubicBezTo>
                <a:cubicBezTo>
                  <a:pt x="6627" y="69835"/>
                  <a:pt x="6627" y="69622"/>
                  <a:pt x="6536" y="69592"/>
                </a:cubicBezTo>
                <a:cubicBezTo>
                  <a:pt x="6485" y="69541"/>
                  <a:pt x="6498" y="69426"/>
                  <a:pt x="6450" y="69426"/>
                </a:cubicBezTo>
                <a:cubicBezTo>
                  <a:pt x="6441" y="69426"/>
                  <a:pt x="6429" y="69430"/>
                  <a:pt x="6414" y="69440"/>
                </a:cubicBezTo>
                <a:cubicBezTo>
                  <a:pt x="6354" y="69440"/>
                  <a:pt x="7022" y="68437"/>
                  <a:pt x="7296" y="68254"/>
                </a:cubicBezTo>
                <a:cubicBezTo>
                  <a:pt x="7569" y="68072"/>
                  <a:pt x="8360" y="66734"/>
                  <a:pt x="9606" y="66157"/>
                </a:cubicBezTo>
                <a:cubicBezTo>
                  <a:pt x="10822" y="65579"/>
                  <a:pt x="11794" y="64971"/>
                  <a:pt x="12615" y="64212"/>
                </a:cubicBezTo>
                <a:cubicBezTo>
                  <a:pt x="13466" y="63452"/>
                  <a:pt x="14530" y="62206"/>
                  <a:pt x="14530" y="62205"/>
                </a:cubicBezTo>
                <a:lnTo>
                  <a:pt x="14530" y="62205"/>
                </a:lnTo>
                <a:cubicBezTo>
                  <a:pt x="14530" y="62206"/>
                  <a:pt x="14439" y="67981"/>
                  <a:pt x="14439" y="68771"/>
                </a:cubicBezTo>
                <a:cubicBezTo>
                  <a:pt x="14439" y="69592"/>
                  <a:pt x="14773" y="72175"/>
                  <a:pt x="15168" y="73118"/>
                </a:cubicBezTo>
                <a:cubicBezTo>
                  <a:pt x="15533" y="74060"/>
                  <a:pt x="16111" y="74698"/>
                  <a:pt x="18573" y="76461"/>
                </a:cubicBezTo>
                <a:cubicBezTo>
                  <a:pt x="21065" y="78254"/>
                  <a:pt x="24591" y="81476"/>
                  <a:pt x="24652" y="81507"/>
                </a:cubicBezTo>
                <a:cubicBezTo>
                  <a:pt x="24743" y="81537"/>
                  <a:pt x="26901" y="83878"/>
                  <a:pt x="27084" y="84212"/>
                </a:cubicBezTo>
                <a:cubicBezTo>
                  <a:pt x="27296" y="84546"/>
                  <a:pt x="27235" y="85154"/>
                  <a:pt x="27539" y="85276"/>
                </a:cubicBezTo>
                <a:cubicBezTo>
                  <a:pt x="27843" y="85397"/>
                  <a:pt x="27843" y="85337"/>
                  <a:pt x="27843" y="85580"/>
                </a:cubicBezTo>
                <a:cubicBezTo>
                  <a:pt x="27843" y="85762"/>
                  <a:pt x="27843" y="85762"/>
                  <a:pt x="27935" y="85853"/>
                </a:cubicBezTo>
                <a:cubicBezTo>
                  <a:pt x="27965" y="85914"/>
                  <a:pt x="28056" y="86036"/>
                  <a:pt x="28117" y="86066"/>
                </a:cubicBezTo>
                <a:cubicBezTo>
                  <a:pt x="28208" y="86066"/>
                  <a:pt x="28299" y="86127"/>
                  <a:pt x="28299" y="86127"/>
                </a:cubicBezTo>
                <a:cubicBezTo>
                  <a:pt x="28299" y="86127"/>
                  <a:pt x="28147" y="86279"/>
                  <a:pt x="28421" y="86826"/>
                </a:cubicBezTo>
                <a:cubicBezTo>
                  <a:pt x="28694" y="87373"/>
                  <a:pt x="28998" y="87890"/>
                  <a:pt x="28968" y="89379"/>
                </a:cubicBezTo>
                <a:cubicBezTo>
                  <a:pt x="28907" y="90869"/>
                  <a:pt x="28968" y="91628"/>
                  <a:pt x="28725" y="91841"/>
                </a:cubicBezTo>
                <a:cubicBezTo>
                  <a:pt x="28512" y="92084"/>
                  <a:pt x="28299" y="92267"/>
                  <a:pt x="28087" y="92388"/>
                </a:cubicBezTo>
                <a:cubicBezTo>
                  <a:pt x="27843" y="92449"/>
                  <a:pt x="27296" y="92388"/>
                  <a:pt x="27175" y="92571"/>
                </a:cubicBezTo>
                <a:cubicBezTo>
                  <a:pt x="27023" y="92753"/>
                  <a:pt x="27023" y="93483"/>
                  <a:pt x="27539" y="93635"/>
                </a:cubicBezTo>
                <a:cubicBezTo>
                  <a:pt x="27722" y="93685"/>
                  <a:pt x="27864" y="93702"/>
                  <a:pt x="27972" y="93702"/>
                </a:cubicBezTo>
                <a:cubicBezTo>
                  <a:pt x="28188" y="93702"/>
                  <a:pt x="28269" y="93635"/>
                  <a:pt x="28269" y="93635"/>
                </a:cubicBezTo>
                <a:cubicBezTo>
                  <a:pt x="28269" y="93635"/>
                  <a:pt x="28463" y="93829"/>
                  <a:pt x="28821" y="93829"/>
                </a:cubicBezTo>
                <a:cubicBezTo>
                  <a:pt x="28911" y="93829"/>
                  <a:pt x="29011" y="93817"/>
                  <a:pt x="29120" y="93787"/>
                </a:cubicBezTo>
                <a:cubicBezTo>
                  <a:pt x="29120" y="93787"/>
                  <a:pt x="29342" y="93889"/>
                  <a:pt x="29607" y="93889"/>
                </a:cubicBezTo>
                <a:cubicBezTo>
                  <a:pt x="29696" y="93889"/>
                  <a:pt x="29789" y="93878"/>
                  <a:pt x="29880" y="93847"/>
                </a:cubicBezTo>
                <a:lnTo>
                  <a:pt x="29910" y="93847"/>
                </a:lnTo>
                <a:cubicBezTo>
                  <a:pt x="29956" y="93824"/>
                  <a:pt x="30000" y="93815"/>
                  <a:pt x="30043" y="93815"/>
                </a:cubicBezTo>
                <a:cubicBezTo>
                  <a:pt x="30203" y="93815"/>
                  <a:pt x="30345" y="93943"/>
                  <a:pt x="30514" y="93943"/>
                </a:cubicBezTo>
                <a:cubicBezTo>
                  <a:pt x="30598" y="93943"/>
                  <a:pt x="30689" y="93911"/>
                  <a:pt x="30792" y="93817"/>
                </a:cubicBezTo>
                <a:cubicBezTo>
                  <a:pt x="30792" y="93817"/>
                  <a:pt x="30936" y="93889"/>
                  <a:pt x="31123" y="93889"/>
                </a:cubicBezTo>
                <a:cubicBezTo>
                  <a:pt x="31320" y="93889"/>
                  <a:pt x="31563" y="93809"/>
                  <a:pt x="31734" y="93483"/>
                </a:cubicBezTo>
                <a:cubicBezTo>
                  <a:pt x="32038" y="92844"/>
                  <a:pt x="32160" y="92905"/>
                  <a:pt x="32372" y="92753"/>
                </a:cubicBezTo>
                <a:cubicBezTo>
                  <a:pt x="32616" y="92571"/>
                  <a:pt x="33011" y="92267"/>
                  <a:pt x="33102" y="90565"/>
                </a:cubicBezTo>
                <a:cubicBezTo>
                  <a:pt x="33132" y="88832"/>
                  <a:pt x="33527" y="88194"/>
                  <a:pt x="33619" y="87981"/>
                </a:cubicBezTo>
                <a:cubicBezTo>
                  <a:pt x="33710" y="87738"/>
                  <a:pt x="34804" y="86157"/>
                  <a:pt x="33740" y="85276"/>
                </a:cubicBezTo>
                <a:cubicBezTo>
                  <a:pt x="32676" y="84364"/>
                  <a:pt x="31187" y="83574"/>
                  <a:pt x="31187" y="83574"/>
                </a:cubicBezTo>
                <a:cubicBezTo>
                  <a:pt x="31187" y="83574"/>
                  <a:pt x="31430" y="83513"/>
                  <a:pt x="31005" y="83148"/>
                </a:cubicBezTo>
                <a:cubicBezTo>
                  <a:pt x="30579" y="82753"/>
                  <a:pt x="29789" y="81932"/>
                  <a:pt x="29454" y="81233"/>
                </a:cubicBezTo>
                <a:cubicBezTo>
                  <a:pt x="29120" y="80595"/>
                  <a:pt x="28117" y="78710"/>
                  <a:pt x="27965" y="78498"/>
                </a:cubicBezTo>
                <a:cubicBezTo>
                  <a:pt x="27813" y="78315"/>
                  <a:pt x="27084" y="76583"/>
                  <a:pt x="26172" y="75519"/>
                </a:cubicBezTo>
                <a:cubicBezTo>
                  <a:pt x="25260" y="74394"/>
                  <a:pt x="23801" y="73239"/>
                  <a:pt x="22798" y="72540"/>
                </a:cubicBezTo>
                <a:cubicBezTo>
                  <a:pt x="21825" y="71871"/>
                  <a:pt x="21430" y="71598"/>
                  <a:pt x="21369" y="71507"/>
                </a:cubicBezTo>
                <a:cubicBezTo>
                  <a:pt x="21278" y="71446"/>
                  <a:pt x="21004" y="70807"/>
                  <a:pt x="21004" y="70595"/>
                </a:cubicBezTo>
                <a:cubicBezTo>
                  <a:pt x="21004" y="70412"/>
                  <a:pt x="21460" y="68224"/>
                  <a:pt x="21582" y="67707"/>
                </a:cubicBezTo>
                <a:cubicBezTo>
                  <a:pt x="21703" y="67221"/>
                  <a:pt x="22585" y="65093"/>
                  <a:pt x="22737" y="63604"/>
                </a:cubicBezTo>
                <a:cubicBezTo>
                  <a:pt x="22919" y="62145"/>
                  <a:pt x="23345" y="61142"/>
                  <a:pt x="23588" y="60230"/>
                </a:cubicBezTo>
                <a:cubicBezTo>
                  <a:pt x="23831" y="59318"/>
                  <a:pt x="25685" y="52752"/>
                  <a:pt x="22190" y="49075"/>
                </a:cubicBezTo>
                <a:cubicBezTo>
                  <a:pt x="22190" y="49075"/>
                  <a:pt x="21521" y="48345"/>
                  <a:pt x="21308" y="48102"/>
                </a:cubicBezTo>
                <a:cubicBezTo>
                  <a:pt x="21156" y="47889"/>
                  <a:pt x="21004" y="47646"/>
                  <a:pt x="20974" y="47555"/>
                </a:cubicBezTo>
                <a:cubicBezTo>
                  <a:pt x="20945" y="47438"/>
                  <a:pt x="20832" y="47127"/>
                  <a:pt x="20690" y="47127"/>
                </a:cubicBezTo>
                <a:cubicBezTo>
                  <a:pt x="20683" y="47127"/>
                  <a:pt x="20677" y="47128"/>
                  <a:pt x="20670" y="47129"/>
                </a:cubicBezTo>
                <a:cubicBezTo>
                  <a:pt x="20670" y="47129"/>
                  <a:pt x="20488" y="46369"/>
                  <a:pt x="20488" y="46065"/>
                </a:cubicBezTo>
                <a:lnTo>
                  <a:pt x="20488" y="45731"/>
                </a:lnTo>
                <a:cubicBezTo>
                  <a:pt x="20488" y="45731"/>
                  <a:pt x="20546" y="45751"/>
                  <a:pt x="20603" y="45751"/>
                </a:cubicBezTo>
                <a:cubicBezTo>
                  <a:pt x="20669" y="45751"/>
                  <a:pt x="20733" y="45724"/>
                  <a:pt x="20700" y="45610"/>
                </a:cubicBezTo>
                <a:cubicBezTo>
                  <a:pt x="20670" y="45366"/>
                  <a:pt x="20366" y="44090"/>
                  <a:pt x="20670" y="43695"/>
                </a:cubicBezTo>
                <a:cubicBezTo>
                  <a:pt x="20974" y="43360"/>
                  <a:pt x="21278" y="42904"/>
                  <a:pt x="21430" y="42600"/>
                </a:cubicBezTo>
                <a:cubicBezTo>
                  <a:pt x="21582" y="42296"/>
                  <a:pt x="22129" y="41476"/>
                  <a:pt x="22372" y="41324"/>
                </a:cubicBezTo>
                <a:cubicBezTo>
                  <a:pt x="22646" y="41202"/>
                  <a:pt x="23527" y="40929"/>
                  <a:pt x="23588" y="40564"/>
                </a:cubicBezTo>
                <a:cubicBezTo>
                  <a:pt x="23679" y="40229"/>
                  <a:pt x="23831" y="40047"/>
                  <a:pt x="23892" y="39986"/>
                </a:cubicBezTo>
                <a:cubicBezTo>
                  <a:pt x="24014" y="39926"/>
                  <a:pt x="27235" y="36460"/>
                  <a:pt x="26901" y="34394"/>
                </a:cubicBezTo>
                <a:cubicBezTo>
                  <a:pt x="26567" y="32357"/>
                  <a:pt x="26324" y="32752"/>
                  <a:pt x="26567" y="32357"/>
                </a:cubicBezTo>
                <a:cubicBezTo>
                  <a:pt x="26780" y="31962"/>
                  <a:pt x="26536" y="31597"/>
                  <a:pt x="26324" y="31597"/>
                </a:cubicBezTo>
                <a:cubicBezTo>
                  <a:pt x="26141" y="31536"/>
                  <a:pt x="26141" y="31324"/>
                  <a:pt x="26141" y="31324"/>
                </a:cubicBezTo>
                <a:cubicBezTo>
                  <a:pt x="26141" y="31324"/>
                  <a:pt x="26172" y="30290"/>
                  <a:pt x="26476" y="30047"/>
                </a:cubicBezTo>
                <a:cubicBezTo>
                  <a:pt x="26749" y="29773"/>
                  <a:pt x="27327" y="29317"/>
                  <a:pt x="27327" y="29317"/>
                </a:cubicBezTo>
                <a:lnTo>
                  <a:pt x="28087" y="30746"/>
                </a:lnTo>
                <a:lnTo>
                  <a:pt x="28421" y="30716"/>
                </a:lnTo>
                <a:lnTo>
                  <a:pt x="28178" y="30989"/>
                </a:lnTo>
                <a:lnTo>
                  <a:pt x="29302" y="33390"/>
                </a:lnTo>
                <a:lnTo>
                  <a:pt x="30549" y="32661"/>
                </a:lnTo>
                <a:lnTo>
                  <a:pt x="29667" y="33786"/>
                </a:lnTo>
                <a:lnTo>
                  <a:pt x="31369" y="35153"/>
                </a:lnTo>
                <a:lnTo>
                  <a:pt x="32129" y="34394"/>
                </a:lnTo>
                <a:lnTo>
                  <a:pt x="31734" y="35275"/>
                </a:lnTo>
                <a:lnTo>
                  <a:pt x="34075" y="34910"/>
                </a:lnTo>
                <a:lnTo>
                  <a:pt x="34865" y="33482"/>
                </a:lnTo>
                <a:lnTo>
                  <a:pt x="34682" y="34363"/>
                </a:lnTo>
                <a:cubicBezTo>
                  <a:pt x="34682" y="34363"/>
                  <a:pt x="36689" y="31871"/>
                  <a:pt x="36628" y="29986"/>
                </a:cubicBezTo>
                <a:cubicBezTo>
                  <a:pt x="36537" y="28132"/>
                  <a:pt x="36962" y="25731"/>
                  <a:pt x="36233" y="24363"/>
                </a:cubicBezTo>
                <a:cubicBezTo>
                  <a:pt x="35534" y="22995"/>
                  <a:pt x="34713" y="20868"/>
                  <a:pt x="32433" y="20503"/>
                </a:cubicBezTo>
                <a:cubicBezTo>
                  <a:pt x="32408" y="20503"/>
                  <a:pt x="30999" y="19981"/>
                  <a:pt x="30113" y="19981"/>
                </a:cubicBezTo>
                <a:cubicBezTo>
                  <a:pt x="29908" y="19981"/>
                  <a:pt x="29732" y="20009"/>
                  <a:pt x="29606" y="20077"/>
                </a:cubicBezTo>
                <a:cubicBezTo>
                  <a:pt x="28967" y="20438"/>
                  <a:pt x="28582" y="20723"/>
                  <a:pt x="28312" y="20723"/>
                </a:cubicBezTo>
                <a:cubicBezTo>
                  <a:pt x="28287" y="20723"/>
                  <a:pt x="28262" y="20721"/>
                  <a:pt x="28239" y="20716"/>
                </a:cubicBezTo>
                <a:cubicBezTo>
                  <a:pt x="28017" y="20691"/>
                  <a:pt x="26822" y="20269"/>
                  <a:pt x="26293" y="20269"/>
                </a:cubicBezTo>
                <a:cubicBezTo>
                  <a:pt x="26167" y="20269"/>
                  <a:pt x="26079" y="20293"/>
                  <a:pt x="26050" y="20351"/>
                </a:cubicBezTo>
                <a:cubicBezTo>
                  <a:pt x="25959" y="20685"/>
                  <a:pt x="25837" y="21232"/>
                  <a:pt x="25837" y="21232"/>
                </a:cubicBezTo>
                <a:cubicBezTo>
                  <a:pt x="25837" y="21232"/>
                  <a:pt x="25594" y="21445"/>
                  <a:pt x="25351" y="21445"/>
                </a:cubicBezTo>
                <a:cubicBezTo>
                  <a:pt x="25077" y="21445"/>
                  <a:pt x="24895" y="21627"/>
                  <a:pt x="24956" y="21901"/>
                </a:cubicBezTo>
                <a:cubicBezTo>
                  <a:pt x="24956" y="21901"/>
                  <a:pt x="24764" y="21657"/>
                  <a:pt x="24566" y="21657"/>
                </a:cubicBezTo>
                <a:cubicBezTo>
                  <a:pt x="24502" y="21657"/>
                  <a:pt x="24437" y="21682"/>
                  <a:pt x="24378" y="21749"/>
                </a:cubicBezTo>
                <a:cubicBezTo>
                  <a:pt x="24166" y="22023"/>
                  <a:pt x="23983" y="22175"/>
                  <a:pt x="23770" y="22175"/>
                </a:cubicBezTo>
                <a:cubicBezTo>
                  <a:pt x="23761" y="22175"/>
                  <a:pt x="23749" y="22174"/>
                  <a:pt x="23733" y="22174"/>
                </a:cubicBezTo>
                <a:cubicBezTo>
                  <a:pt x="23495" y="22174"/>
                  <a:pt x="22579" y="22201"/>
                  <a:pt x="22950" y="23086"/>
                </a:cubicBezTo>
                <a:cubicBezTo>
                  <a:pt x="23284" y="24029"/>
                  <a:pt x="23983" y="25214"/>
                  <a:pt x="23770" y="25852"/>
                </a:cubicBezTo>
                <a:cubicBezTo>
                  <a:pt x="23588" y="26491"/>
                  <a:pt x="22707" y="27068"/>
                  <a:pt x="22646" y="27099"/>
                </a:cubicBezTo>
                <a:cubicBezTo>
                  <a:pt x="22555" y="27190"/>
                  <a:pt x="21947" y="27615"/>
                  <a:pt x="21947" y="27615"/>
                </a:cubicBezTo>
                <a:cubicBezTo>
                  <a:pt x="21947" y="27615"/>
                  <a:pt x="21278" y="27190"/>
                  <a:pt x="20974" y="27190"/>
                </a:cubicBezTo>
                <a:cubicBezTo>
                  <a:pt x="20670" y="27190"/>
                  <a:pt x="20396" y="26795"/>
                  <a:pt x="20427" y="26612"/>
                </a:cubicBezTo>
                <a:cubicBezTo>
                  <a:pt x="20427" y="26430"/>
                  <a:pt x="20822" y="25518"/>
                  <a:pt x="19728" y="24819"/>
                </a:cubicBezTo>
                <a:cubicBezTo>
                  <a:pt x="19292" y="24570"/>
                  <a:pt x="19119" y="24488"/>
                  <a:pt x="19071" y="24488"/>
                </a:cubicBezTo>
                <a:cubicBezTo>
                  <a:pt x="19024" y="24488"/>
                  <a:pt x="19091" y="24562"/>
                  <a:pt x="19150" y="24637"/>
                </a:cubicBezTo>
                <a:cubicBezTo>
                  <a:pt x="18968" y="24454"/>
                  <a:pt x="18451" y="23998"/>
                  <a:pt x="17934" y="23360"/>
                </a:cubicBezTo>
                <a:cubicBezTo>
                  <a:pt x="17235" y="22509"/>
                  <a:pt x="16415" y="21384"/>
                  <a:pt x="16111" y="21080"/>
                </a:cubicBezTo>
                <a:cubicBezTo>
                  <a:pt x="15824" y="20794"/>
                  <a:pt x="15404" y="19699"/>
                  <a:pt x="15279" y="19699"/>
                </a:cubicBezTo>
                <a:cubicBezTo>
                  <a:pt x="15271" y="19699"/>
                  <a:pt x="15265" y="19704"/>
                  <a:pt x="15260" y="19712"/>
                </a:cubicBezTo>
                <a:cubicBezTo>
                  <a:pt x="15260" y="19712"/>
                  <a:pt x="15077" y="19196"/>
                  <a:pt x="14621" y="18132"/>
                </a:cubicBezTo>
                <a:cubicBezTo>
                  <a:pt x="14165" y="17068"/>
                  <a:pt x="13253" y="15822"/>
                  <a:pt x="13253" y="15822"/>
                </a:cubicBezTo>
                <a:cubicBezTo>
                  <a:pt x="13253" y="15822"/>
                  <a:pt x="13041" y="15457"/>
                  <a:pt x="13101" y="14728"/>
                </a:cubicBezTo>
                <a:cubicBezTo>
                  <a:pt x="13132" y="13998"/>
                  <a:pt x="14257" y="9317"/>
                  <a:pt x="14500" y="8345"/>
                </a:cubicBezTo>
                <a:cubicBezTo>
                  <a:pt x="14773" y="7341"/>
                  <a:pt x="15168" y="5882"/>
                  <a:pt x="15412" y="5609"/>
                </a:cubicBezTo>
                <a:cubicBezTo>
                  <a:pt x="15639" y="5382"/>
                  <a:pt x="15677" y="5259"/>
                  <a:pt x="15788" y="5259"/>
                </a:cubicBezTo>
                <a:cubicBezTo>
                  <a:pt x="15811" y="5259"/>
                  <a:pt x="15837" y="5264"/>
                  <a:pt x="15868" y="5275"/>
                </a:cubicBezTo>
                <a:cubicBezTo>
                  <a:pt x="15900" y="5279"/>
                  <a:pt x="15952" y="5281"/>
                  <a:pt x="16020" y="5281"/>
                </a:cubicBezTo>
                <a:cubicBezTo>
                  <a:pt x="16285" y="5281"/>
                  <a:pt x="16781" y="5253"/>
                  <a:pt x="17182" y="5253"/>
                </a:cubicBezTo>
                <a:cubicBezTo>
                  <a:pt x="17360" y="5253"/>
                  <a:pt x="17519" y="5259"/>
                  <a:pt x="17630" y="5275"/>
                </a:cubicBezTo>
                <a:cubicBezTo>
                  <a:pt x="18056" y="5305"/>
                  <a:pt x="18603" y="5275"/>
                  <a:pt x="18998" y="5335"/>
                </a:cubicBezTo>
                <a:cubicBezTo>
                  <a:pt x="19106" y="5362"/>
                  <a:pt x="19200" y="5371"/>
                  <a:pt x="19282" y="5371"/>
                </a:cubicBezTo>
                <a:cubicBezTo>
                  <a:pt x="19417" y="5371"/>
                  <a:pt x="19519" y="5348"/>
                  <a:pt x="19590" y="5348"/>
                </a:cubicBezTo>
                <a:cubicBezTo>
                  <a:pt x="19621" y="5348"/>
                  <a:pt x="19647" y="5352"/>
                  <a:pt x="19667" y="5366"/>
                </a:cubicBezTo>
                <a:cubicBezTo>
                  <a:pt x="19780" y="5434"/>
                  <a:pt x="20096" y="5738"/>
                  <a:pt x="20287" y="5738"/>
                </a:cubicBezTo>
                <a:cubicBezTo>
                  <a:pt x="20353" y="5738"/>
                  <a:pt x="20404" y="5702"/>
                  <a:pt x="20427" y="5609"/>
                </a:cubicBezTo>
                <a:cubicBezTo>
                  <a:pt x="20548" y="5183"/>
                  <a:pt x="20518" y="4849"/>
                  <a:pt x="19819" y="4667"/>
                </a:cubicBezTo>
                <a:cubicBezTo>
                  <a:pt x="19150" y="4515"/>
                  <a:pt x="18664" y="4424"/>
                  <a:pt x="18573" y="4393"/>
                </a:cubicBezTo>
                <a:cubicBezTo>
                  <a:pt x="18512" y="4363"/>
                  <a:pt x="18360" y="4211"/>
                  <a:pt x="18451" y="4089"/>
                </a:cubicBezTo>
                <a:cubicBezTo>
                  <a:pt x="18531" y="3982"/>
                  <a:pt x="18564" y="3805"/>
                  <a:pt x="18840" y="3805"/>
                </a:cubicBezTo>
                <a:cubicBezTo>
                  <a:pt x="18878" y="3805"/>
                  <a:pt x="18920" y="3808"/>
                  <a:pt x="18968" y="3816"/>
                </a:cubicBezTo>
                <a:cubicBezTo>
                  <a:pt x="19086" y="3845"/>
                  <a:pt x="19233" y="3865"/>
                  <a:pt x="19373" y="3865"/>
                </a:cubicBezTo>
                <a:cubicBezTo>
                  <a:pt x="19664" y="3865"/>
                  <a:pt x="19922" y="3779"/>
                  <a:pt x="19819" y="3512"/>
                </a:cubicBezTo>
                <a:lnTo>
                  <a:pt x="19819" y="3512"/>
                </a:lnTo>
                <a:cubicBezTo>
                  <a:pt x="19819" y="3512"/>
                  <a:pt x="19941" y="3542"/>
                  <a:pt x="20366" y="3603"/>
                </a:cubicBezTo>
                <a:cubicBezTo>
                  <a:pt x="20386" y="3604"/>
                  <a:pt x="20406" y="3605"/>
                  <a:pt x="20425" y="3605"/>
                </a:cubicBezTo>
                <a:cubicBezTo>
                  <a:pt x="20814" y="3605"/>
                  <a:pt x="21032" y="3321"/>
                  <a:pt x="20974" y="3147"/>
                </a:cubicBezTo>
                <a:cubicBezTo>
                  <a:pt x="20944" y="2934"/>
                  <a:pt x="20336" y="2934"/>
                  <a:pt x="19971" y="2782"/>
                </a:cubicBezTo>
                <a:cubicBezTo>
                  <a:pt x="19637" y="2691"/>
                  <a:pt x="19454" y="2569"/>
                  <a:pt x="19454" y="2569"/>
                </a:cubicBezTo>
                <a:cubicBezTo>
                  <a:pt x="19454" y="2569"/>
                  <a:pt x="19606" y="2478"/>
                  <a:pt x="20427" y="2417"/>
                </a:cubicBezTo>
                <a:cubicBezTo>
                  <a:pt x="21278" y="2326"/>
                  <a:pt x="21582" y="2113"/>
                  <a:pt x="21582" y="1870"/>
                </a:cubicBezTo>
                <a:cubicBezTo>
                  <a:pt x="21582" y="1658"/>
                  <a:pt x="21430" y="1627"/>
                  <a:pt x="21339" y="1566"/>
                </a:cubicBezTo>
                <a:cubicBezTo>
                  <a:pt x="21333" y="1564"/>
                  <a:pt x="21321" y="1562"/>
                  <a:pt x="21303" y="1562"/>
                </a:cubicBezTo>
                <a:cubicBezTo>
                  <a:pt x="21125" y="1562"/>
                  <a:pt x="20396" y="1688"/>
                  <a:pt x="20396" y="1688"/>
                </a:cubicBezTo>
                <a:cubicBezTo>
                  <a:pt x="20396" y="1688"/>
                  <a:pt x="20974" y="928"/>
                  <a:pt x="21156" y="654"/>
                </a:cubicBezTo>
                <a:cubicBezTo>
                  <a:pt x="21301" y="462"/>
                  <a:pt x="21369" y="1"/>
                  <a:pt x="21133" y="1"/>
                </a:cubicBezTo>
                <a:close/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0" name="Google Shape;1400;p180"/>
          <p:cNvSpPr/>
          <p:nvPr/>
        </p:nvSpPr>
        <p:spPr>
          <a:xfrm>
            <a:off x="5448750" y="2253764"/>
            <a:ext cx="266197" cy="253499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1" name="Google Shape;1401;p180"/>
          <p:cNvSpPr txBox="1"/>
          <p:nvPr>
            <p:ph idx="1" type="body"/>
          </p:nvPr>
        </p:nvSpPr>
        <p:spPr>
          <a:xfrm>
            <a:off x="915150" y="1017725"/>
            <a:ext cx="6309300" cy="3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Krona One"/>
              <a:buChar char="●"/>
            </a:pPr>
            <a:r>
              <a:rPr b="1" lang="fr" sz="1100">
                <a:latin typeface="Krona One"/>
                <a:ea typeface="Krona One"/>
                <a:cs typeface="Krona One"/>
                <a:sym typeface="Krona One"/>
              </a:rPr>
              <a:t>Forte subjectivité dans l’appréhension de la dançabilité</a:t>
            </a:r>
            <a:endParaRPr b="1" sz="1100">
              <a:latin typeface="Krona One"/>
              <a:ea typeface="Krona One"/>
              <a:cs typeface="Krona One"/>
              <a:sym typeface="Krona On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Krona One"/>
              <a:ea typeface="Krona One"/>
              <a:cs typeface="Krona One"/>
              <a:sym typeface="Krona One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Krona One"/>
              <a:buChar char="●"/>
            </a:pPr>
            <a:r>
              <a:rPr b="1" lang="fr" sz="1100">
                <a:latin typeface="Krona One"/>
                <a:ea typeface="Krona One"/>
                <a:cs typeface="Krona One"/>
                <a:sym typeface="Krona One"/>
              </a:rPr>
              <a:t>Lié à un contexte situationnel particulier pour favoriser la dance</a:t>
            </a:r>
            <a:endParaRPr b="1" sz="1100">
              <a:latin typeface="Krona One"/>
              <a:ea typeface="Krona One"/>
              <a:cs typeface="Krona One"/>
              <a:sym typeface="Krona On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Krona One"/>
              <a:ea typeface="Krona One"/>
              <a:cs typeface="Krona One"/>
              <a:sym typeface="Krona One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Krona One"/>
              <a:buChar char="●"/>
            </a:pPr>
            <a:r>
              <a:rPr b="1" lang="fr" sz="1100">
                <a:latin typeface="Krona One"/>
                <a:ea typeface="Krona One"/>
                <a:cs typeface="Krona One"/>
                <a:sym typeface="Krona One"/>
              </a:rPr>
              <a:t>Nuance des goûts de chacun</a:t>
            </a:r>
            <a:endParaRPr b="1" sz="1100">
              <a:latin typeface="Krona One"/>
              <a:ea typeface="Krona One"/>
              <a:cs typeface="Krona One"/>
              <a:sym typeface="Krona On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Krona One"/>
              <a:ea typeface="Krona One"/>
              <a:cs typeface="Krona One"/>
              <a:sym typeface="Krona On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latin typeface="Krona One"/>
                <a:ea typeface="Krona One"/>
                <a:cs typeface="Krona One"/>
                <a:sym typeface="Krona One"/>
              </a:rPr>
              <a:t>Quelques morceaux à écouter : </a:t>
            </a:r>
            <a:endParaRPr b="1" sz="1100">
              <a:latin typeface="Krona One"/>
              <a:ea typeface="Krona One"/>
              <a:cs typeface="Krona One"/>
              <a:sym typeface="Krona On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Krona One"/>
              <a:ea typeface="Krona One"/>
              <a:cs typeface="Krona One"/>
              <a:sym typeface="Krona On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Track: City Boys | Artist: Burna Boy | URL:</a:t>
            </a:r>
            <a:r>
              <a:rPr lang="fr" sz="1100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fr" sz="1100">
                <a:solidFill>
                  <a:schemeClr val="hlink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4"/>
              </a:rPr>
              <a:t>https://open.spotify.com/track/4RoKNqyZ9622tcAeNPNv5k</a:t>
            </a:r>
            <a:r>
              <a:rPr lang="fr" sz="11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/ </a:t>
            </a:r>
            <a:r>
              <a:rPr lang="fr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https://www.youtube.com/watch?v=cdsUfPdEvY4</a:t>
            </a:r>
            <a:r>
              <a:rPr lang="fr" sz="11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Track: Chill | Artist: Starklauz | URL:</a:t>
            </a:r>
            <a:r>
              <a:rPr lang="fr" sz="1100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fr" sz="1100">
                <a:solidFill>
                  <a:schemeClr val="hlink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7"/>
              </a:rPr>
              <a:t>https://open.spotify.com/track/1rd44ZXkADBy7ZSj2McUGj</a:t>
            </a:r>
            <a:r>
              <a:rPr lang="fr" sz="11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/ </a:t>
            </a:r>
            <a:r>
              <a:rPr lang="fr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8"/>
              </a:rPr>
              <a:t>https://www.youtube.com/watch?v=aL3mGBZHNzc</a:t>
            </a:r>
            <a:r>
              <a:rPr lang="fr" sz="11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Char char="●"/>
            </a:pP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Track: O.U.A.T | Artist: Zerrydl | URL:</a:t>
            </a:r>
            <a:r>
              <a:rPr lang="fr" sz="1100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fr" sz="1100">
                <a:solidFill>
                  <a:schemeClr val="hlink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10"/>
              </a:rPr>
              <a:t>https://open.spotify.com/track/6W87j9MnByZwdNPmXPlAjn</a:t>
            </a:r>
            <a:r>
              <a:rPr lang="fr" sz="11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/ </a:t>
            </a:r>
            <a:r>
              <a:rPr lang="fr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1"/>
              </a:rPr>
              <a:t>https://www.youtube.com/watch?v=zZR2DsONh0M</a:t>
            </a:r>
            <a:r>
              <a:rPr lang="fr" sz="11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Krona One"/>
              <a:ea typeface="Krona One"/>
              <a:cs typeface="Krona One"/>
              <a:sym typeface="Krona One"/>
            </a:endParaRPr>
          </a:p>
        </p:txBody>
      </p:sp>
      <p:sp>
        <p:nvSpPr>
          <p:cNvPr id="1402" name="Google Shape;1402;p180"/>
          <p:cNvSpPr txBox="1"/>
          <p:nvPr>
            <p:ph idx="4294967295" type="title"/>
          </p:nvPr>
        </p:nvSpPr>
        <p:spPr>
          <a:xfrm>
            <a:off x="1943000" y="445027"/>
            <a:ext cx="843900" cy="572700"/>
          </a:xfrm>
          <a:prstGeom prst="rect">
            <a:avLst/>
          </a:prstGeom>
          <a:solidFill>
            <a:schemeClr val="accent3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05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6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7" name="Google Shape;1407;p181"/>
          <p:cNvSpPr/>
          <p:nvPr/>
        </p:nvSpPr>
        <p:spPr>
          <a:xfrm rot="-451389">
            <a:off x="-1458714" y="2095647"/>
            <a:ext cx="4549738" cy="4498616"/>
          </a:xfrm>
          <a:custGeom>
            <a:rect b="b" l="l" r="r" t="t"/>
            <a:pathLst>
              <a:path extrusionOk="0" h="80518" w="81433">
                <a:moveTo>
                  <a:pt x="28054" y="1"/>
                </a:moveTo>
                <a:cubicBezTo>
                  <a:pt x="25711" y="1"/>
                  <a:pt x="23142" y="619"/>
                  <a:pt x="20333" y="2015"/>
                </a:cubicBezTo>
                <a:cubicBezTo>
                  <a:pt x="6227" y="9005"/>
                  <a:pt x="0" y="29769"/>
                  <a:pt x="12937" y="41054"/>
                </a:cubicBezTo>
                <a:cubicBezTo>
                  <a:pt x="20663" y="47764"/>
                  <a:pt x="32533" y="47916"/>
                  <a:pt x="40157" y="54728"/>
                </a:cubicBezTo>
                <a:cubicBezTo>
                  <a:pt x="48519" y="62149"/>
                  <a:pt x="50654" y="76509"/>
                  <a:pt x="61329" y="79940"/>
                </a:cubicBezTo>
                <a:cubicBezTo>
                  <a:pt x="62549" y="80333"/>
                  <a:pt x="63804" y="80517"/>
                  <a:pt x="65058" y="80517"/>
                </a:cubicBezTo>
                <a:cubicBezTo>
                  <a:pt x="71507" y="80517"/>
                  <a:pt x="77931" y="75645"/>
                  <a:pt x="79526" y="69240"/>
                </a:cubicBezTo>
                <a:cubicBezTo>
                  <a:pt x="81433" y="61590"/>
                  <a:pt x="76959" y="53101"/>
                  <a:pt x="69868" y="49543"/>
                </a:cubicBezTo>
                <a:cubicBezTo>
                  <a:pt x="65446" y="47306"/>
                  <a:pt x="60236" y="46772"/>
                  <a:pt x="56271" y="43875"/>
                </a:cubicBezTo>
                <a:cubicBezTo>
                  <a:pt x="51391" y="40291"/>
                  <a:pt x="49434" y="33963"/>
                  <a:pt x="48367" y="28016"/>
                </a:cubicBezTo>
                <a:cubicBezTo>
                  <a:pt x="46424" y="17002"/>
                  <a:pt x="40341" y="1"/>
                  <a:pt x="2805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8" name="Google Shape;1408;p181"/>
          <p:cNvSpPr txBox="1"/>
          <p:nvPr>
            <p:ph type="title"/>
          </p:nvPr>
        </p:nvSpPr>
        <p:spPr>
          <a:xfrm>
            <a:off x="713250" y="9616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Merci pour votre attention!</a:t>
            </a:r>
            <a:endParaRPr/>
          </a:p>
        </p:txBody>
      </p:sp>
      <p:sp>
        <p:nvSpPr>
          <p:cNvPr id="1409" name="Google Shape;1409;p181"/>
          <p:cNvSpPr/>
          <p:nvPr/>
        </p:nvSpPr>
        <p:spPr>
          <a:xfrm>
            <a:off x="3907288" y="2385275"/>
            <a:ext cx="3723075" cy="3315450"/>
          </a:xfrm>
          <a:custGeom>
            <a:rect b="b" l="l" r="r" t="t"/>
            <a:pathLst>
              <a:path extrusionOk="0" h="132618" w="148923">
                <a:moveTo>
                  <a:pt x="71870" y="38707"/>
                </a:moveTo>
                <a:cubicBezTo>
                  <a:pt x="72782" y="39345"/>
                  <a:pt x="73785" y="39983"/>
                  <a:pt x="74757" y="40561"/>
                </a:cubicBezTo>
                <a:cubicBezTo>
                  <a:pt x="76520" y="41503"/>
                  <a:pt x="78344" y="42293"/>
                  <a:pt x="80198" y="43023"/>
                </a:cubicBezTo>
                <a:cubicBezTo>
                  <a:pt x="79469" y="43357"/>
                  <a:pt x="78739" y="43752"/>
                  <a:pt x="77979" y="44056"/>
                </a:cubicBezTo>
                <a:cubicBezTo>
                  <a:pt x="76064" y="44847"/>
                  <a:pt x="74028" y="45546"/>
                  <a:pt x="72052" y="46336"/>
                </a:cubicBezTo>
                <a:cubicBezTo>
                  <a:pt x="72052" y="45971"/>
                  <a:pt x="72022" y="45637"/>
                  <a:pt x="72022" y="45303"/>
                </a:cubicBezTo>
                <a:cubicBezTo>
                  <a:pt x="71961" y="43661"/>
                  <a:pt x="71900" y="42081"/>
                  <a:pt x="71900" y="40439"/>
                </a:cubicBezTo>
                <a:cubicBezTo>
                  <a:pt x="71900" y="39831"/>
                  <a:pt x="71900" y="39254"/>
                  <a:pt x="71870" y="38707"/>
                </a:cubicBezTo>
                <a:close/>
                <a:moveTo>
                  <a:pt x="96542" y="47227"/>
                </a:moveTo>
                <a:cubicBezTo>
                  <a:pt x="96981" y="47227"/>
                  <a:pt x="97386" y="47343"/>
                  <a:pt x="97706" y="47673"/>
                </a:cubicBezTo>
                <a:cubicBezTo>
                  <a:pt x="98618" y="48616"/>
                  <a:pt x="97615" y="50895"/>
                  <a:pt x="97402" y="51929"/>
                </a:cubicBezTo>
                <a:cubicBezTo>
                  <a:pt x="96703" y="54999"/>
                  <a:pt x="96399" y="58190"/>
                  <a:pt x="96308" y="61351"/>
                </a:cubicBezTo>
                <a:cubicBezTo>
                  <a:pt x="96247" y="62810"/>
                  <a:pt x="96399" y="64178"/>
                  <a:pt x="96460" y="65637"/>
                </a:cubicBezTo>
                <a:cubicBezTo>
                  <a:pt x="96490" y="67187"/>
                  <a:pt x="95943" y="68707"/>
                  <a:pt x="96095" y="70227"/>
                </a:cubicBezTo>
                <a:lnTo>
                  <a:pt x="96095" y="70318"/>
                </a:lnTo>
                <a:lnTo>
                  <a:pt x="96065" y="70318"/>
                </a:lnTo>
                <a:lnTo>
                  <a:pt x="95913" y="70470"/>
                </a:lnTo>
                <a:cubicBezTo>
                  <a:pt x="94454" y="72963"/>
                  <a:pt x="92022" y="74878"/>
                  <a:pt x="90654" y="77461"/>
                </a:cubicBezTo>
                <a:cubicBezTo>
                  <a:pt x="89499" y="79528"/>
                  <a:pt x="89135" y="82020"/>
                  <a:pt x="87858" y="84027"/>
                </a:cubicBezTo>
                <a:cubicBezTo>
                  <a:pt x="86946" y="85486"/>
                  <a:pt x="85639" y="86732"/>
                  <a:pt x="85031" y="88312"/>
                </a:cubicBezTo>
                <a:cubicBezTo>
                  <a:pt x="84636" y="89346"/>
                  <a:pt x="84606" y="90440"/>
                  <a:pt x="84575" y="91534"/>
                </a:cubicBezTo>
                <a:cubicBezTo>
                  <a:pt x="84484" y="94270"/>
                  <a:pt x="84514" y="97066"/>
                  <a:pt x="84606" y="99802"/>
                </a:cubicBezTo>
                <a:cubicBezTo>
                  <a:pt x="84636" y="100805"/>
                  <a:pt x="84514" y="101869"/>
                  <a:pt x="84606" y="102902"/>
                </a:cubicBezTo>
                <a:cubicBezTo>
                  <a:pt x="84666" y="103753"/>
                  <a:pt x="84818" y="104513"/>
                  <a:pt x="84910" y="105303"/>
                </a:cubicBezTo>
                <a:cubicBezTo>
                  <a:pt x="84484" y="104574"/>
                  <a:pt x="84059" y="103905"/>
                  <a:pt x="83724" y="103145"/>
                </a:cubicBezTo>
                <a:cubicBezTo>
                  <a:pt x="82843" y="101322"/>
                  <a:pt x="81809" y="99528"/>
                  <a:pt x="80989" y="97674"/>
                </a:cubicBezTo>
                <a:cubicBezTo>
                  <a:pt x="80350" y="96215"/>
                  <a:pt x="79834" y="94695"/>
                  <a:pt x="79226" y="93297"/>
                </a:cubicBezTo>
                <a:cubicBezTo>
                  <a:pt x="78891" y="92446"/>
                  <a:pt x="78283" y="91656"/>
                  <a:pt x="78010" y="90835"/>
                </a:cubicBezTo>
                <a:cubicBezTo>
                  <a:pt x="77706" y="89954"/>
                  <a:pt x="77949" y="88920"/>
                  <a:pt x="77858" y="88008"/>
                </a:cubicBezTo>
                <a:cubicBezTo>
                  <a:pt x="77797" y="87097"/>
                  <a:pt x="78010" y="86185"/>
                  <a:pt x="78010" y="85303"/>
                </a:cubicBezTo>
                <a:cubicBezTo>
                  <a:pt x="78010" y="83540"/>
                  <a:pt x="77919" y="81717"/>
                  <a:pt x="77463" y="79984"/>
                </a:cubicBezTo>
                <a:cubicBezTo>
                  <a:pt x="77037" y="78525"/>
                  <a:pt x="76916" y="76944"/>
                  <a:pt x="76551" y="75485"/>
                </a:cubicBezTo>
                <a:cubicBezTo>
                  <a:pt x="76277" y="74513"/>
                  <a:pt x="75943" y="73601"/>
                  <a:pt x="75700" y="72659"/>
                </a:cubicBezTo>
                <a:cubicBezTo>
                  <a:pt x="75365" y="71230"/>
                  <a:pt x="75092" y="69741"/>
                  <a:pt x="74909" y="68251"/>
                </a:cubicBezTo>
                <a:cubicBezTo>
                  <a:pt x="74757" y="66975"/>
                  <a:pt x="73998" y="65759"/>
                  <a:pt x="73967" y="64421"/>
                </a:cubicBezTo>
                <a:cubicBezTo>
                  <a:pt x="73815" y="61260"/>
                  <a:pt x="73815" y="58190"/>
                  <a:pt x="73055" y="55120"/>
                </a:cubicBezTo>
                <a:cubicBezTo>
                  <a:pt x="72843" y="54421"/>
                  <a:pt x="72782" y="53661"/>
                  <a:pt x="72691" y="52902"/>
                </a:cubicBezTo>
                <a:cubicBezTo>
                  <a:pt x="75487" y="52415"/>
                  <a:pt x="78162" y="51412"/>
                  <a:pt x="80897" y="50652"/>
                </a:cubicBezTo>
                <a:cubicBezTo>
                  <a:pt x="82539" y="50196"/>
                  <a:pt x="84241" y="49832"/>
                  <a:pt x="85973" y="49710"/>
                </a:cubicBezTo>
                <a:cubicBezTo>
                  <a:pt x="87584" y="49588"/>
                  <a:pt x="89074" y="48920"/>
                  <a:pt x="90624" y="48373"/>
                </a:cubicBezTo>
                <a:cubicBezTo>
                  <a:pt x="91171" y="48190"/>
                  <a:pt x="91688" y="48038"/>
                  <a:pt x="92235" y="47977"/>
                </a:cubicBezTo>
                <a:cubicBezTo>
                  <a:pt x="92721" y="47886"/>
                  <a:pt x="93268" y="47917"/>
                  <a:pt x="93755" y="47856"/>
                </a:cubicBezTo>
                <a:cubicBezTo>
                  <a:pt x="94520" y="47752"/>
                  <a:pt x="95608" y="47227"/>
                  <a:pt x="96542" y="47227"/>
                </a:cubicBezTo>
                <a:close/>
                <a:moveTo>
                  <a:pt x="12840" y="1"/>
                </a:moveTo>
                <a:cubicBezTo>
                  <a:pt x="12723" y="1"/>
                  <a:pt x="12602" y="5"/>
                  <a:pt x="12477" y="13"/>
                </a:cubicBezTo>
                <a:cubicBezTo>
                  <a:pt x="11778" y="104"/>
                  <a:pt x="11078" y="469"/>
                  <a:pt x="10349" y="591"/>
                </a:cubicBezTo>
                <a:cubicBezTo>
                  <a:pt x="9437" y="743"/>
                  <a:pt x="8525" y="773"/>
                  <a:pt x="7613" y="895"/>
                </a:cubicBezTo>
                <a:cubicBezTo>
                  <a:pt x="6972" y="975"/>
                  <a:pt x="6330" y="990"/>
                  <a:pt x="5686" y="990"/>
                </a:cubicBezTo>
                <a:cubicBezTo>
                  <a:pt x="5278" y="990"/>
                  <a:pt x="4869" y="984"/>
                  <a:pt x="4459" y="984"/>
                </a:cubicBezTo>
                <a:cubicBezTo>
                  <a:pt x="4043" y="984"/>
                  <a:pt x="3626" y="991"/>
                  <a:pt x="3206" y="1016"/>
                </a:cubicBezTo>
                <a:cubicBezTo>
                  <a:pt x="2872" y="1016"/>
                  <a:pt x="2568" y="1047"/>
                  <a:pt x="2233" y="1077"/>
                </a:cubicBezTo>
                <a:cubicBezTo>
                  <a:pt x="2191" y="1080"/>
                  <a:pt x="2147" y="1081"/>
                  <a:pt x="2100" y="1081"/>
                </a:cubicBezTo>
                <a:cubicBezTo>
                  <a:pt x="1924" y="1081"/>
                  <a:pt x="1720" y="1066"/>
                  <a:pt x="1514" y="1066"/>
                </a:cubicBezTo>
                <a:cubicBezTo>
                  <a:pt x="1146" y="1066"/>
                  <a:pt x="775" y="1114"/>
                  <a:pt x="562" y="1381"/>
                </a:cubicBezTo>
                <a:cubicBezTo>
                  <a:pt x="258" y="1715"/>
                  <a:pt x="1200" y="1928"/>
                  <a:pt x="1382" y="1959"/>
                </a:cubicBezTo>
                <a:cubicBezTo>
                  <a:pt x="2051" y="2080"/>
                  <a:pt x="2720" y="2111"/>
                  <a:pt x="3358" y="2141"/>
                </a:cubicBezTo>
                <a:cubicBezTo>
                  <a:pt x="3500" y="2141"/>
                  <a:pt x="3952" y="2073"/>
                  <a:pt x="4337" y="2073"/>
                </a:cubicBezTo>
                <a:cubicBezTo>
                  <a:pt x="4530" y="2073"/>
                  <a:pt x="4705" y="2090"/>
                  <a:pt x="4817" y="2141"/>
                </a:cubicBezTo>
                <a:cubicBezTo>
                  <a:pt x="3631" y="2384"/>
                  <a:pt x="2416" y="2536"/>
                  <a:pt x="1230" y="2627"/>
                </a:cubicBezTo>
                <a:cubicBezTo>
                  <a:pt x="1017" y="2627"/>
                  <a:pt x="865" y="2931"/>
                  <a:pt x="987" y="3144"/>
                </a:cubicBezTo>
                <a:cubicBezTo>
                  <a:pt x="846" y="3125"/>
                  <a:pt x="694" y="3106"/>
                  <a:pt x="555" y="3106"/>
                </a:cubicBezTo>
                <a:cubicBezTo>
                  <a:pt x="244" y="3106"/>
                  <a:pt x="1" y="3201"/>
                  <a:pt x="106" y="3600"/>
                </a:cubicBezTo>
                <a:cubicBezTo>
                  <a:pt x="237" y="4021"/>
                  <a:pt x="574" y="4123"/>
                  <a:pt x="958" y="4123"/>
                </a:cubicBezTo>
                <a:cubicBezTo>
                  <a:pt x="1018" y="4123"/>
                  <a:pt x="1078" y="4121"/>
                  <a:pt x="1139" y="4117"/>
                </a:cubicBezTo>
                <a:cubicBezTo>
                  <a:pt x="1656" y="4117"/>
                  <a:pt x="2142" y="4208"/>
                  <a:pt x="2689" y="4238"/>
                </a:cubicBezTo>
                <a:cubicBezTo>
                  <a:pt x="3277" y="4238"/>
                  <a:pt x="3919" y="4157"/>
                  <a:pt x="4533" y="4157"/>
                </a:cubicBezTo>
                <a:cubicBezTo>
                  <a:pt x="4841" y="4157"/>
                  <a:pt x="5141" y="4177"/>
                  <a:pt x="5425" y="4238"/>
                </a:cubicBezTo>
                <a:cubicBezTo>
                  <a:pt x="5565" y="4165"/>
                  <a:pt x="5701" y="4136"/>
                  <a:pt x="5835" y="4136"/>
                </a:cubicBezTo>
                <a:cubicBezTo>
                  <a:pt x="6255" y="4136"/>
                  <a:pt x="6652" y="4420"/>
                  <a:pt x="7066" y="4512"/>
                </a:cubicBezTo>
                <a:cubicBezTo>
                  <a:pt x="7431" y="4573"/>
                  <a:pt x="7856" y="4542"/>
                  <a:pt x="8221" y="4694"/>
                </a:cubicBezTo>
                <a:cubicBezTo>
                  <a:pt x="8373" y="4725"/>
                  <a:pt x="8616" y="4816"/>
                  <a:pt x="8677" y="4907"/>
                </a:cubicBezTo>
                <a:cubicBezTo>
                  <a:pt x="8829" y="5120"/>
                  <a:pt x="8768" y="5424"/>
                  <a:pt x="9072" y="5606"/>
                </a:cubicBezTo>
                <a:cubicBezTo>
                  <a:pt x="9235" y="5711"/>
                  <a:pt x="9367" y="5756"/>
                  <a:pt x="9483" y="5756"/>
                </a:cubicBezTo>
                <a:cubicBezTo>
                  <a:pt x="9735" y="5756"/>
                  <a:pt x="9907" y="5542"/>
                  <a:pt x="10136" y="5272"/>
                </a:cubicBezTo>
                <a:cubicBezTo>
                  <a:pt x="10410" y="4998"/>
                  <a:pt x="10774" y="4877"/>
                  <a:pt x="11109" y="4755"/>
                </a:cubicBezTo>
                <a:cubicBezTo>
                  <a:pt x="11869" y="4573"/>
                  <a:pt x="12537" y="4421"/>
                  <a:pt x="13145" y="3965"/>
                </a:cubicBezTo>
                <a:cubicBezTo>
                  <a:pt x="14118" y="4542"/>
                  <a:pt x="14696" y="5667"/>
                  <a:pt x="15607" y="6366"/>
                </a:cubicBezTo>
                <a:cubicBezTo>
                  <a:pt x="16246" y="6852"/>
                  <a:pt x="16793" y="7612"/>
                  <a:pt x="17340" y="8220"/>
                </a:cubicBezTo>
                <a:cubicBezTo>
                  <a:pt x="18009" y="8950"/>
                  <a:pt x="18769" y="9527"/>
                  <a:pt x="19559" y="10074"/>
                </a:cubicBezTo>
                <a:cubicBezTo>
                  <a:pt x="20683" y="10925"/>
                  <a:pt x="21869" y="11746"/>
                  <a:pt x="23024" y="12597"/>
                </a:cubicBezTo>
                <a:cubicBezTo>
                  <a:pt x="23571" y="13023"/>
                  <a:pt x="24179" y="13478"/>
                  <a:pt x="24757" y="13874"/>
                </a:cubicBezTo>
                <a:cubicBezTo>
                  <a:pt x="25486" y="14421"/>
                  <a:pt x="26216" y="14846"/>
                  <a:pt x="26975" y="15363"/>
                </a:cubicBezTo>
                <a:cubicBezTo>
                  <a:pt x="27158" y="15515"/>
                  <a:pt x="27340" y="15637"/>
                  <a:pt x="27523" y="15789"/>
                </a:cubicBezTo>
                <a:cubicBezTo>
                  <a:pt x="27735" y="15971"/>
                  <a:pt x="27918" y="16214"/>
                  <a:pt x="28100" y="16427"/>
                </a:cubicBezTo>
                <a:cubicBezTo>
                  <a:pt x="28495" y="16883"/>
                  <a:pt x="28890" y="17217"/>
                  <a:pt x="29346" y="17612"/>
                </a:cubicBezTo>
                <a:lnTo>
                  <a:pt x="34817" y="22293"/>
                </a:lnTo>
                <a:cubicBezTo>
                  <a:pt x="35213" y="22597"/>
                  <a:pt x="35547" y="22810"/>
                  <a:pt x="35973" y="23083"/>
                </a:cubicBezTo>
                <a:cubicBezTo>
                  <a:pt x="36428" y="23357"/>
                  <a:pt x="36854" y="23843"/>
                  <a:pt x="37219" y="24178"/>
                </a:cubicBezTo>
                <a:cubicBezTo>
                  <a:pt x="37523" y="24451"/>
                  <a:pt x="37827" y="24664"/>
                  <a:pt x="38131" y="24907"/>
                </a:cubicBezTo>
                <a:cubicBezTo>
                  <a:pt x="38131" y="25485"/>
                  <a:pt x="38100" y="26093"/>
                  <a:pt x="38100" y="26640"/>
                </a:cubicBezTo>
                <a:cubicBezTo>
                  <a:pt x="38131" y="28707"/>
                  <a:pt x="39468" y="30834"/>
                  <a:pt x="41474" y="31321"/>
                </a:cubicBezTo>
                <a:cubicBezTo>
                  <a:pt x="42021" y="31457"/>
                  <a:pt x="42584" y="31480"/>
                  <a:pt x="43150" y="31480"/>
                </a:cubicBezTo>
                <a:cubicBezTo>
                  <a:pt x="43433" y="31480"/>
                  <a:pt x="43717" y="31475"/>
                  <a:pt x="44000" y="31475"/>
                </a:cubicBezTo>
                <a:cubicBezTo>
                  <a:pt x="44284" y="31475"/>
                  <a:pt x="44567" y="31480"/>
                  <a:pt x="44848" y="31503"/>
                </a:cubicBezTo>
                <a:cubicBezTo>
                  <a:pt x="45122" y="31564"/>
                  <a:pt x="45304" y="31594"/>
                  <a:pt x="45547" y="31655"/>
                </a:cubicBezTo>
                <a:cubicBezTo>
                  <a:pt x="47341" y="32233"/>
                  <a:pt x="47644" y="34056"/>
                  <a:pt x="48161" y="35819"/>
                </a:cubicBezTo>
                <a:cubicBezTo>
                  <a:pt x="48769" y="37856"/>
                  <a:pt x="49559" y="39862"/>
                  <a:pt x="51292" y="41321"/>
                </a:cubicBezTo>
                <a:cubicBezTo>
                  <a:pt x="53511" y="43205"/>
                  <a:pt x="53420" y="46032"/>
                  <a:pt x="54575" y="48494"/>
                </a:cubicBezTo>
                <a:cubicBezTo>
                  <a:pt x="54818" y="48950"/>
                  <a:pt x="55031" y="49740"/>
                  <a:pt x="55426" y="50044"/>
                </a:cubicBezTo>
                <a:cubicBezTo>
                  <a:pt x="55426" y="50288"/>
                  <a:pt x="55456" y="50470"/>
                  <a:pt x="55547" y="50652"/>
                </a:cubicBezTo>
                <a:cubicBezTo>
                  <a:pt x="55456" y="50743"/>
                  <a:pt x="55426" y="50804"/>
                  <a:pt x="55395" y="50895"/>
                </a:cubicBezTo>
                <a:cubicBezTo>
                  <a:pt x="55243" y="51169"/>
                  <a:pt x="55243" y="51503"/>
                  <a:pt x="55426" y="51716"/>
                </a:cubicBezTo>
                <a:cubicBezTo>
                  <a:pt x="55487" y="51838"/>
                  <a:pt x="55608" y="51929"/>
                  <a:pt x="55699" y="51990"/>
                </a:cubicBezTo>
                <a:lnTo>
                  <a:pt x="55730" y="51990"/>
                </a:lnTo>
                <a:cubicBezTo>
                  <a:pt x="55487" y="52142"/>
                  <a:pt x="55335" y="52385"/>
                  <a:pt x="55274" y="52628"/>
                </a:cubicBezTo>
                <a:cubicBezTo>
                  <a:pt x="55243" y="52841"/>
                  <a:pt x="55243" y="53054"/>
                  <a:pt x="55304" y="53236"/>
                </a:cubicBezTo>
                <a:cubicBezTo>
                  <a:pt x="55274" y="53297"/>
                  <a:pt x="55243" y="53297"/>
                  <a:pt x="55243" y="53327"/>
                </a:cubicBezTo>
                <a:cubicBezTo>
                  <a:pt x="55000" y="53540"/>
                  <a:pt x="54970" y="53905"/>
                  <a:pt x="55031" y="54209"/>
                </a:cubicBezTo>
                <a:cubicBezTo>
                  <a:pt x="55122" y="54512"/>
                  <a:pt x="55304" y="54512"/>
                  <a:pt x="55578" y="54604"/>
                </a:cubicBezTo>
                <a:cubicBezTo>
                  <a:pt x="55547" y="54847"/>
                  <a:pt x="55456" y="55120"/>
                  <a:pt x="55274" y="55212"/>
                </a:cubicBezTo>
                <a:cubicBezTo>
                  <a:pt x="55243" y="55272"/>
                  <a:pt x="55152" y="55272"/>
                  <a:pt x="55122" y="55303"/>
                </a:cubicBezTo>
                <a:lnTo>
                  <a:pt x="55000" y="55424"/>
                </a:lnTo>
                <a:cubicBezTo>
                  <a:pt x="54727" y="55728"/>
                  <a:pt x="54575" y="56093"/>
                  <a:pt x="54271" y="56367"/>
                </a:cubicBezTo>
                <a:cubicBezTo>
                  <a:pt x="53967" y="56671"/>
                  <a:pt x="53632" y="56975"/>
                  <a:pt x="53298" y="57248"/>
                </a:cubicBezTo>
                <a:cubicBezTo>
                  <a:pt x="52599" y="57856"/>
                  <a:pt x="51930" y="58494"/>
                  <a:pt x="51505" y="59285"/>
                </a:cubicBezTo>
                <a:cubicBezTo>
                  <a:pt x="49955" y="62020"/>
                  <a:pt x="48648" y="64908"/>
                  <a:pt x="47067" y="67613"/>
                </a:cubicBezTo>
                <a:cubicBezTo>
                  <a:pt x="45426" y="70318"/>
                  <a:pt x="43419" y="72841"/>
                  <a:pt x="40745" y="74513"/>
                </a:cubicBezTo>
                <a:cubicBezTo>
                  <a:pt x="40289" y="74786"/>
                  <a:pt x="39802" y="75121"/>
                  <a:pt x="39742" y="75607"/>
                </a:cubicBezTo>
                <a:cubicBezTo>
                  <a:pt x="39650" y="76033"/>
                  <a:pt x="39894" y="76428"/>
                  <a:pt x="40137" y="76732"/>
                </a:cubicBezTo>
                <a:cubicBezTo>
                  <a:pt x="41018" y="77796"/>
                  <a:pt x="42508" y="78495"/>
                  <a:pt x="42812" y="79832"/>
                </a:cubicBezTo>
                <a:cubicBezTo>
                  <a:pt x="42994" y="80774"/>
                  <a:pt x="42629" y="81899"/>
                  <a:pt x="43176" y="82659"/>
                </a:cubicBezTo>
                <a:cubicBezTo>
                  <a:pt x="43571" y="83145"/>
                  <a:pt x="44301" y="83297"/>
                  <a:pt x="44605" y="83814"/>
                </a:cubicBezTo>
                <a:cubicBezTo>
                  <a:pt x="45061" y="84574"/>
                  <a:pt x="44483" y="84847"/>
                  <a:pt x="44392" y="85577"/>
                </a:cubicBezTo>
                <a:cubicBezTo>
                  <a:pt x="44210" y="87066"/>
                  <a:pt x="46003" y="87401"/>
                  <a:pt x="47189" y="87552"/>
                </a:cubicBezTo>
                <a:cubicBezTo>
                  <a:pt x="47564" y="87608"/>
                  <a:pt x="47946" y="87645"/>
                  <a:pt x="48328" y="87645"/>
                </a:cubicBezTo>
                <a:cubicBezTo>
                  <a:pt x="48781" y="87645"/>
                  <a:pt x="49236" y="87593"/>
                  <a:pt x="49681" y="87461"/>
                </a:cubicBezTo>
                <a:cubicBezTo>
                  <a:pt x="50127" y="87342"/>
                  <a:pt x="51098" y="86670"/>
                  <a:pt x="51595" y="86670"/>
                </a:cubicBezTo>
                <a:cubicBezTo>
                  <a:pt x="51605" y="86670"/>
                  <a:pt x="51616" y="86670"/>
                  <a:pt x="51626" y="86671"/>
                </a:cubicBezTo>
                <a:cubicBezTo>
                  <a:pt x="51809" y="86671"/>
                  <a:pt x="51961" y="86945"/>
                  <a:pt x="52113" y="87005"/>
                </a:cubicBezTo>
                <a:cubicBezTo>
                  <a:pt x="52536" y="87243"/>
                  <a:pt x="52936" y="87412"/>
                  <a:pt x="53413" y="87412"/>
                </a:cubicBezTo>
                <a:cubicBezTo>
                  <a:pt x="53484" y="87412"/>
                  <a:pt x="53557" y="87408"/>
                  <a:pt x="53632" y="87401"/>
                </a:cubicBezTo>
                <a:cubicBezTo>
                  <a:pt x="54666" y="87279"/>
                  <a:pt x="55122" y="86185"/>
                  <a:pt x="56003" y="86033"/>
                </a:cubicBezTo>
                <a:cubicBezTo>
                  <a:pt x="56092" y="86014"/>
                  <a:pt x="56174" y="86005"/>
                  <a:pt x="56250" y="86005"/>
                </a:cubicBezTo>
                <a:cubicBezTo>
                  <a:pt x="56903" y="86005"/>
                  <a:pt x="57131" y="86651"/>
                  <a:pt x="57675" y="87005"/>
                </a:cubicBezTo>
                <a:cubicBezTo>
                  <a:pt x="57979" y="87249"/>
                  <a:pt x="58283" y="87157"/>
                  <a:pt x="58587" y="87279"/>
                </a:cubicBezTo>
                <a:cubicBezTo>
                  <a:pt x="58891" y="87431"/>
                  <a:pt x="58982" y="87735"/>
                  <a:pt x="59225" y="87917"/>
                </a:cubicBezTo>
                <a:cubicBezTo>
                  <a:pt x="59438" y="88130"/>
                  <a:pt x="59438" y="88039"/>
                  <a:pt x="59712" y="88191"/>
                </a:cubicBezTo>
                <a:cubicBezTo>
                  <a:pt x="60068" y="88388"/>
                  <a:pt x="60241" y="88475"/>
                  <a:pt x="60350" y="88475"/>
                </a:cubicBezTo>
                <a:cubicBezTo>
                  <a:pt x="60511" y="88475"/>
                  <a:pt x="60534" y="88286"/>
                  <a:pt x="60806" y="87978"/>
                </a:cubicBezTo>
                <a:cubicBezTo>
                  <a:pt x="61072" y="87654"/>
                  <a:pt x="61279" y="87474"/>
                  <a:pt x="61516" y="87474"/>
                </a:cubicBezTo>
                <a:cubicBezTo>
                  <a:pt x="61658" y="87474"/>
                  <a:pt x="61810" y="87538"/>
                  <a:pt x="61991" y="87674"/>
                </a:cubicBezTo>
                <a:cubicBezTo>
                  <a:pt x="62234" y="87856"/>
                  <a:pt x="62295" y="88160"/>
                  <a:pt x="62538" y="88312"/>
                </a:cubicBezTo>
                <a:cubicBezTo>
                  <a:pt x="62762" y="88499"/>
                  <a:pt x="63134" y="88571"/>
                  <a:pt x="63486" y="88571"/>
                </a:cubicBezTo>
                <a:cubicBezTo>
                  <a:pt x="63709" y="88571"/>
                  <a:pt x="63924" y="88542"/>
                  <a:pt x="64089" y="88495"/>
                </a:cubicBezTo>
                <a:cubicBezTo>
                  <a:pt x="64063" y="88444"/>
                  <a:pt x="64337" y="88329"/>
                  <a:pt x="64408" y="88329"/>
                </a:cubicBezTo>
                <a:cubicBezTo>
                  <a:pt x="64422" y="88329"/>
                  <a:pt x="64428" y="88333"/>
                  <a:pt x="64423" y="88343"/>
                </a:cubicBezTo>
                <a:cubicBezTo>
                  <a:pt x="65274" y="89194"/>
                  <a:pt x="66095" y="90015"/>
                  <a:pt x="66855" y="90896"/>
                </a:cubicBezTo>
                <a:cubicBezTo>
                  <a:pt x="67250" y="91322"/>
                  <a:pt x="67645" y="91869"/>
                  <a:pt x="68162" y="92112"/>
                </a:cubicBezTo>
                <a:cubicBezTo>
                  <a:pt x="68861" y="92477"/>
                  <a:pt x="68526" y="94969"/>
                  <a:pt x="68496" y="95759"/>
                </a:cubicBezTo>
                <a:cubicBezTo>
                  <a:pt x="68405" y="97036"/>
                  <a:pt x="66855" y="97613"/>
                  <a:pt x="65973" y="98373"/>
                </a:cubicBezTo>
                <a:cubicBezTo>
                  <a:pt x="64544" y="99620"/>
                  <a:pt x="63237" y="101109"/>
                  <a:pt x="61961" y="102568"/>
                </a:cubicBezTo>
                <a:cubicBezTo>
                  <a:pt x="61019" y="103632"/>
                  <a:pt x="60016" y="104726"/>
                  <a:pt x="59377" y="106063"/>
                </a:cubicBezTo>
                <a:cubicBezTo>
                  <a:pt x="58982" y="106823"/>
                  <a:pt x="58769" y="107644"/>
                  <a:pt x="58465" y="108434"/>
                </a:cubicBezTo>
                <a:cubicBezTo>
                  <a:pt x="58192" y="109255"/>
                  <a:pt x="57827" y="109802"/>
                  <a:pt x="57310" y="110471"/>
                </a:cubicBezTo>
                <a:cubicBezTo>
                  <a:pt x="55699" y="112507"/>
                  <a:pt x="54727" y="115060"/>
                  <a:pt x="52386" y="116428"/>
                </a:cubicBezTo>
                <a:cubicBezTo>
                  <a:pt x="51687" y="116793"/>
                  <a:pt x="51201" y="117340"/>
                  <a:pt x="50532" y="117766"/>
                </a:cubicBezTo>
                <a:cubicBezTo>
                  <a:pt x="49316" y="118526"/>
                  <a:pt x="48769" y="120501"/>
                  <a:pt x="48313" y="121778"/>
                </a:cubicBezTo>
                <a:cubicBezTo>
                  <a:pt x="48100" y="122416"/>
                  <a:pt x="47705" y="123298"/>
                  <a:pt x="47857" y="124027"/>
                </a:cubicBezTo>
                <a:cubicBezTo>
                  <a:pt x="48009" y="124665"/>
                  <a:pt x="48556" y="124757"/>
                  <a:pt x="48951" y="125213"/>
                </a:cubicBezTo>
                <a:cubicBezTo>
                  <a:pt x="49803" y="126033"/>
                  <a:pt x="49711" y="128617"/>
                  <a:pt x="49377" y="129681"/>
                </a:cubicBezTo>
                <a:cubicBezTo>
                  <a:pt x="49517" y="129663"/>
                  <a:pt x="49678" y="129646"/>
                  <a:pt x="49830" y="129646"/>
                </a:cubicBezTo>
                <a:cubicBezTo>
                  <a:pt x="49941" y="129646"/>
                  <a:pt x="50047" y="129655"/>
                  <a:pt x="50137" y="129681"/>
                </a:cubicBezTo>
                <a:cubicBezTo>
                  <a:pt x="50259" y="128435"/>
                  <a:pt x="49955" y="125851"/>
                  <a:pt x="51231" y="125000"/>
                </a:cubicBezTo>
                <a:cubicBezTo>
                  <a:pt x="51534" y="124811"/>
                  <a:pt x="51817" y="124732"/>
                  <a:pt x="52083" y="124732"/>
                </a:cubicBezTo>
                <a:cubicBezTo>
                  <a:pt x="53016" y="124732"/>
                  <a:pt x="53726" y="125718"/>
                  <a:pt x="54271" y="126428"/>
                </a:cubicBezTo>
                <a:cubicBezTo>
                  <a:pt x="55395" y="127796"/>
                  <a:pt x="56307" y="129103"/>
                  <a:pt x="58070" y="129620"/>
                </a:cubicBezTo>
                <a:cubicBezTo>
                  <a:pt x="58209" y="129648"/>
                  <a:pt x="58339" y="129659"/>
                  <a:pt x="58464" y="129659"/>
                </a:cubicBezTo>
                <a:cubicBezTo>
                  <a:pt x="58751" y="129659"/>
                  <a:pt x="59011" y="129601"/>
                  <a:pt x="59286" y="129559"/>
                </a:cubicBezTo>
                <a:cubicBezTo>
                  <a:pt x="59350" y="129556"/>
                  <a:pt x="59415" y="129554"/>
                  <a:pt x="59480" y="129554"/>
                </a:cubicBezTo>
                <a:cubicBezTo>
                  <a:pt x="59999" y="129554"/>
                  <a:pt x="60539" y="129650"/>
                  <a:pt x="61079" y="129650"/>
                </a:cubicBezTo>
                <a:cubicBezTo>
                  <a:pt x="61335" y="129657"/>
                  <a:pt x="61591" y="129661"/>
                  <a:pt x="61848" y="129661"/>
                </a:cubicBezTo>
                <a:cubicBezTo>
                  <a:pt x="62787" y="129661"/>
                  <a:pt x="63736" y="129611"/>
                  <a:pt x="64666" y="129468"/>
                </a:cubicBezTo>
                <a:cubicBezTo>
                  <a:pt x="64879" y="129407"/>
                  <a:pt x="65122" y="129377"/>
                  <a:pt x="65304" y="129225"/>
                </a:cubicBezTo>
                <a:cubicBezTo>
                  <a:pt x="66794" y="128039"/>
                  <a:pt x="62447" y="127279"/>
                  <a:pt x="61961" y="127128"/>
                </a:cubicBezTo>
                <a:cubicBezTo>
                  <a:pt x="61262" y="126915"/>
                  <a:pt x="60897" y="126155"/>
                  <a:pt x="60441" y="125608"/>
                </a:cubicBezTo>
                <a:cubicBezTo>
                  <a:pt x="59894" y="124939"/>
                  <a:pt x="59438" y="124392"/>
                  <a:pt x="59073" y="123602"/>
                </a:cubicBezTo>
                <a:cubicBezTo>
                  <a:pt x="58678" y="122872"/>
                  <a:pt x="58161" y="122203"/>
                  <a:pt x="57888" y="121413"/>
                </a:cubicBezTo>
                <a:cubicBezTo>
                  <a:pt x="57432" y="120076"/>
                  <a:pt x="58222" y="118617"/>
                  <a:pt x="59073" y="117614"/>
                </a:cubicBezTo>
                <a:cubicBezTo>
                  <a:pt x="59560" y="116945"/>
                  <a:pt x="60107" y="116337"/>
                  <a:pt x="60654" y="115790"/>
                </a:cubicBezTo>
                <a:cubicBezTo>
                  <a:pt x="61930" y="114422"/>
                  <a:pt x="62994" y="112933"/>
                  <a:pt x="64423" y="111717"/>
                </a:cubicBezTo>
                <a:cubicBezTo>
                  <a:pt x="65943" y="110410"/>
                  <a:pt x="67341" y="109012"/>
                  <a:pt x="68739" y="107614"/>
                </a:cubicBezTo>
                <a:cubicBezTo>
                  <a:pt x="69560" y="106823"/>
                  <a:pt x="70532" y="106215"/>
                  <a:pt x="71323" y="105395"/>
                </a:cubicBezTo>
                <a:cubicBezTo>
                  <a:pt x="72052" y="104696"/>
                  <a:pt x="72478" y="103693"/>
                  <a:pt x="73086" y="102872"/>
                </a:cubicBezTo>
                <a:cubicBezTo>
                  <a:pt x="73390" y="102446"/>
                  <a:pt x="73663" y="102021"/>
                  <a:pt x="74089" y="101747"/>
                </a:cubicBezTo>
                <a:cubicBezTo>
                  <a:pt x="74302" y="102325"/>
                  <a:pt x="74849" y="102781"/>
                  <a:pt x="75092" y="103328"/>
                </a:cubicBezTo>
                <a:cubicBezTo>
                  <a:pt x="75760" y="104574"/>
                  <a:pt x="76247" y="105911"/>
                  <a:pt x="76885" y="107188"/>
                </a:cubicBezTo>
                <a:cubicBezTo>
                  <a:pt x="77432" y="108191"/>
                  <a:pt x="77919" y="109042"/>
                  <a:pt x="78587" y="109924"/>
                </a:cubicBezTo>
                <a:cubicBezTo>
                  <a:pt x="79864" y="111535"/>
                  <a:pt x="81293" y="113054"/>
                  <a:pt x="82752" y="114453"/>
                </a:cubicBezTo>
                <a:cubicBezTo>
                  <a:pt x="82934" y="114635"/>
                  <a:pt x="83147" y="114878"/>
                  <a:pt x="83420" y="115091"/>
                </a:cubicBezTo>
                <a:cubicBezTo>
                  <a:pt x="83420" y="116641"/>
                  <a:pt x="83572" y="118222"/>
                  <a:pt x="83755" y="119772"/>
                </a:cubicBezTo>
                <a:cubicBezTo>
                  <a:pt x="84028" y="121717"/>
                  <a:pt x="85062" y="125273"/>
                  <a:pt x="82356" y="126155"/>
                </a:cubicBezTo>
                <a:cubicBezTo>
                  <a:pt x="80563" y="126732"/>
                  <a:pt x="78830" y="127340"/>
                  <a:pt x="77037" y="127887"/>
                </a:cubicBezTo>
                <a:cubicBezTo>
                  <a:pt x="76733" y="128009"/>
                  <a:pt x="76399" y="128131"/>
                  <a:pt x="76277" y="128435"/>
                </a:cubicBezTo>
                <a:cubicBezTo>
                  <a:pt x="76156" y="128769"/>
                  <a:pt x="76399" y="129103"/>
                  <a:pt x="76642" y="129316"/>
                </a:cubicBezTo>
                <a:cubicBezTo>
                  <a:pt x="76946" y="129468"/>
                  <a:pt x="77341" y="129498"/>
                  <a:pt x="77675" y="129498"/>
                </a:cubicBezTo>
                <a:cubicBezTo>
                  <a:pt x="79408" y="129559"/>
                  <a:pt x="81049" y="129620"/>
                  <a:pt x="82782" y="129681"/>
                </a:cubicBezTo>
                <a:cubicBezTo>
                  <a:pt x="83347" y="129697"/>
                  <a:pt x="83903" y="129723"/>
                  <a:pt x="84455" y="129723"/>
                </a:cubicBezTo>
                <a:cubicBezTo>
                  <a:pt x="84913" y="129723"/>
                  <a:pt x="85367" y="129705"/>
                  <a:pt x="85821" y="129650"/>
                </a:cubicBezTo>
                <a:cubicBezTo>
                  <a:pt x="87645" y="129468"/>
                  <a:pt x="89074" y="128860"/>
                  <a:pt x="90746" y="128191"/>
                </a:cubicBezTo>
                <a:cubicBezTo>
                  <a:pt x="90989" y="128465"/>
                  <a:pt x="91141" y="128769"/>
                  <a:pt x="91171" y="129103"/>
                </a:cubicBezTo>
                <a:cubicBezTo>
                  <a:pt x="92174" y="129164"/>
                  <a:pt x="93177" y="129164"/>
                  <a:pt x="94180" y="129194"/>
                </a:cubicBezTo>
                <a:cubicBezTo>
                  <a:pt x="94271" y="129194"/>
                  <a:pt x="94393" y="129194"/>
                  <a:pt x="94484" y="129103"/>
                </a:cubicBezTo>
                <a:cubicBezTo>
                  <a:pt x="94488" y="129096"/>
                  <a:pt x="94498" y="129093"/>
                  <a:pt x="94513" y="129093"/>
                </a:cubicBezTo>
                <a:cubicBezTo>
                  <a:pt x="94815" y="129093"/>
                  <a:pt x="97260" y="130539"/>
                  <a:pt x="97463" y="130684"/>
                </a:cubicBezTo>
                <a:cubicBezTo>
                  <a:pt x="98496" y="131383"/>
                  <a:pt x="99591" y="131991"/>
                  <a:pt x="100807" y="132356"/>
                </a:cubicBezTo>
                <a:cubicBezTo>
                  <a:pt x="101459" y="132526"/>
                  <a:pt x="102135" y="132618"/>
                  <a:pt x="102806" y="132618"/>
                </a:cubicBezTo>
                <a:cubicBezTo>
                  <a:pt x="103449" y="132618"/>
                  <a:pt x="104088" y="132534"/>
                  <a:pt x="104697" y="132356"/>
                </a:cubicBezTo>
                <a:cubicBezTo>
                  <a:pt x="105670" y="132052"/>
                  <a:pt x="106703" y="131474"/>
                  <a:pt x="106369" y="130319"/>
                </a:cubicBezTo>
                <a:cubicBezTo>
                  <a:pt x="106278" y="130076"/>
                  <a:pt x="106065" y="129863"/>
                  <a:pt x="105883" y="129650"/>
                </a:cubicBezTo>
                <a:cubicBezTo>
                  <a:pt x="105001" y="128769"/>
                  <a:pt x="104089" y="127887"/>
                  <a:pt x="103208" y="127036"/>
                </a:cubicBezTo>
                <a:cubicBezTo>
                  <a:pt x="102022" y="125851"/>
                  <a:pt x="100624" y="125061"/>
                  <a:pt x="99348" y="124027"/>
                </a:cubicBezTo>
                <a:cubicBezTo>
                  <a:pt x="95609" y="120957"/>
                  <a:pt x="98740" y="116124"/>
                  <a:pt x="97129" y="112203"/>
                </a:cubicBezTo>
                <a:cubicBezTo>
                  <a:pt x="96794" y="111383"/>
                  <a:pt x="96308" y="110653"/>
                  <a:pt x="96004" y="109802"/>
                </a:cubicBezTo>
                <a:cubicBezTo>
                  <a:pt x="95578" y="108677"/>
                  <a:pt x="95548" y="107614"/>
                  <a:pt x="95730" y="106580"/>
                </a:cubicBezTo>
                <a:cubicBezTo>
                  <a:pt x="96034" y="104848"/>
                  <a:pt x="96946" y="103115"/>
                  <a:pt x="97281" y="101291"/>
                </a:cubicBezTo>
                <a:cubicBezTo>
                  <a:pt x="97463" y="100349"/>
                  <a:pt x="97463" y="99407"/>
                  <a:pt x="97585" y="98464"/>
                </a:cubicBezTo>
                <a:cubicBezTo>
                  <a:pt x="97980" y="95668"/>
                  <a:pt x="99378" y="93145"/>
                  <a:pt x="100867" y="90744"/>
                </a:cubicBezTo>
                <a:cubicBezTo>
                  <a:pt x="101840" y="89133"/>
                  <a:pt x="102904" y="87552"/>
                  <a:pt x="103998" y="86033"/>
                </a:cubicBezTo>
                <a:cubicBezTo>
                  <a:pt x="104424" y="85455"/>
                  <a:pt x="105032" y="84938"/>
                  <a:pt x="105366" y="84270"/>
                </a:cubicBezTo>
                <a:cubicBezTo>
                  <a:pt x="105731" y="83631"/>
                  <a:pt x="105791" y="83145"/>
                  <a:pt x="106430" y="82598"/>
                </a:cubicBezTo>
                <a:cubicBezTo>
                  <a:pt x="106795" y="83631"/>
                  <a:pt x="107007" y="84665"/>
                  <a:pt x="107281" y="85698"/>
                </a:cubicBezTo>
                <a:cubicBezTo>
                  <a:pt x="107402" y="86093"/>
                  <a:pt x="107463" y="86519"/>
                  <a:pt x="107585" y="86945"/>
                </a:cubicBezTo>
                <a:cubicBezTo>
                  <a:pt x="107494" y="89346"/>
                  <a:pt x="107919" y="91777"/>
                  <a:pt x="108071" y="94148"/>
                </a:cubicBezTo>
                <a:cubicBezTo>
                  <a:pt x="108223" y="96671"/>
                  <a:pt x="108649" y="99012"/>
                  <a:pt x="109743" y="101291"/>
                </a:cubicBezTo>
                <a:cubicBezTo>
                  <a:pt x="112448" y="106884"/>
                  <a:pt x="115336" y="112659"/>
                  <a:pt x="120169" y="116580"/>
                </a:cubicBezTo>
                <a:cubicBezTo>
                  <a:pt x="122539" y="118526"/>
                  <a:pt x="125427" y="119985"/>
                  <a:pt x="127068" y="122629"/>
                </a:cubicBezTo>
                <a:lnTo>
                  <a:pt x="127068" y="122659"/>
                </a:lnTo>
                <a:cubicBezTo>
                  <a:pt x="127372" y="123176"/>
                  <a:pt x="127676" y="123754"/>
                  <a:pt x="128223" y="124058"/>
                </a:cubicBezTo>
                <a:cubicBezTo>
                  <a:pt x="128363" y="124141"/>
                  <a:pt x="128516" y="124178"/>
                  <a:pt x="128680" y="124178"/>
                </a:cubicBezTo>
                <a:cubicBezTo>
                  <a:pt x="130145" y="124178"/>
                  <a:pt x="132436" y="121190"/>
                  <a:pt x="132784" y="121190"/>
                </a:cubicBezTo>
                <a:cubicBezTo>
                  <a:pt x="132796" y="121190"/>
                  <a:pt x="132806" y="121193"/>
                  <a:pt x="132813" y="121200"/>
                </a:cubicBezTo>
                <a:cubicBezTo>
                  <a:pt x="133391" y="121808"/>
                  <a:pt x="132813" y="122781"/>
                  <a:pt x="132175" y="123267"/>
                </a:cubicBezTo>
                <a:cubicBezTo>
                  <a:pt x="131476" y="123754"/>
                  <a:pt x="130442" y="124027"/>
                  <a:pt x="129956" y="124757"/>
                </a:cubicBezTo>
                <a:cubicBezTo>
                  <a:pt x="129135" y="125912"/>
                  <a:pt x="130412" y="126428"/>
                  <a:pt x="131415" y="126520"/>
                </a:cubicBezTo>
                <a:cubicBezTo>
                  <a:pt x="131772" y="126558"/>
                  <a:pt x="132130" y="126578"/>
                  <a:pt x="132487" y="126578"/>
                </a:cubicBezTo>
                <a:cubicBezTo>
                  <a:pt x="134920" y="126578"/>
                  <a:pt x="137267" y="125646"/>
                  <a:pt x="138619" y="123419"/>
                </a:cubicBezTo>
                <a:cubicBezTo>
                  <a:pt x="139409" y="122082"/>
                  <a:pt x="140108" y="120532"/>
                  <a:pt x="140716" y="119073"/>
                </a:cubicBezTo>
                <a:cubicBezTo>
                  <a:pt x="140747" y="119012"/>
                  <a:pt x="140747" y="118921"/>
                  <a:pt x="140838" y="118890"/>
                </a:cubicBezTo>
                <a:cubicBezTo>
                  <a:pt x="140868" y="118860"/>
                  <a:pt x="140929" y="118830"/>
                  <a:pt x="141020" y="118830"/>
                </a:cubicBezTo>
                <a:cubicBezTo>
                  <a:pt x="141294" y="118769"/>
                  <a:pt x="141506" y="118738"/>
                  <a:pt x="141780" y="118738"/>
                </a:cubicBezTo>
                <a:cubicBezTo>
                  <a:pt x="141780" y="118313"/>
                  <a:pt x="142206" y="117826"/>
                  <a:pt x="142357" y="117401"/>
                </a:cubicBezTo>
                <a:cubicBezTo>
                  <a:pt x="142509" y="116884"/>
                  <a:pt x="142601" y="116307"/>
                  <a:pt x="142601" y="115790"/>
                </a:cubicBezTo>
                <a:cubicBezTo>
                  <a:pt x="142601" y="114787"/>
                  <a:pt x="142266" y="113753"/>
                  <a:pt x="141476" y="113146"/>
                </a:cubicBezTo>
                <a:cubicBezTo>
                  <a:pt x="140625" y="112507"/>
                  <a:pt x="139196" y="112021"/>
                  <a:pt x="138132" y="112021"/>
                </a:cubicBezTo>
                <a:cubicBezTo>
                  <a:pt x="138163" y="111626"/>
                  <a:pt x="137859" y="111291"/>
                  <a:pt x="137707" y="110957"/>
                </a:cubicBezTo>
                <a:cubicBezTo>
                  <a:pt x="137585" y="110714"/>
                  <a:pt x="137525" y="110471"/>
                  <a:pt x="137373" y="110258"/>
                </a:cubicBezTo>
                <a:cubicBezTo>
                  <a:pt x="136977" y="109893"/>
                  <a:pt x="136461" y="110015"/>
                  <a:pt x="135974" y="109954"/>
                </a:cubicBezTo>
                <a:cubicBezTo>
                  <a:pt x="135397" y="109924"/>
                  <a:pt x="134759" y="109893"/>
                  <a:pt x="134211" y="109772"/>
                </a:cubicBezTo>
                <a:cubicBezTo>
                  <a:pt x="133999" y="109741"/>
                  <a:pt x="133756" y="109650"/>
                  <a:pt x="133604" y="109498"/>
                </a:cubicBezTo>
                <a:cubicBezTo>
                  <a:pt x="133421" y="109346"/>
                  <a:pt x="133269" y="109103"/>
                  <a:pt x="133148" y="108860"/>
                </a:cubicBezTo>
                <a:cubicBezTo>
                  <a:pt x="131901" y="106398"/>
                  <a:pt x="129956" y="104422"/>
                  <a:pt x="127920" y="102629"/>
                </a:cubicBezTo>
                <a:cubicBezTo>
                  <a:pt x="126947" y="101808"/>
                  <a:pt x="125883" y="101200"/>
                  <a:pt x="124971" y="100349"/>
                </a:cubicBezTo>
                <a:cubicBezTo>
                  <a:pt x="123968" y="99407"/>
                  <a:pt x="122813" y="98404"/>
                  <a:pt x="121415" y="98252"/>
                </a:cubicBezTo>
                <a:lnTo>
                  <a:pt x="121749" y="97461"/>
                </a:lnTo>
                <a:cubicBezTo>
                  <a:pt x="121780" y="97340"/>
                  <a:pt x="121840" y="97127"/>
                  <a:pt x="121719" y="97097"/>
                </a:cubicBezTo>
                <a:cubicBezTo>
                  <a:pt x="121673" y="97066"/>
                  <a:pt x="121628" y="97066"/>
                  <a:pt x="121582" y="97066"/>
                </a:cubicBezTo>
                <a:cubicBezTo>
                  <a:pt x="121536" y="97066"/>
                  <a:pt x="121491" y="97066"/>
                  <a:pt x="121445" y="97036"/>
                </a:cubicBezTo>
                <a:cubicBezTo>
                  <a:pt x="121324" y="97006"/>
                  <a:pt x="121293" y="96854"/>
                  <a:pt x="121293" y="96702"/>
                </a:cubicBezTo>
                <a:cubicBezTo>
                  <a:pt x="121232" y="94908"/>
                  <a:pt x="121172" y="93145"/>
                  <a:pt x="121172" y="91322"/>
                </a:cubicBezTo>
                <a:lnTo>
                  <a:pt x="121172" y="90440"/>
                </a:lnTo>
                <a:lnTo>
                  <a:pt x="121172" y="88373"/>
                </a:lnTo>
                <a:cubicBezTo>
                  <a:pt x="121172" y="87279"/>
                  <a:pt x="121111" y="86185"/>
                  <a:pt x="120989" y="85030"/>
                </a:cubicBezTo>
                <a:cubicBezTo>
                  <a:pt x="120959" y="83753"/>
                  <a:pt x="120959" y="82446"/>
                  <a:pt x="120959" y="81200"/>
                </a:cubicBezTo>
                <a:cubicBezTo>
                  <a:pt x="121020" y="78647"/>
                  <a:pt x="121384" y="76367"/>
                  <a:pt x="121080" y="73874"/>
                </a:cubicBezTo>
                <a:cubicBezTo>
                  <a:pt x="120959" y="72841"/>
                  <a:pt x="121232" y="71808"/>
                  <a:pt x="121263" y="70805"/>
                </a:cubicBezTo>
                <a:cubicBezTo>
                  <a:pt x="121263" y="68890"/>
                  <a:pt x="120777" y="67947"/>
                  <a:pt x="119956" y="66397"/>
                </a:cubicBezTo>
                <a:cubicBezTo>
                  <a:pt x="120321" y="65972"/>
                  <a:pt x="120716" y="65637"/>
                  <a:pt x="121263" y="65546"/>
                </a:cubicBezTo>
                <a:cubicBezTo>
                  <a:pt x="121688" y="65485"/>
                  <a:pt x="122175" y="65546"/>
                  <a:pt x="122388" y="65212"/>
                </a:cubicBezTo>
                <a:cubicBezTo>
                  <a:pt x="122539" y="64969"/>
                  <a:pt x="122509" y="64725"/>
                  <a:pt x="122509" y="64452"/>
                </a:cubicBezTo>
                <a:cubicBezTo>
                  <a:pt x="122327" y="62750"/>
                  <a:pt x="122144" y="61321"/>
                  <a:pt x="121536" y="59741"/>
                </a:cubicBezTo>
                <a:cubicBezTo>
                  <a:pt x="121172" y="58829"/>
                  <a:pt x="120989" y="57826"/>
                  <a:pt x="120685" y="56914"/>
                </a:cubicBezTo>
                <a:cubicBezTo>
                  <a:pt x="120473" y="56154"/>
                  <a:pt x="119804" y="55029"/>
                  <a:pt x="119804" y="54239"/>
                </a:cubicBezTo>
                <a:cubicBezTo>
                  <a:pt x="119287" y="52750"/>
                  <a:pt x="118710" y="51260"/>
                  <a:pt x="118345" y="49740"/>
                </a:cubicBezTo>
                <a:cubicBezTo>
                  <a:pt x="118102" y="48768"/>
                  <a:pt x="117950" y="47765"/>
                  <a:pt x="117980" y="46731"/>
                </a:cubicBezTo>
                <a:cubicBezTo>
                  <a:pt x="118071" y="45211"/>
                  <a:pt x="118497" y="43783"/>
                  <a:pt x="118558" y="42263"/>
                </a:cubicBezTo>
                <a:cubicBezTo>
                  <a:pt x="118588" y="40743"/>
                  <a:pt x="118284" y="40105"/>
                  <a:pt x="119166" y="38676"/>
                </a:cubicBezTo>
                <a:cubicBezTo>
                  <a:pt x="120351" y="36761"/>
                  <a:pt x="121901" y="34938"/>
                  <a:pt x="122357" y="32719"/>
                </a:cubicBezTo>
                <a:cubicBezTo>
                  <a:pt x="122448" y="32263"/>
                  <a:pt x="122388" y="31837"/>
                  <a:pt x="122509" y="31381"/>
                </a:cubicBezTo>
                <a:cubicBezTo>
                  <a:pt x="122631" y="30926"/>
                  <a:pt x="122783" y="30439"/>
                  <a:pt x="122935" y="29983"/>
                </a:cubicBezTo>
                <a:cubicBezTo>
                  <a:pt x="123239" y="29041"/>
                  <a:pt x="123603" y="28129"/>
                  <a:pt x="124150" y="27248"/>
                </a:cubicBezTo>
                <a:cubicBezTo>
                  <a:pt x="124606" y="26488"/>
                  <a:pt x="125214" y="25819"/>
                  <a:pt x="125701" y="25059"/>
                </a:cubicBezTo>
                <a:cubicBezTo>
                  <a:pt x="126035" y="24512"/>
                  <a:pt x="126400" y="23904"/>
                  <a:pt x="126704" y="23327"/>
                </a:cubicBezTo>
                <a:cubicBezTo>
                  <a:pt x="127160" y="22536"/>
                  <a:pt x="127555" y="21716"/>
                  <a:pt x="128011" y="20895"/>
                </a:cubicBezTo>
                <a:cubicBezTo>
                  <a:pt x="129014" y="19132"/>
                  <a:pt x="129591" y="17187"/>
                  <a:pt x="130898" y="15576"/>
                </a:cubicBezTo>
                <a:cubicBezTo>
                  <a:pt x="131597" y="14755"/>
                  <a:pt x="132327" y="14026"/>
                  <a:pt x="132935" y="13144"/>
                </a:cubicBezTo>
                <a:cubicBezTo>
                  <a:pt x="133269" y="12658"/>
                  <a:pt x="133695" y="12232"/>
                  <a:pt x="134029" y="11746"/>
                </a:cubicBezTo>
                <a:cubicBezTo>
                  <a:pt x="134363" y="11260"/>
                  <a:pt x="134698" y="10712"/>
                  <a:pt x="135002" y="10196"/>
                </a:cubicBezTo>
                <a:cubicBezTo>
                  <a:pt x="135659" y="9150"/>
                  <a:pt x="136140" y="8075"/>
                  <a:pt x="136647" y="6941"/>
                </a:cubicBezTo>
                <a:lnTo>
                  <a:pt x="136647" y="6941"/>
                </a:lnTo>
                <a:cubicBezTo>
                  <a:pt x="136533" y="7229"/>
                  <a:pt x="136620" y="7538"/>
                  <a:pt x="136734" y="7794"/>
                </a:cubicBezTo>
                <a:cubicBezTo>
                  <a:pt x="136825" y="8098"/>
                  <a:pt x="136977" y="8372"/>
                  <a:pt x="137038" y="8706"/>
                </a:cubicBezTo>
                <a:cubicBezTo>
                  <a:pt x="137099" y="9497"/>
                  <a:pt x="136430" y="10226"/>
                  <a:pt x="136643" y="10986"/>
                </a:cubicBezTo>
                <a:cubicBezTo>
                  <a:pt x="136689" y="11014"/>
                  <a:pt x="136735" y="11025"/>
                  <a:pt x="136781" y="11025"/>
                </a:cubicBezTo>
                <a:cubicBezTo>
                  <a:pt x="136885" y="11025"/>
                  <a:pt x="136984" y="10968"/>
                  <a:pt x="137069" y="10925"/>
                </a:cubicBezTo>
                <a:cubicBezTo>
                  <a:pt x="137889" y="10378"/>
                  <a:pt x="138467" y="9436"/>
                  <a:pt x="138497" y="8433"/>
                </a:cubicBezTo>
                <a:cubicBezTo>
                  <a:pt x="138497" y="8038"/>
                  <a:pt x="138467" y="7612"/>
                  <a:pt x="138710" y="7278"/>
                </a:cubicBezTo>
                <a:cubicBezTo>
                  <a:pt x="138862" y="7035"/>
                  <a:pt x="139105" y="6883"/>
                  <a:pt x="139348" y="6700"/>
                </a:cubicBezTo>
                <a:cubicBezTo>
                  <a:pt x="139561" y="6518"/>
                  <a:pt x="139713" y="6305"/>
                  <a:pt x="139865" y="6062"/>
                </a:cubicBezTo>
                <a:cubicBezTo>
                  <a:pt x="139945" y="5928"/>
                  <a:pt x="140049" y="5747"/>
                  <a:pt x="140197" y="5747"/>
                </a:cubicBezTo>
                <a:cubicBezTo>
                  <a:pt x="140217" y="5747"/>
                  <a:pt x="140238" y="5751"/>
                  <a:pt x="140260" y="5758"/>
                </a:cubicBezTo>
                <a:cubicBezTo>
                  <a:pt x="140321" y="5758"/>
                  <a:pt x="140382" y="5788"/>
                  <a:pt x="140412" y="5819"/>
                </a:cubicBezTo>
                <a:cubicBezTo>
                  <a:pt x="140990" y="6214"/>
                  <a:pt x="141902" y="6609"/>
                  <a:pt x="142266" y="7278"/>
                </a:cubicBezTo>
                <a:cubicBezTo>
                  <a:pt x="142418" y="7521"/>
                  <a:pt x="142570" y="7825"/>
                  <a:pt x="142692" y="8129"/>
                </a:cubicBezTo>
                <a:cubicBezTo>
                  <a:pt x="142844" y="8494"/>
                  <a:pt x="142905" y="8828"/>
                  <a:pt x="143117" y="9132"/>
                </a:cubicBezTo>
                <a:cubicBezTo>
                  <a:pt x="143573" y="10044"/>
                  <a:pt x="144364" y="10682"/>
                  <a:pt x="145154" y="11290"/>
                </a:cubicBezTo>
                <a:cubicBezTo>
                  <a:pt x="145293" y="11401"/>
                  <a:pt x="145456" y="11537"/>
                  <a:pt x="145669" y="11537"/>
                </a:cubicBezTo>
                <a:cubicBezTo>
                  <a:pt x="145689" y="11537"/>
                  <a:pt x="145710" y="11536"/>
                  <a:pt x="145731" y="11533"/>
                </a:cubicBezTo>
                <a:cubicBezTo>
                  <a:pt x="146005" y="11472"/>
                  <a:pt x="146096" y="11108"/>
                  <a:pt x="146005" y="10864"/>
                </a:cubicBezTo>
                <a:cubicBezTo>
                  <a:pt x="145914" y="10621"/>
                  <a:pt x="145701" y="10469"/>
                  <a:pt x="145488" y="10257"/>
                </a:cubicBezTo>
                <a:cubicBezTo>
                  <a:pt x="144850" y="9649"/>
                  <a:pt x="144394" y="8828"/>
                  <a:pt x="144212" y="7946"/>
                </a:cubicBezTo>
                <a:lnTo>
                  <a:pt x="144212" y="7946"/>
                </a:lnTo>
                <a:cubicBezTo>
                  <a:pt x="144221" y="7949"/>
                  <a:pt x="144228" y="7950"/>
                  <a:pt x="144234" y="7950"/>
                </a:cubicBezTo>
                <a:cubicBezTo>
                  <a:pt x="144297" y="7950"/>
                  <a:pt x="144157" y="7821"/>
                  <a:pt x="144219" y="7821"/>
                </a:cubicBezTo>
                <a:cubicBezTo>
                  <a:pt x="144225" y="7821"/>
                  <a:pt x="144233" y="7823"/>
                  <a:pt x="144242" y="7825"/>
                </a:cubicBezTo>
                <a:cubicBezTo>
                  <a:pt x="144789" y="8281"/>
                  <a:pt x="145427" y="8585"/>
                  <a:pt x="146096" y="8798"/>
                </a:cubicBezTo>
                <a:cubicBezTo>
                  <a:pt x="146230" y="8831"/>
                  <a:pt x="146381" y="8855"/>
                  <a:pt x="146521" y="8855"/>
                </a:cubicBezTo>
                <a:cubicBezTo>
                  <a:pt x="146636" y="8855"/>
                  <a:pt x="146743" y="8839"/>
                  <a:pt x="146826" y="8798"/>
                </a:cubicBezTo>
                <a:cubicBezTo>
                  <a:pt x="147069" y="8676"/>
                  <a:pt x="147130" y="8281"/>
                  <a:pt x="146917" y="8190"/>
                </a:cubicBezTo>
                <a:lnTo>
                  <a:pt x="146917" y="8190"/>
                </a:lnTo>
                <a:cubicBezTo>
                  <a:pt x="147373" y="8250"/>
                  <a:pt x="147768" y="8342"/>
                  <a:pt x="148224" y="8402"/>
                </a:cubicBezTo>
                <a:cubicBezTo>
                  <a:pt x="148287" y="8415"/>
                  <a:pt x="148360" y="8422"/>
                  <a:pt x="148435" y="8422"/>
                </a:cubicBezTo>
                <a:cubicBezTo>
                  <a:pt x="148542" y="8422"/>
                  <a:pt x="148652" y="8408"/>
                  <a:pt x="148741" y="8372"/>
                </a:cubicBezTo>
                <a:cubicBezTo>
                  <a:pt x="148923" y="8250"/>
                  <a:pt x="148893" y="7886"/>
                  <a:pt x="148649" y="7734"/>
                </a:cubicBezTo>
                <a:cubicBezTo>
                  <a:pt x="148467" y="7582"/>
                  <a:pt x="148163" y="7551"/>
                  <a:pt x="147950" y="7460"/>
                </a:cubicBezTo>
                <a:cubicBezTo>
                  <a:pt x="147738" y="7430"/>
                  <a:pt x="146917" y="7247"/>
                  <a:pt x="146886" y="7004"/>
                </a:cubicBezTo>
                <a:cubicBezTo>
                  <a:pt x="146795" y="6579"/>
                  <a:pt x="147342" y="6822"/>
                  <a:pt x="147525" y="6670"/>
                </a:cubicBezTo>
                <a:cubicBezTo>
                  <a:pt x="147677" y="6548"/>
                  <a:pt x="147586" y="6305"/>
                  <a:pt x="147434" y="6184"/>
                </a:cubicBezTo>
                <a:cubicBezTo>
                  <a:pt x="147282" y="6032"/>
                  <a:pt x="147099" y="6001"/>
                  <a:pt x="146947" y="5940"/>
                </a:cubicBezTo>
                <a:cubicBezTo>
                  <a:pt x="146339" y="5728"/>
                  <a:pt x="145883" y="5150"/>
                  <a:pt x="145367" y="4725"/>
                </a:cubicBezTo>
                <a:cubicBezTo>
                  <a:pt x="145123" y="4542"/>
                  <a:pt x="144850" y="4421"/>
                  <a:pt x="144607" y="4269"/>
                </a:cubicBezTo>
                <a:cubicBezTo>
                  <a:pt x="143908" y="3904"/>
                  <a:pt x="143239" y="3448"/>
                  <a:pt x="142509" y="3083"/>
                </a:cubicBezTo>
                <a:cubicBezTo>
                  <a:pt x="141902" y="2840"/>
                  <a:pt x="141263" y="2718"/>
                  <a:pt x="140686" y="2323"/>
                </a:cubicBezTo>
                <a:cubicBezTo>
                  <a:pt x="140230" y="2019"/>
                  <a:pt x="139804" y="1655"/>
                  <a:pt x="139318" y="1411"/>
                </a:cubicBezTo>
                <a:cubicBezTo>
                  <a:pt x="138832" y="1199"/>
                  <a:pt x="138254" y="1077"/>
                  <a:pt x="137707" y="1016"/>
                </a:cubicBezTo>
                <a:cubicBezTo>
                  <a:pt x="137479" y="986"/>
                  <a:pt x="137251" y="963"/>
                  <a:pt x="137031" y="963"/>
                </a:cubicBezTo>
                <a:cubicBezTo>
                  <a:pt x="136810" y="963"/>
                  <a:pt x="136598" y="986"/>
                  <a:pt x="136400" y="1047"/>
                </a:cubicBezTo>
                <a:cubicBezTo>
                  <a:pt x="136005" y="1168"/>
                  <a:pt x="135670" y="1381"/>
                  <a:pt x="135366" y="1624"/>
                </a:cubicBezTo>
                <a:cubicBezTo>
                  <a:pt x="134819" y="1989"/>
                  <a:pt x="134272" y="2414"/>
                  <a:pt x="133816" y="2901"/>
                </a:cubicBezTo>
                <a:cubicBezTo>
                  <a:pt x="133208" y="3539"/>
                  <a:pt x="132752" y="4299"/>
                  <a:pt x="132175" y="4968"/>
                </a:cubicBezTo>
                <a:cubicBezTo>
                  <a:pt x="131445" y="5758"/>
                  <a:pt x="130534" y="6366"/>
                  <a:pt x="129804" y="7156"/>
                </a:cubicBezTo>
                <a:cubicBezTo>
                  <a:pt x="129348" y="7643"/>
                  <a:pt x="128983" y="8220"/>
                  <a:pt x="128527" y="8706"/>
                </a:cubicBezTo>
                <a:cubicBezTo>
                  <a:pt x="128072" y="9223"/>
                  <a:pt x="127464" y="9436"/>
                  <a:pt x="127068" y="10013"/>
                </a:cubicBezTo>
                <a:cubicBezTo>
                  <a:pt x="126916" y="10196"/>
                  <a:pt x="126856" y="10439"/>
                  <a:pt x="126734" y="10652"/>
                </a:cubicBezTo>
                <a:cubicBezTo>
                  <a:pt x="126521" y="11077"/>
                  <a:pt x="126217" y="11442"/>
                  <a:pt x="125913" y="11807"/>
                </a:cubicBezTo>
                <a:cubicBezTo>
                  <a:pt x="125154" y="12719"/>
                  <a:pt x="124394" y="13661"/>
                  <a:pt x="123421" y="14390"/>
                </a:cubicBezTo>
                <a:cubicBezTo>
                  <a:pt x="123178" y="14573"/>
                  <a:pt x="122904" y="14755"/>
                  <a:pt x="122661" y="14998"/>
                </a:cubicBezTo>
                <a:cubicBezTo>
                  <a:pt x="122327" y="15363"/>
                  <a:pt x="121901" y="16062"/>
                  <a:pt x="121415" y="16214"/>
                </a:cubicBezTo>
                <a:cubicBezTo>
                  <a:pt x="121445" y="15971"/>
                  <a:pt x="121415" y="15789"/>
                  <a:pt x="121445" y="15545"/>
                </a:cubicBezTo>
                <a:cubicBezTo>
                  <a:pt x="121496" y="15393"/>
                  <a:pt x="121632" y="15220"/>
                  <a:pt x="121763" y="15220"/>
                </a:cubicBezTo>
                <a:cubicBezTo>
                  <a:pt x="121789" y="15220"/>
                  <a:pt x="121815" y="15226"/>
                  <a:pt x="121840" y="15241"/>
                </a:cubicBezTo>
                <a:cubicBezTo>
                  <a:pt x="122053" y="14755"/>
                  <a:pt x="122266" y="14238"/>
                  <a:pt x="122357" y="13691"/>
                </a:cubicBezTo>
                <a:cubicBezTo>
                  <a:pt x="122448" y="13418"/>
                  <a:pt x="122479" y="13175"/>
                  <a:pt x="122418" y="12931"/>
                </a:cubicBezTo>
                <a:cubicBezTo>
                  <a:pt x="122327" y="12719"/>
                  <a:pt x="122175" y="12506"/>
                  <a:pt x="122266" y="12293"/>
                </a:cubicBezTo>
                <a:cubicBezTo>
                  <a:pt x="122296" y="12171"/>
                  <a:pt x="122357" y="12111"/>
                  <a:pt x="122418" y="12019"/>
                </a:cubicBezTo>
                <a:cubicBezTo>
                  <a:pt x="122479" y="11898"/>
                  <a:pt x="122479" y="11746"/>
                  <a:pt x="122509" y="11594"/>
                </a:cubicBezTo>
                <a:cubicBezTo>
                  <a:pt x="122600" y="10469"/>
                  <a:pt x="122205" y="9527"/>
                  <a:pt x="121719" y="8524"/>
                </a:cubicBezTo>
                <a:cubicBezTo>
                  <a:pt x="121293" y="7703"/>
                  <a:pt x="121141" y="6883"/>
                  <a:pt x="120290" y="6366"/>
                </a:cubicBezTo>
                <a:cubicBezTo>
                  <a:pt x="119895" y="6123"/>
                  <a:pt x="119439" y="5971"/>
                  <a:pt x="119074" y="5819"/>
                </a:cubicBezTo>
                <a:cubicBezTo>
                  <a:pt x="118618" y="5636"/>
                  <a:pt x="118193" y="5424"/>
                  <a:pt x="117767" y="5180"/>
                </a:cubicBezTo>
                <a:cubicBezTo>
                  <a:pt x="116795" y="4725"/>
                  <a:pt x="115731" y="4421"/>
                  <a:pt x="114606" y="4299"/>
                </a:cubicBezTo>
                <a:cubicBezTo>
                  <a:pt x="114363" y="4269"/>
                  <a:pt x="114059" y="4238"/>
                  <a:pt x="113786" y="4238"/>
                </a:cubicBezTo>
                <a:cubicBezTo>
                  <a:pt x="113603" y="4238"/>
                  <a:pt x="113451" y="4360"/>
                  <a:pt x="113299" y="4360"/>
                </a:cubicBezTo>
                <a:cubicBezTo>
                  <a:pt x="113217" y="4360"/>
                  <a:pt x="112298" y="4138"/>
                  <a:pt x="112137" y="4138"/>
                </a:cubicBezTo>
                <a:cubicBezTo>
                  <a:pt x="112119" y="4138"/>
                  <a:pt x="112111" y="4141"/>
                  <a:pt x="112114" y="4147"/>
                </a:cubicBezTo>
                <a:lnTo>
                  <a:pt x="112114" y="4147"/>
                </a:lnTo>
                <a:cubicBezTo>
                  <a:pt x="112083" y="4086"/>
                  <a:pt x="112114" y="3995"/>
                  <a:pt x="112144" y="3934"/>
                </a:cubicBezTo>
                <a:cubicBezTo>
                  <a:pt x="111992" y="3904"/>
                  <a:pt x="111840" y="3904"/>
                  <a:pt x="111688" y="3904"/>
                </a:cubicBezTo>
                <a:cubicBezTo>
                  <a:pt x="110807" y="3934"/>
                  <a:pt x="109895" y="3995"/>
                  <a:pt x="109105" y="4421"/>
                </a:cubicBezTo>
                <a:cubicBezTo>
                  <a:pt x="108527" y="4725"/>
                  <a:pt x="108010" y="5302"/>
                  <a:pt x="107889" y="5971"/>
                </a:cubicBezTo>
                <a:cubicBezTo>
                  <a:pt x="107828" y="6336"/>
                  <a:pt x="108010" y="6579"/>
                  <a:pt x="107980" y="6943"/>
                </a:cubicBezTo>
                <a:cubicBezTo>
                  <a:pt x="107980" y="7156"/>
                  <a:pt x="107767" y="7399"/>
                  <a:pt x="107676" y="7551"/>
                </a:cubicBezTo>
                <a:cubicBezTo>
                  <a:pt x="107524" y="7764"/>
                  <a:pt x="107372" y="8007"/>
                  <a:pt x="107250" y="8220"/>
                </a:cubicBezTo>
                <a:cubicBezTo>
                  <a:pt x="106977" y="8676"/>
                  <a:pt x="106795" y="9132"/>
                  <a:pt x="106551" y="9618"/>
                </a:cubicBezTo>
                <a:cubicBezTo>
                  <a:pt x="106369" y="10013"/>
                  <a:pt x="106187" y="10439"/>
                  <a:pt x="106156" y="10834"/>
                </a:cubicBezTo>
                <a:cubicBezTo>
                  <a:pt x="106095" y="10986"/>
                  <a:pt x="106095" y="11138"/>
                  <a:pt x="106156" y="11290"/>
                </a:cubicBezTo>
                <a:cubicBezTo>
                  <a:pt x="106217" y="11533"/>
                  <a:pt x="106369" y="11746"/>
                  <a:pt x="106308" y="11989"/>
                </a:cubicBezTo>
                <a:cubicBezTo>
                  <a:pt x="106247" y="12171"/>
                  <a:pt x="106187" y="12445"/>
                  <a:pt x="106065" y="12597"/>
                </a:cubicBezTo>
                <a:cubicBezTo>
                  <a:pt x="106004" y="12719"/>
                  <a:pt x="105883" y="12810"/>
                  <a:pt x="105791" y="12931"/>
                </a:cubicBezTo>
                <a:cubicBezTo>
                  <a:pt x="105184" y="13539"/>
                  <a:pt x="104636" y="14178"/>
                  <a:pt x="104059" y="14846"/>
                </a:cubicBezTo>
                <a:cubicBezTo>
                  <a:pt x="103937" y="14998"/>
                  <a:pt x="103816" y="15150"/>
                  <a:pt x="103816" y="15302"/>
                </a:cubicBezTo>
                <a:cubicBezTo>
                  <a:pt x="103816" y="15545"/>
                  <a:pt x="104089" y="15789"/>
                  <a:pt x="104363" y="15849"/>
                </a:cubicBezTo>
                <a:cubicBezTo>
                  <a:pt x="104515" y="15910"/>
                  <a:pt x="104667" y="15941"/>
                  <a:pt x="104819" y="16001"/>
                </a:cubicBezTo>
                <a:cubicBezTo>
                  <a:pt x="105092" y="16214"/>
                  <a:pt x="104971" y="16518"/>
                  <a:pt x="104697" y="16548"/>
                </a:cubicBezTo>
                <a:cubicBezTo>
                  <a:pt x="104545" y="16579"/>
                  <a:pt x="104424" y="16670"/>
                  <a:pt x="104393" y="16822"/>
                </a:cubicBezTo>
                <a:cubicBezTo>
                  <a:pt x="104363" y="17004"/>
                  <a:pt x="104424" y="17156"/>
                  <a:pt x="104484" y="17339"/>
                </a:cubicBezTo>
                <a:lnTo>
                  <a:pt x="104484" y="17430"/>
                </a:lnTo>
                <a:cubicBezTo>
                  <a:pt x="104484" y="17460"/>
                  <a:pt x="104424" y="17460"/>
                  <a:pt x="104393" y="17460"/>
                </a:cubicBezTo>
                <a:cubicBezTo>
                  <a:pt x="104211" y="17521"/>
                  <a:pt x="104089" y="17947"/>
                  <a:pt x="104241" y="18099"/>
                </a:cubicBezTo>
                <a:cubicBezTo>
                  <a:pt x="104272" y="18129"/>
                  <a:pt x="104363" y="18129"/>
                  <a:pt x="104393" y="18159"/>
                </a:cubicBezTo>
                <a:cubicBezTo>
                  <a:pt x="104515" y="18251"/>
                  <a:pt x="104576" y="18403"/>
                  <a:pt x="104545" y="18555"/>
                </a:cubicBezTo>
                <a:cubicBezTo>
                  <a:pt x="104545" y="18707"/>
                  <a:pt x="104484" y="18828"/>
                  <a:pt x="104393" y="18980"/>
                </a:cubicBezTo>
                <a:cubicBezTo>
                  <a:pt x="104241" y="19284"/>
                  <a:pt x="104120" y="19618"/>
                  <a:pt x="104089" y="19953"/>
                </a:cubicBezTo>
                <a:cubicBezTo>
                  <a:pt x="104089" y="20257"/>
                  <a:pt x="104180" y="20561"/>
                  <a:pt x="104393" y="20743"/>
                </a:cubicBezTo>
                <a:cubicBezTo>
                  <a:pt x="104697" y="20986"/>
                  <a:pt x="105244" y="21047"/>
                  <a:pt x="105609" y="21108"/>
                </a:cubicBezTo>
                <a:cubicBezTo>
                  <a:pt x="106004" y="21138"/>
                  <a:pt x="106339" y="21169"/>
                  <a:pt x="106703" y="21290"/>
                </a:cubicBezTo>
                <a:cubicBezTo>
                  <a:pt x="107402" y="21473"/>
                  <a:pt x="107919" y="21928"/>
                  <a:pt x="108132" y="22658"/>
                </a:cubicBezTo>
                <a:cubicBezTo>
                  <a:pt x="108497" y="24087"/>
                  <a:pt x="108132" y="25606"/>
                  <a:pt x="107676" y="27035"/>
                </a:cubicBezTo>
                <a:cubicBezTo>
                  <a:pt x="107615" y="27187"/>
                  <a:pt x="107554" y="27339"/>
                  <a:pt x="107433" y="27430"/>
                </a:cubicBezTo>
                <a:cubicBezTo>
                  <a:pt x="107311" y="27552"/>
                  <a:pt x="107129" y="27582"/>
                  <a:pt x="106977" y="27582"/>
                </a:cubicBezTo>
                <a:cubicBezTo>
                  <a:pt x="105457" y="27886"/>
                  <a:pt x="104059" y="28615"/>
                  <a:pt x="102661" y="29345"/>
                </a:cubicBezTo>
                <a:cubicBezTo>
                  <a:pt x="102083" y="29649"/>
                  <a:pt x="101506" y="29953"/>
                  <a:pt x="100989" y="30378"/>
                </a:cubicBezTo>
                <a:lnTo>
                  <a:pt x="100168" y="31047"/>
                </a:lnTo>
                <a:cubicBezTo>
                  <a:pt x="99378" y="31807"/>
                  <a:pt x="98770" y="32749"/>
                  <a:pt x="98284" y="33722"/>
                </a:cubicBezTo>
                <a:cubicBezTo>
                  <a:pt x="97858" y="34512"/>
                  <a:pt x="97554" y="35454"/>
                  <a:pt x="97037" y="36184"/>
                </a:cubicBezTo>
                <a:cubicBezTo>
                  <a:pt x="95974" y="36336"/>
                  <a:pt x="94940" y="36549"/>
                  <a:pt x="93876" y="36701"/>
                </a:cubicBezTo>
                <a:cubicBezTo>
                  <a:pt x="90290" y="37309"/>
                  <a:pt x="86703" y="37369"/>
                  <a:pt x="83055" y="37400"/>
                </a:cubicBezTo>
                <a:cubicBezTo>
                  <a:pt x="82630" y="37400"/>
                  <a:pt x="82235" y="37400"/>
                  <a:pt x="81840" y="37339"/>
                </a:cubicBezTo>
                <a:cubicBezTo>
                  <a:pt x="81110" y="37187"/>
                  <a:pt x="80502" y="36761"/>
                  <a:pt x="79894" y="36336"/>
                </a:cubicBezTo>
                <a:cubicBezTo>
                  <a:pt x="78861" y="35606"/>
                  <a:pt x="77827" y="34907"/>
                  <a:pt x="76703" y="34360"/>
                </a:cubicBezTo>
                <a:cubicBezTo>
                  <a:pt x="75852" y="33995"/>
                  <a:pt x="75001" y="33692"/>
                  <a:pt x="74271" y="33114"/>
                </a:cubicBezTo>
                <a:cubicBezTo>
                  <a:pt x="73876" y="32810"/>
                  <a:pt x="73572" y="32476"/>
                  <a:pt x="73268" y="32111"/>
                </a:cubicBezTo>
                <a:cubicBezTo>
                  <a:pt x="72204" y="30895"/>
                  <a:pt x="71384" y="29619"/>
                  <a:pt x="70350" y="28372"/>
                </a:cubicBezTo>
                <a:cubicBezTo>
                  <a:pt x="69925" y="27856"/>
                  <a:pt x="69529" y="27339"/>
                  <a:pt x="69013" y="26913"/>
                </a:cubicBezTo>
                <a:cubicBezTo>
                  <a:pt x="68314" y="26275"/>
                  <a:pt x="67462" y="25819"/>
                  <a:pt x="66551" y="25424"/>
                </a:cubicBezTo>
                <a:cubicBezTo>
                  <a:pt x="65669" y="25090"/>
                  <a:pt x="64727" y="24938"/>
                  <a:pt x="63937" y="24482"/>
                </a:cubicBezTo>
                <a:cubicBezTo>
                  <a:pt x="62934" y="23904"/>
                  <a:pt x="62082" y="23235"/>
                  <a:pt x="61019" y="22840"/>
                </a:cubicBezTo>
                <a:cubicBezTo>
                  <a:pt x="60775" y="22780"/>
                  <a:pt x="60502" y="22688"/>
                  <a:pt x="60289" y="22567"/>
                </a:cubicBezTo>
                <a:cubicBezTo>
                  <a:pt x="59864" y="21473"/>
                  <a:pt x="59681" y="20287"/>
                  <a:pt x="59742" y="19132"/>
                </a:cubicBezTo>
                <a:cubicBezTo>
                  <a:pt x="59742" y="18889"/>
                  <a:pt x="59803" y="18615"/>
                  <a:pt x="59985" y="18494"/>
                </a:cubicBezTo>
                <a:cubicBezTo>
                  <a:pt x="60168" y="18342"/>
                  <a:pt x="60411" y="18342"/>
                  <a:pt x="60623" y="18342"/>
                </a:cubicBezTo>
                <a:cubicBezTo>
                  <a:pt x="61383" y="18342"/>
                  <a:pt x="62113" y="18251"/>
                  <a:pt x="62873" y="18129"/>
                </a:cubicBezTo>
                <a:cubicBezTo>
                  <a:pt x="63298" y="18068"/>
                  <a:pt x="63785" y="17947"/>
                  <a:pt x="64089" y="17673"/>
                </a:cubicBezTo>
                <a:cubicBezTo>
                  <a:pt x="64453" y="17339"/>
                  <a:pt x="64271" y="16913"/>
                  <a:pt x="64089" y="16518"/>
                </a:cubicBezTo>
                <a:cubicBezTo>
                  <a:pt x="63997" y="16366"/>
                  <a:pt x="63906" y="16153"/>
                  <a:pt x="63997" y="15971"/>
                </a:cubicBezTo>
                <a:cubicBezTo>
                  <a:pt x="64089" y="15849"/>
                  <a:pt x="64210" y="15789"/>
                  <a:pt x="64301" y="15697"/>
                </a:cubicBezTo>
                <a:cubicBezTo>
                  <a:pt x="64544" y="15515"/>
                  <a:pt x="64544" y="15150"/>
                  <a:pt x="64301" y="14937"/>
                </a:cubicBezTo>
                <a:cubicBezTo>
                  <a:pt x="64241" y="14877"/>
                  <a:pt x="64119" y="14785"/>
                  <a:pt x="64149" y="14694"/>
                </a:cubicBezTo>
                <a:cubicBezTo>
                  <a:pt x="64210" y="14542"/>
                  <a:pt x="64362" y="14542"/>
                  <a:pt x="64514" y="14451"/>
                </a:cubicBezTo>
                <a:cubicBezTo>
                  <a:pt x="64727" y="14330"/>
                  <a:pt x="64666" y="13995"/>
                  <a:pt x="64544" y="13782"/>
                </a:cubicBezTo>
                <a:cubicBezTo>
                  <a:pt x="64423" y="13539"/>
                  <a:pt x="64301" y="13235"/>
                  <a:pt x="64514" y="13053"/>
                </a:cubicBezTo>
                <a:cubicBezTo>
                  <a:pt x="64544" y="13023"/>
                  <a:pt x="64605" y="12962"/>
                  <a:pt x="64696" y="12931"/>
                </a:cubicBezTo>
                <a:cubicBezTo>
                  <a:pt x="65061" y="12719"/>
                  <a:pt x="65487" y="12293"/>
                  <a:pt x="65335" y="11837"/>
                </a:cubicBezTo>
                <a:cubicBezTo>
                  <a:pt x="65274" y="11655"/>
                  <a:pt x="65122" y="11503"/>
                  <a:pt x="64970" y="11351"/>
                </a:cubicBezTo>
                <a:cubicBezTo>
                  <a:pt x="64301" y="10804"/>
                  <a:pt x="63633" y="10226"/>
                  <a:pt x="63511" y="9436"/>
                </a:cubicBezTo>
                <a:cubicBezTo>
                  <a:pt x="63481" y="9162"/>
                  <a:pt x="63481" y="8919"/>
                  <a:pt x="63511" y="8646"/>
                </a:cubicBezTo>
                <a:cubicBezTo>
                  <a:pt x="63541" y="7187"/>
                  <a:pt x="62934" y="5758"/>
                  <a:pt x="61930" y="4725"/>
                </a:cubicBezTo>
                <a:cubicBezTo>
                  <a:pt x="61839" y="4664"/>
                  <a:pt x="61687" y="4542"/>
                  <a:pt x="61626" y="4451"/>
                </a:cubicBezTo>
                <a:cubicBezTo>
                  <a:pt x="61505" y="4299"/>
                  <a:pt x="61566" y="4299"/>
                  <a:pt x="61626" y="4117"/>
                </a:cubicBezTo>
                <a:cubicBezTo>
                  <a:pt x="61657" y="3995"/>
                  <a:pt x="61626" y="3904"/>
                  <a:pt x="61566" y="3752"/>
                </a:cubicBezTo>
                <a:cubicBezTo>
                  <a:pt x="61505" y="3478"/>
                  <a:pt x="61414" y="3235"/>
                  <a:pt x="61262" y="3022"/>
                </a:cubicBezTo>
                <a:cubicBezTo>
                  <a:pt x="61079" y="2749"/>
                  <a:pt x="60806" y="2749"/>
                  <a:pt x="60563" y="2627"/>
                </a:cubicBezTo>
                <a:cubicBezTo>
                  <a:pt x="60563" y="2536"/>
                  <a:pt x="60563" y="2414"/>
                  <a:pt x="60502" y="2293"/>
                </a:cubicBezTo>
                <a:cubicBezTo>
                  <a:pt x="60090" y="1593"/>
                  <a:pt x="59121" y="1451"/>
                  <a:pt x="58236" y="1451"/>
                </a:cubicBezTo>
                <a:cubicBezTo>
                  <a:pt x="57814" y="1451"/>
                  <a:pt x="57411" y="1483"/>
                  <a:pt x="57098" y="1503"/>
                </a:cubicBezTo>
                <a:cubicBezTo>
                  <a:pt x="56642" y="1533"/>
                  <a:pt x="56064" y="1655"/>
                  <a:pt x="55760" y="2019"/>
                </a:cubicBezTo>
                <a:cubicBezTo>
                  <a:pt x="55699" y="2111"/>
                  <a:pt x="55639" y="2171"/>
                  <a:pt x="55578" y="2232"/>
                </a:cubicBezTo>
                <a:cubicBezTo>
                  <a:pt x="55536" y="2253"/>
                  <a:pt x="55490" y="2261"/>
                  <a:pt x="55443" y="2261"/>
                </a:cubicBezTo>
                <a:cubicBezTo>
                  <a:pt x="55285" y="2261"/>
                  <a:pt x="55103" y="2171"/>
                  <a:pt x="54939" y="2171"/>
                </a:cubicBezTo>
                <a:cubicBezTo>
                  <a:pt x="54727" y="2171"/>
                  <a:pt x="54575" y="2262"/>
                  <a:pt x="54423" y="2293"/>
                </a:cubicBezTo>
                <a:cubicBezTo>
                  <a:pt x="54240" y="2323"/>
                  <a:pt x="54088" y="2323"/>
                  <a:pt x="53906" y="2384"/>
                </a:cubicBezTo>
                <a:cubicBezTo>
                  <a:pt x="53450" y="2445"/>
                  <a:pt x="52994" y="2627"/>
                  <a:pt x="52569" y="2840"/>
                </a:cubicBezTo>
                <a:cubicBezTo>
                  <a:pt x="52143" y="3022"/>
                  <a:pt x="51748" y="3235"/>
                  <a:pt x="51383" y="3600"/>
                </a:cubicBezTo>
                <a:cubicBezTo>
                  <a:pt x="51049" y="3965"/>
                  <a:pt x="51140" y="4269"/>
                  <a:pt x="51049" y="4725"/>
                </a:cubicBezTo>
                <a:cubicBezTo>
                  <a:pt x="51018" y="5028"/>
                  <a:pt x="51049" y="4998"/>
                  <a:pt x="50775" y="5028"/>
                </a:cubicBezTo>
                <a:cubicBezTo>
                  <a:pt x="50730" y="5035"/>
                  <a:pt x="50683" y="5037"/>
                  <a:pt x="50633" y="5037"/>
                </a:cubicBezTo>
                <a:cubicBezTo>
                  <a:pt x="50499" y="5037"/>
                  <a:pt x="50353" y="5020"/>
                  <a:pt x="50218" y="5020"/>
                </a:cubicBezTo>
                <a:cubicBezTo>
                  <a:pt x="50169" y="5020"/>
                  <a:pt x="50121" y="5022"/>
                  <a:pt x="50076" y="5028"/>
                </a:cubicBezTo>
                <a:cubicBezTo>
                  <a:pt x="49103" y="5120"/>
                  <a:pt x="48192" y="5424"/>
                  <a:pt x="47432" y="5971"/>
                </a:cubicBezTo>
                <a:cubicBezTo>
                  <a:pt x="46216" y="6943"/>
                  <a:pt x="45912" y="9314"/>
                  <a:pt x="47280" y="10348"/>
                </a:cubicBezTo>
                <a:cubicBezTo>
                  <a:pt x="47371" y="10378"/>
                  <a:pt x="47432" y="10469"/>
                  <a:pt x="47432" y="10530"/>
                </a:cubicBezTo>
                <a:cubicBezTo>
                  <a:pt x="47432" y="10621"/>
                  <a:pt x="47401" y="10682"/>
                  <a:pt x="47341" y="10743"/>
                </a:cubicBezTo>
                <a:cubicBezTo>
                  <a:pt x="46976" y="11138"/>
                  <a:pt x="46733" y="11716"/>
                  <a:pt x="46763" y="12293"/>
                </a:cubicBezTo>
                <a:cubicBezTo>
                  <a:pt x="46824" y="13053"/>
                  <a:pt x="47523" y="13630"/>
                  <a:pt x="48252" y="13843"/>
                </a:cubicBezTo>
                <a:cubicBezTo>
                  <a:pt x="48554" y="13936"/>
                  <a:pt x="48892" y="13976"/>
                  <a:pt x="49224" y="13976"/>
                </a:cubicBezTo>
                <a:cubicBezTo>
                  <a:pt x="49326" y="13976"/>
                  <a:pt x="49429" y="13972"/>
                  <a:pt x="49529" y="13965"/>
                </a:cubicBezTo>
                <a:cubicBezTo>
                  <a:pt x="49590" y="13961"/>
                  <a:pt x="49645" y="13958"/>
                  <a:pt x="49694" y="13958"/>
                </a:cubicBezTo>
                <a:cubicBezTo>
                  <a:pt x="50011" y="13958"/>
                  <a:pt x="50101" y="14060"/>
                  <a:pt x="50259" y="14482"/>
                </a:cubicBezTo>
                <a:cubicBezTo>
                  <a:pt x="50441" y="14998"/>
                  <a:pt x="50684" y="15454"/>
                  <a:pt x="51079" y="15789"/>
                </a:cubicBezTo>
                <a:cubicBezTo>
                  <a:pt x="51322" y="15971"/>
                  <a:pt x="51626" y="16123"/>
                  <a:pt x="51809" y="16366"/>
                </a:cubicBezTo>
                <a:cubicBezTo>
                  <a:pt x="51839" y="16427"/>
                  <a:pt x="51900" y="16518"/>
                  <a:pt x="51961" y="16579"/>
                </a:cubicBezTo>
                <a:cubicBezTo>
                  <a:pt x="51991" y="17734"/>
                  <a:pt x="52082" y="18828"/>
                  <a:pt x="51961" y="20014"/>
                </a:cubicBezTo>
                <a:cubicBezTo>
                  <a:pt x="51930" y="20500"/>
                  <a:pt x="51900" y="21017"/>
                  <a:pt x="51809" y="21533"/>
                </a:cubicBezTo>
                <a:cubicBezTo>
                  <a:pt x="51778" y="21837"/>
                  <a:pt x="51748" y="22141"/>
                  <a:pt x="51505" y="22293"/>
                </a:cubicBezTo>
                <a:cubicBezTo>
                  <a:pt x="51397" y="22365"/>
                  <a:pt x="51281" y="22390"/>
                  <a:pt x="51160" y="22390"/>
                </a:cubicBezTo>
                <a:cubicBezTo>
                  <a:pt x="50973" y="22390"/>
                  <a:pt x="50778" y="22330"/>
                  <a:pt x="50593" y="22293"/>
                </a:cubicBezTo>
                <a:cubicBezTo>
                  <a:pt x="50532" y="22232"/>
                  <a:pt x="50471" y="22232"/>
                  <a:pt x="50410" y="22202"/>
                </a:cubicBezTo>
                <a:cubicBezTo>
                  <a:pt x="49681" y="21776"/>
                  <a:pt x="49012" y="21260"/>
                  <a:pt x="48283" y="20621"/>
                </a:cubicBezTo>
                <a:cubicBezTo>
                  <a:pt x="47249" y="19618"/>
                  <a:pt x="46064" y="18707"/>
                  <a:pt x="44757" y="18220"/>
                </a:cubicBezTo>
                <a:cubicBezTo>
                  <a:pt x="44061" y="17936"/>
                  <a:pt x="43308" y="17783"/>
                  <a:pt x="42561" y="17783"/>
                </a:cubicBezTo>
                <a:cubicBezTo>
                  <a:pt x="41872" y="17783"/>
                  <a:pt x="41189" y="17913"/>
                  <a:pt x="40562" y="18190"/>
                </a:cubicBezTo>
                <a:lnTo>
                  <a:pt x="40228" y="17947"/>
                </a:lnTo>
                <a:lnTo>
                  <a:pt x="39316" y="17369"/>
                </a:lnTo>
                <a:cubicBezTo>
                  <a:pt x="38313" y="16731"/>
                  <a:pt x="37340" y="16123"/>
                  <a:pt x="36398" y="15393"/>
                </a:cubicBezTo>
                <a:cubicBezTo>
                  <a:pt x="36033" y="15150"/>
                  <a:pt x="35729" y="14907"/>
                  <a:pt x="35395" y="14633"/>
                </a:cubicBezTo>
                <a:cubicBezTo>
                  <a:pt x="33298" y="13205"/>
                  <a:pt x="30775" y="12567"/>
                  <a:pt x="28738" y="10986"/>
                </a:cubicBezTo>
                <a:cubicBezTo>
                  <a:pt x="28252" y="10591"/>
                  <a:pt x="27644" y="10196"/>
                  <a:pt x="27188" y="9740"/>
                </a:cubicBezTo>
                <a:cubicBezTo>
                  <a:pt x="26823" y="9375"/>
                  <a:pt x="26459" y="8858"/>
                  <a:pt x="26003" y="8524"/>
                </a:cubicBezTo>
                <a:cubicBezTo>
                  <a:pt x="25547" y="8190"/>
                  <a:pt x="25152" y="7764"/>
                  <a:pt x="24635" y="7430"/>
                </a:cubicBezTo>
                <a:cubicBezTo>
                  <a:pt x="24240" y="7126"/>
                  <a:pt x="23814" y="6791"/>
                  <a:pt x="23389" y="6427"/>
                </a:cubicBezTo>
                <a:cubicBezTo>
                  <a:pt x="22598" y="5819"/>
                  <a:pt x="21687" y="5424"/>
                  <a:pt x="20835" y="4907"/>
                </a:cubicBezTo>
                <a:cubicBezTo>
                  <a:pt x="20045" y="4421"/>
                  <a:pt x="19468" y="3752"/>
                  <a:pt x="18556" y="3387"/>
                </a:cubicBezTo>
                <a:cubicBezTo>
                  <a:pt x="17887" y="3144"/>
                  <a:pt x="17310" y="2414"/>
                  <a:pt x="16732" y="1959"/>
                </a:cubicBezTo>
                <a:cubicBezTo>
                  <a:pt x="16124" y="1472"/>
                  <a:pt x="15486" y="1016"/>
                  <a:pt x="14817" y="591"/>
                </a:cubicBezTo>
                <a:cubicBezTo>
                  <a:pt x="14162" y="171"/>
                  <a:pt x="13574" y="1"/>
                  <a:pt x="1284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0" name="Google Shape;1410;p181"/>
          <p:cNvSpPr/>
          <p:nvPr/>
        </p:nvSpPr>
        <p:spPr>
          <a:xfrm>
            <a:off x="1719200" y="2602925"/>
            <a:ext cx="2475" cy="6925"/>
          </a:xfrm>
          <a:custGeom>
            <a:rect b="b" l="l" r="r" t="t"/>
            <a:pathLst>
              <a:path extrusionOk="0" h="277" w="99">
                <a:moveTo>
                  <a:pt x="1" y="0"/>
                </a:moveTo>
                <a:lnTo>
                  <a:pt x="1" y="92"/>
                </a:lnTo>
                <a:cubicBezTo>
                  <a:pt x="19" y="110"/>
                  <a:pt x="35" y="129"/>
                  <a:pt x="48" y="147"/>
                </a:cubicBezTo>
                <a:lnTo>
                  <a:pt x="48" y="147"/>
                </a:lnTo>
                <a:cubicBezTo>
                  <a:pt x="24" y="89"/>
                  <a:pt x="1" y="27"/>
                  <a:pt x="1" y="0"/>
                </a:cubicBezTo>
                <a:close/>
                <a:moveTo>
                  <a:pt x="48" y="147"/>
                </a:moveTo>
                <a:lnTo>
                  <a:pt x="48" y="147"/>
                </a:lnTo>
                <a:cubicBezTo>
                  <a:pt x="65" y="189"/>
                  <a:pt x="82" y="229"/>
                  <a:pt x="91" y="253"/>
                </a:cubicBezTo>
                <a:lnTo>
                  <a:pt x="91" y="253"/>
                </a:lnTo>
                <a:cubicBezTo>
                  <a:pt x="87" y="218"/>
                  <a:pt x="72" y="182"/>
                  <a:pt x="48" y="147"/>
                </a:cubicBezTo>
                <a:close/>
                <a:moveTo>
                  <a:pt x="91" y="253"/>
                </a:moveTo>
                <a:cubicBezTo>
                  <a:pt x="91" y="260"/>
                  <a:pt x="92" y="267"/>
                  <a:pt x="92" y="274"/>
                </a:cubicBezTo>
                <a:cubicBezTo>
                  <a:pt x="93" y="276"/>
                  <a:pt x="95" y="277"/>
                  <a:pt x="96" y="277"/>
                </a:cubicBezTo>
                <a:cubicBezTo>
                  <a:pt x="98" y="277"/>
                  <a:pt x="96" y="268"/>
                  <a:pt x="91" y="253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1" name="Google Shape;1411;p181"/>
          <p:cNvSpPr/>
          <p:nvPr/>
        </p:nvSpPr>
        <p:spPr>
          <a:xfrm>
            <a:off x="1361238" y="2287575"/>
            <a:ext cx="2582150" cy="3415525"/>
          </a:xfrm>
          <a:custGeom>
            <a:rect b="b" l="l" r="r" t="t"/>
            <a:pathLst>
              <a:path extrusionOk="0" h="136621" w="103286">
                <a:moveTo>
                  <a:pt x="68847" y="3101"/>
                </a:moveTo>
                <a:cubicBezTo>
                  <a:pt x="68847" y="3283"/>
                  <a:pt x="68816" y="3435"/>
                  <a:pt x="68786" y="3617"/>
                </a:cubicBezTo>
                <a:cubicBezTo>
                  <a:pt x="68664" y="3648"/>
                  <a:pt x="68573" y="3648"/>
                  <a:pt x="68482" y="3708"/>
                </a:cubicBezTo>
                <a:cubicBezTo>
                  <a:pt x="68360" y="3708"/>
                  <a:pt x="68269" y="3739"/>
                  <a:pt x="68178" y="3739"/>
                </a:cubicBezTo>
                <a:cubicBezTo>
                  <a:pt x="68391" y="3496"/>
                  <a:pt x="68634" y="3283"/>
                  <a:pt x="68847" y="3101"/>
                </a:cubicBezTo>
                <a:close/>
                <a:moveTo>
                  <a:pt x="78816" y="48876"/>
                </a:moveTo>
                <a:cubicBezTo>
                  <a:pt x="78756" y="49788"/>
                  <a:pt x="79668" y="51308"/>
                  <a:pt x="80184" y="52037"/>
                </a:cubicBezTo>
                <a:cubicBezTo>
                  <a:pt x="80336" y="52220"/>
                  <a:pt x="80488" y="52433"/>
                  <a:pt x="80488" y="52706"/>
                </a:cubicBezTo>
                <a:cubicBezTo>
                  <a:pt x="80519" y="53040"/>
                  <a:pt x="80275" y="53314"/>
                  <a:pt x="80154" y="53618"/>
                </a:cubicBezTo>
                <a:cubicBezTo>
                  <a:pt x="80032" y="54013"/>
                  <a:pt x="79971" y="54439"/>
                  <a:pt x="80093" y="54834"/>
                </a:cubicBezTo>
                <a:cubicBezTo>
                  <a:pt x="80123" y="54986"/>
                  <a:pt x="80215" y="55138"/>
                  <a:pt x="80215" y="55320"/>
                </a:cubicBezTo>
                <a:cubicBezTo>
                  <a:pt x="80215" y="55928"/>
                  <a:pt x="79637" y="56384"/>
                  <a:pt x="79668" y="57053"/>
                </a:cubicBezTo>
                <a:cubicBezTo>
                  <a:pt x="79728" y="57448"/>
                  <a:pt x="79911" y="57813"/>
                  <a:pt x="80032" y="58208"/>
                </a:cubicBezTo>
                <a:cubicBezTo>
                  <a:pt x="80336" y="59241"/>
                  <a:pt x="79880" y="60457"/>
                  <a:pt x="79485" y="61399"/>
                </a:cubicBezTo>
                <a:cubicBezTo>
                  <a:pt x="79485" y="62159"/>
                  <a:pt x="78725" y="63162"/>
                  <a:pt x="78513" y="63892"/>
                </a:cubicBezTo>
                <a:cubicBezTo>
                  <a:pt x="78300" y="64560"/>
                  <a:pt x="78117" y="65168"/>
                  <a:pt x="77844" y="65837"/>
                </a:cubicBezTo>
                <a:cubicBezTo>
                  <a:pt x="77601" y="65016"/>
                  <a:pt x="77388" y="64165"/>
                  <a:pt x="77145" y="63345"/>
                </a:cubicBezTo>
                <a:cubicBezTo>
                  <a:pt x="76567" y="61612"/>
                  <a:pt x="75807" y="59879"/>
                  <a:pt x="74895" y="58238"/>
                </a:cubicBezTo>
                <a:cubicBezTo>
                  <a:pt x="74926" y="58177"/>
                  <a:pt x="74956" y="58056"/>
                  <a:pt x="75017" y="57995"/>
                </a:cubicBezTo>
                <a:cubicBezTo>
                  <a:pt x="76324" y="54955"/>
                  <a:pt x="78361" y="52129"/>
                  <a:pt x="78816" y="48876"/>
                </a:cubicBezTo>
                <a:close/>
                <a:moveTo>
                  <a:pt x="71582" y="0"/>
                </a:moveTo>
                <a:cubicBezTo>
                  <a:pt x="71400" y="0"/>
                  <a:pt x="71248" y="0"/>
                  <a:pt x="71035" y="91"/>
                </a:cubicBezTo>
                <a:cubicBezTo>
                  <a:pt x="70670" y="213"/>
                  <a:pt x="70397" y="578"/>
                  <a:pt x="70123" y="882"/>
                </a:cubicBezTo>
                <a:cubicBezTo>
                  <a:pt x="69759" y="1338"/>
                  <a:pt x="69303" y="1763"/>
                  <a:pt x="68816" y="2128"/>
                </a:cubicBezTo>
                <a:cubicBezTo>
                  <a:pt x="68421" y="2401"/>
                  <a:pt x="67996" y="2675"/>
                  <a:pt x="67752" y="3040"/>
                </a:cubicBezTo>
                <a:cubicBezTo>
                  <a:pt x="67631" y="3253"/>
                  <a:pt x="67509" y="3465"/>
                  <a:pt x="67357" y="3617"/>
                </a:cubicBezTo>
                <a:lnTo>
                  <a:pt x="67145" y="3860"/>
                </a:lnTo>
                <a:cubicBezTo>
                  <a:pt x="66928" y="3848"/>
                  <a:pt x="66718" y="3836"/>
                  <a:pt x="66515" y="3836"/>
                </a:cubicBezTo>
                <a:cubicBezTo>
                  <a:pt x="65748" y="3836"/>
                  <a:pt x="65077" y="3999"/>
                  <a:pt x="64500" y="4863"/>
                </a:cubicBezTo>
                <a:cubicBezTo>
                  <a:pt x="63649" y="6201"/>
                  <a:pt x="62433" y="6900"/>
                  <a:pt x="61065" y="7660"/>
                </a:cubicBezTo>
                <a:cubicBezTo>
                  <a:pt x="60153" y="8146"/>
                  <a:pt x="59242" y="8724"/>
                  <a:pt x="58391" y="9271"/>
                </a:cubicBezTo>
                <a:cubicBezTo>
                  <a:pt x="57935" y="9575"/>
                  <a:pt x="57570" y="9940"/>
                  <a:pt x="57114" y="10244"/>
                </a:cubicBezTo>
                <a:cubicBezTo>
                  <a:pt x="56810" y="10456"/>
                  <a:pt x="56445" y="10760"/>
                  <a:pt x="56111" y="10912"/>
                </a:cubicBezTo>
                <a:cubicBezTo>
                  <a:pt x="55898" y="11034"/>
                  <a:pt x="55594" y="11003"/>
                  <a:pt x="55351" y="11095"/>
                </a:cubicBezTo>
                <a:cubicBezTo>
                  <a:pt x="55138" y="11216"/>
                  <a:pt x="54986" y="11490"/>
                  <a:pt x="54834" y="11702"/>
                </a:cubicBezTo>
                <a:cubicBezTo>
                  <a:pt x="54470" y="12158"/>
                  <a:pt x="54014" y="12310"/>
                  <a:pt x="53497" y="12402"/>
                </a:cubicBezTo>
                <a:cubicBezTo>
                  <a:pt x="53223" y="12432"/>
                  <a:pt x="52919" y="12462"/>
                  <a:pt x="52767" y="12706"/>
                </a:cubicBezTo>
                <a:cubicBezTo>
                  <a:pt x="52646" y="12888"/>
                  <a:pt x="52707" y="13131"/>
                  <a:pt x="52646" y="13313"/>
                </a:cubicBezTo>
                <a:cubicBezTo>
                  <a:pt x="52494" y="13921"/>
                  <a:pt x="51703" y="14043"/>
                  <a:pt x="51187" y="14377"/>
                </a:cubicBezTo>
                <a:cubicBezTo>
                  <a:pt x="50913" y="14529"/>
                  <a:pt x="50670" y="14803"/>
                  <a:pt x="50488" y="15016"/>
                </a:cubicBezTo>
                <a:cubicBezTo>
                  <a:pt x="49819" y="15745"/>
                  <a:pt x="48968" y="16231"/>
                  <a:pt x="48147" y="16779"/>
                </a:cubicBezTo>
                <a:cubicBezTo>
                  <a:pt x="47296" y="17265"/>
                  <a:pt x="46506" y="17782"/>
                  <a:pt x="45624" y="18207"/>
                </a:cubicBezTo>
                <a:cubicBezTo>
                  <a:pt x="44804" y="18633"/>
                  <a:pt x="43831" y="19089"/>
                  <a:pt x="42980" y="19393"/>
                </a:cubicBezTo>
                <a:cubicBezTo>
                  <a:pt x="41977" y="19727"/>
                  <a:pt x="40943" y="19757"/>
                  <a:pt x="40001" y="20213"/>
                </a:cubicBezTo>
                <a:cubicBezTo>
                  <a:pt x="39363" y="20517"/>
                  <a:pt x="38725" y="20943"/>
                  <a:pt x="37995" y="20973"/>
                </a:cubicBezTo>
                <a:cubicBezTo>
                  <a:pt x="37955" y="20975"/>
                  <a:pt x="37914" y="20976"/>
                  <a:pt x="37874" y="20976"/>
                </a:cubicBezTo>
                <a:cubicBezTo>
                  <a:pt x="37219" y="20976"/>
                  <a:pt x="36587" y="20752"/>
                  <a:pt x="35928" y="20608"/>
                </a:cubicBezTo>
                <a:cubicBezTo>
                  <a:pt x="35417" y="20476"/>
                  <a:pt x="34906" y="20425"/>
                  <a:pt x="34394" y="20425"/>
                </a:cubicBezTo>
                <a:cubicBezTo>
                  <a:pt x="33963" y="20425"/>
                  <a:pt x="33532" y="20462"/>
                  <a:pt x="33101" y="20517"/>
                </a:cubicBezTo>
                <a:lnTo>
                  <a:pt x="33101" y="19605"/>
                </a:lnTo>
                <a:cubicBezTo>
                  <a:pt x="33332" y="19663"/>
                  <a:pt x="33572" y="19677"/>
                  <a:pt x="33815" y="19677"/>
                </a:cubicBezTo>
                <a:cubicBezTo>
                  <a:pt x="34041" y="19677"/>
                  <a:pt x="34269" y="19665"/>
                  <a:pt x="34497" y="19665"/>
                </a:cubicBezTo>
                <a:cubicBezTo>
                  <a:pt x="34671" y="19665"/>
                  <a:pt x="34845" y="19672"/>
                  <a:pt x="35016" y="19697"/>
                </a:cubicBezTo>
                <a:cubicBezTo>
                  <a:pt x="35079" y="19701"/>
                  <a:pt x="35144" y="19703"/>
                  <a:pt x="35209" y="19703"/>
                </a:cubicBezTo>
                <a:cubicBezTo>
                  <a:pt x="35617" y="19703"/>
                  <a:pt x="36049" y="19607"/>
                  <a:pt x="36232" y="19241"/>
                </a:cubicBezTo>
                <a:cubicBezTo>
                  <a:pt x="36384" y="18876"/>
                  <a:pt x="36293" y="18511"/>
                  <a:pt x="36202" y="18177"/>
                </a:cubicBezTo>
                <a:cubicBezTo>
                  <a:pt x="36080" y="17812"/>
                  <a:pt x="36050" y="17417"/>
                  <a:pt x="36293" y="17113"/>
                </a:cubicBezTo>
                <a:cubicBezTo>
                  <a:pt x="36323" y="17083"/>
                  <a:pt x="36354" y="17022"/>
                  <a:pt x="36384" y="16961"/>
                </a:cubicBezTo>
                <a:cubicBezTo>
                  <a:pt x="36384" y="16931"/>
                  <a:pt x="36384" y="16839"/>
                  <a:pt x="36354" y="16809"/>
                </a:cubicBezTo>
                <a:cubicBezTo>
                  <a:pt x="36293" y="16566"/>
                  <a:pt x="36171" y="16383"/>
                  <a:pt x="36050" y="16201"/>
                </a:cubicBezTo>
                <a:cubicBezTo>
                  <a:pt x="36232" y="16171"/>
                  <a:pt x="36445" y="16110"/>
                  <a:pt x="36597" y="15988"/>
                </a:cubicBezTo>
                <a:cubicBezTo>
                  <a:pt x="36749" y="15897"/>
                  <a:pt x="36810" y="15654"/>
                  <a:pt x="36749" y="15502"/>
                </a:cubicBezTo>
                <a:cubicBezTo>
                  <a:pt x="36658" y="15411"/>
                  <a:pt x="36506" y="15228"/>
                  <a:pt x="36627" y="15168"/>
                </a:cubicBezTo>
                <a:cubicBezTo>
                  <a:pt x="36658" y="15137"/>
                  <a:pt x="36749" y="15137"/>
                  <a:pt x="36779" y="15137"/>
                </a:cubicBezTo>
                <a:cubicBezTo>
                  <a:pt x="37144" y="15137"/>
                  <a:pt x="38025" y="14985"/>
                  <a:pt x="37965" y="14438"/>
                </a:cubicBezTo>
                <a:cubicBezTo>
                  <a:pt x="37873" y="14104"/>
                  <a:pt x="37539" y="13709"/>
                  <a:pt x="37357" y="13465"/>
                </a:cubicBezTo>
                <a:cubicBezTo>
                  <a:pt x="37144" y="13161"/>
                  <a:pt x="36931" y="12858"/>
                  <a:pt x="36749" y="12554"/>
                </a:cubicBezTo>
                <a:cubicBezTo>
                  <a:pt x="36627" y="12310"/>
                  <a:pt x="36323" y="11854"/>
                  <a:pt x="36506" y="11611"/>
                </a:cubicBezTo>
                <a:lnTo>
                  <a:pt x="36627" y="11490"/>
                </a:lnTo>
                <a:cubicBezTo>
                  <a:pt x="36840" y="11307"/>
                  <a:pt x="36962" y="10882"/>
                  <a:pt x="36840" y="10608"/>
                </a:cubicBezTo>
                <a:cubicBezTo>
                  <a:pt x="36627" y="10031"/>
                  <a:pt x="36445" y="9514"/>
                  <a:pt x="36202" y="8936"/>
                </a:cubicBezTo>
                <a:cubicBezTo>
                  <a:pt x="36141" y="8754"/>
                  <a:pt x="36019" y="8511"/>
                  <a:pt x="35928" y="8329"/>
                </a:cubicBezTo>
                <a:cubicBezTo>
                  <a:pt x="35898" y="8268"/>
                  <a:pt x="35746" y="7873"/>
                  <a:pt x="35837" y="7842"/>
                </a:cubicBezTo>
                <a:cubicBezTo>
                  <a:pt x="36202" y="7295"/>
                  <a:pt x="36506" y="6809"/>
                  <a:pt x="36536" y="6140"/>
                </a:cubicBezTo>
                <a:cubicBezTo>
                  <a:pt x="36627" y="5532"/>
                  <a:pt x="36475" y="4863"/>
                  <a:pt x="36171" y="4347"/>
                </a:cubicBezTo>
                <a:cubicBezTo>
                  <a:pt x="36141" y="4316"/>
                  <a:pt x="36080" y="4225"/>
                  <a:pt x="36050" y="4225"/>
                </a:cubicBezTo>
                <a:cubicBezTo>
                  <a:pt x="36019" y="4225"/>
                  <a:pt x="35989" y="4225"/>
                  <a:pt x="35898" y="4256"/>
                </a:cubicBezTo>
                <a:cubicBezTo>
                  <a:pt x="35715" y="4347"/>
                  <a:pt x="35533" y="4499"/>
                  <a:pt x="35411" y="4651"/>
                </a:cubicBezTo>
                <a:cubicBezTo>
                  <a:pt x="35320" y="4468"/>
                  <a:pt x="35259" y="4225"/>
                  <a:pt x="35138" y="4073"/>
                </a:cubicBezTo>
                <a:cubicBezTo>
                  <a:pt x="35016" y="4104"/>
                  <a:pt x="34925" y="4225"/>
                  <a:pt x="34834" y="4316"/>
                </a:cubicBezTo>
                <a:cubicBezTo>
                  <a:pt x="34773" y="4104"/>
                  <a:pt x="34560" y="4012"/>
                  <a:pt x="34348" y="4012"/>
                </a:cubicBezTo>
                <a:cubicBezTo>
                  <a:pt x="34320" y="4046"/>
                  <a:pt x="34293" y="4061"/>
                  <a:pt x="34267" y="4061"/>
                </a:cubicBezTo>
                <a:cubicBezTo>
                  <a:pt x="34175" y="4061"/>
                  <a:pt x="34091" y="3887"/>
                  <a:pt x="34044" y="3769"/>
                </a:cubicBezTo>
                <a:cubicBezTo>
                  <a:pt x="33952" y="3587"/>
                  <a:pt x="34013" y="3404"/>
                  <a:pt x="33952" y="3192"/>
                </a:cubicBezTo>
                <a:cubicBezTo>
                  <a:pt x="33952" y="3161"/>
                  <a:pt x="33922" y="3101"/>
                  <a:pt x="33892" y="3040"/>
                </a:cubicBezTo>
                <a:cubicBezTo>
                  <a:pt x="33864" y="3023"/>
                  <a:pt x="33833" y="3017"/>
                  <a:pt x="33800" y="3017"/>
                </a:cubicBezTo>
                <a:cubicBezTo>
                  <a:pt x="33685" y="3017"/>
                  <a:pt x="33546" y="3093"/>
                  <a:pt x="33420" y="3093"/>
                </a:cubicBezTo>
                <a:cubicBezTo>
                  <a:pt x="33383" y="3093"/>
                  <a:pt x="33348" y="3087"/>
                  <a:pt x="33314" y="3070"/>
                </a:cubicBezTo>
                <a:cubicBezTo>
                  <a:pt x="33253" y="3040"/>
                  <a:pt x="33193" y="2979"/>
                  <a:pt x="33132" y="2918"/>
                </a:cubicBezTo>
                <a:cubicBezTo>
                  <a:pt x="33041" y="2918"/>
                  <a:pt x="32980" y="2979"/>
                  <a:pt x="32949" y="3009"/>
                </a:cubicBezTo>
                <a:cubicBezTo>
                  <a:pt x="32760" y="3172"/>
                  <a:pt x="32594" y="3480"/>
                  <a:pt x="32366" y="3480"/>
                </a:cubicBezTo>
                <a:cubicBezTo>
                  <a:pt x="32339" y="3480"/>
                  <a:pt x="32310" y="3475"/>
                  <a:pt x="32281" y="3465"/>
                </a:cubicBezTo>
                <a:cubicBezTo>
                  <a:pt x="32189" y="3435"/>
                  <a:pt x="32098" y="3344"/>
                  <a:pt x="32037" y="3344"/>
                </a:cubicBezTo>
                <a:cubicBezTo>
                  <a:pt x="32027" y="3343"/>
                  <a:pt x="32017" y="3342"/>
                  <a:pt x="32008" y="3342"/>
                </a:cubicBezTo>
                <a:cubicBezTo>
                  <a:pt x="31753" y="3342"/>
                  <a:pt x="31602" y="3711"/>
                  <a:pt x="31338" y="3769"/>
                </a:cubicBezTo>
                <a:cubicBezTo>
                  <a:pt x="31299" y="3652"/>
                  <a:pt x="31185" y="3598"/>
                  <a:pt x="31069" y="3598"/>
                </a:cubicBezTo>
                <a:cubicBezTo>
                  <a:pt x="31003" y="3598"/>
                  <a:pt x="30937" y="3615"/>
                  <a:pt x="30882" y="3648"/>
                </a:cubicBezTo>
                <a:cubicBezTo>
                  <a:pt x="30857" y="3420"/>
                  <a:pt x="30664" y="3298"/>
                  <a:pt x="30477" y="3298"/>
                </a:cubicBezTo>
                <a:cubicBezTo>
                  <a:pt x="30439" y="3298"/>
                  <a:pt x="30402" y="3303"/>
                  <a:pt x="30366" y="3313"/>
                </a:cubicBezTo>
                <a:cubicBezTo>
                  <a:pt x="30244" y="3344"/>
                  <a:pt x="30123" y="3465"/>
                  <a:pt x="29971" y="3496"/>
                </a:cubicBezTo>
                <a:cubicBezTo>
                  <a:pt x="29943" y="3503"/>
                  <a:pt x="29916" y="3507"/>
                  <a:pt x="29889" y="3507"/>
                </a:cubicBezTo>
                <a:cubicBezTo>
                  <a:pt x="29613" y="3507"/>
                  <a:pt x="29355" y="3150"/>
                  <a:pt x="29079" y="3150"/>
                </a:cubicBezTo>
                <a:cubicBezTo>
                  <a:pt x="29052" y="3150"/>
                  <a:pt x="29025" y="3154"/>
                  <a:pt x="28998" y="3161"/>
                </a:cubicBezTo>
                <a:cubicBezTo>
                  <a:pt x="28907" y="3161"/>
                  <a:pt x="28846" y="3192"/>
                  <a:pt x="28785" y="3222"/>
                </a:cubicBezTo>
                <a:cubicBezTo>
                  <a:pt x="28572" y="3344"/>
                  <a:pt x="28390" y="3465"/>
                  <a:pt x="28147" y="3526"/>
                </a:cubicBezTo>
                <a:cubicBezTo>
                  <a:pt x="28051" y="3415"/>
                  <a:pt x="27898" y="3370"/>
                  <a:pt x="27730" y="3370"/>
                </a:cubicBezTo>
                <a:cubicBezTo>
                  <a:pt x="27576" y="3370"/>
                  <a:pt x="27410" y="3407"/>
                  <a:pt x="27265" y="3465"/>
                </a:cubicBezTo>
                <a:cubicBezTo>
                  <a:pt x="26901" y="3617"/>
                  <a:pt x="26566" y="3830"/>
                  <a:pt x="26201" y="4073"/>
                </a:cubicBezTo>
                <a:cubicBezTo>
                  <a:pt x="26129" y="4019"/>
                  <a:pt x="26028" y="3994"/>
                  <a:pt x="25917" y="3994"/>
                </a:cubicBezTo>
                <a:cubicBezTo>
                  <a:pt x="25656" y="3994"/>
                  <a:pt x="25345" y="4133"/>
                  <a:pt x="25259" y="4347"/>
                </a:cubicBezTo>
                <a:cubicBezTo>
                  <a:pt x="25229" y="4438"/>
                  <a:pt x="25198" y="4651"/>
                  <a:pt x="25046" y="4651"/>
                </a:cubicBezTo>
                <a:cubicBezTo>
                  <a:pt x="24986" y="4651"/>
                  <a:pt x="24925" y="4651"/>
                  <a:pt x="24894" y="4590"/>
                </a:cubicBezTo>
                <a:cubicBezTo>
                  <a:pt x="24873" y="4587"/>
                  <a:pt x="24853" y="4586"/>
                  <a:pt x="24833" y="4586"/>
                </a:cubicBezTo>
                <a:cubicBezTo>
                  <a:pt x="24620" y="4586"/>
                  <a:pt x="24458" y="4727"/>
                  <a:pt x="24347" y="4894"/>
                </a:cubicBezTo>
                <a:cubicBezTo>
                  <a:pt x="24226" y="5107"/>
                  <a:pt x="24226" y="5319"/>
                  <a:pt x="24165" y="5563"/>
                </a:cubicBezTo>
                <a:cubicBezTo>
                  <a:pt x="24043" y="6049"/>
                  <a:pt x="23770" y="6535"/>
                  <a:pt x="23375" y="6870"/>
                </a:cubicBezTo>
                <a:cubicBezTo>
                  <a:pt x="23253" y="6991"/>
                  <a:pt x="23132" y="7082"/>
                  <a:pt x="23101" y="7234"/>
                </a:cubicBezTo>
                <a:cubicBezTo>
                  <a:pt x="23101" y="7417"/>
                  <a:pt x="23253" y="7538"/>
                  <a:pt x="23253" y="7721"/>
                </a:cubicBezTo>
                <a:cubicBezTo>
                  <a:pt x="23314" y="8055"/>
                  <a:pt x="22858" y="8298"/>
                  <a:pt x="22676" y="8602"/>
                </a:cubicBezTo>
                <a:cubicBezTo>
                  <a:pt x="22493" y="8845"/>
                  <a:pt x="22524" y="9210"/>
                  <a:pt x="22524" y="9544"/>
                </a:cubicBezTo>
                <a:cubicBezTo>
                  <a:pt x="22554" y="10000"/>
                  <a:pt x="22554" y="10426"/>
                  <a:pt x="22645" y="10882"/>
                </a:cubicBezTo>
                <a:cubicBezTo>
                  <a:pt x="22676" y="11095"/>
                  <a:pt x="22706" y="11368"/>
                  <a:pt x="22676" y="11581"/>
                </a:cubicBezTo>
                <a:cubicBezTo>
                  <a:pt x="22676" y="11702"/>
                  <a:pt x="22645" y="11794"/>
                  <a:pt x="22645" y="11885"/>
                </a:cubicBezTo>
                <a:cubicBezTo>
                  <a:pt x="22645" y="12158"/>
                  <a:pt x="22858" y="12310"/>
                  <a:pt x="22980" y="12584"/>
                </a:cubicBezTo>
                <a:cubicBezTo>
                  <a:pt x="23071" y="12797"/>
                  <a:pt x="23010" y="13040"/>
                  <a:pt x="23071" y="13253"/>
                </a:cubicBezTo>
                <a:cubicBezTo>
                  <a:pt x="23101" y="13526"/>
                  <a:pt x="23253" y="13800"/>
                  <a:pt x="23405" y="14013"/>
                </a:cubicBezTo>
                <a:cubicBezTo>
                  <a:pt x="23709" y="14438"/>
                  <a:pt x="24013" y="14864"/>
                  <a:pt x="24378" y="15198"/>
                </a:cubicBezTo>
                <a:cubicBezTo>
                  <a:pt x="24287" y="15289"/>
                  <a:pt x="24226" y="15472"/>
                  <a:pt x="24226" y="15624"/>
                </a:cubicBezTo>
                <a:cubicBezTo>
                  <a:pt x="24287" y="15775"/>
                  <a:pt x="24347" y="15897"/>
                  <a:pt x="24469" y="16049"/>
                </a:cubicBezTo>
                <a:cubicBezTo>
                  <a:pt x="24925" y="16596"/>
                  <a:pt x="25685" y="17204"/>
                  <a:pt x="26353" y="17478"/>
                </a:cubicBezTo>
                <a:cubicBezTo>
                  <a:pt x="26293" y="18329"/>
                  <a:pt x="26201" y="19149"/>
                  <a:pt x="26050" y="19940"/>
                </a:cubicBezTo>
                <a:cubicBezTo>
                  <a:pt x="25989" y="20335"/>
                  <a:pt x="25898" y="20760"/>
                  <a:pt x="25685" y="21095"/>
                </a:cubicBezTo>
                <a:cubicBezTo>
                  <a:pt x="25442" y="21429"/>
                  <a:pt x="25107" y="21611"/>
                  <a:pt x="24773" y="21763"/>
                </a:cubicBezTo>
                <a:cubicBezTo>
                  <a:pt x="23739" y="22067"/>
                  <a:pt x="22767" y="22493"/>
                  <a:pt x="21794" y="23040"/>
                </a:cubicBezTo>
                <a:cubicBezTo>
                  <a:pt x="20578" y="23709"/>
                  <a:pt x="19454" y="24560"/>
                  <a:pt x="18299" y="25381"/>
                </a:cubicBezTo>
                <a:cubicBezTo>
                  <a:pt x="17296" y="26140"/>
                  <a:pt x="16414" y="26839"/>
                  <a:pt x="15989" y="28055"/>
                </a:cubicBezTo>
                <a:cubicBezTo>
                  <a:pt x="15259" y="30213"/>
                  <a:pt x="14590" y="32402"/>
                  <a:pt x="14013" y="34651"/>
                </a:cubicBezTo>
                <a:cubicBezTo>
                  <a:pt x="13739" y="35198"/>
                  <a:pt x="13435" y="35715"/>
                  <a:pt x="13131" y="36201"/>
                </a:cubicBezTo>
                <a:cubicBezTo>
                  <a:pt x="12463" y="37478"/>
                  <a:pt x="12067" y="38755"/>
                  <a:pt x="11703" y="40122"/>
                </a:cubicBezTo>
                <a:cubicBezTo>
                  <a:pt x="11551" y="40700"/>
                  <a:pt x="11247" y="41156"/>
                  <a:pt x="11095" y="41764"/>
                </a:cubicBezTo>
                <a:cubicBezTo>
                  <a:pt x="10943" y="42493"/>
                  <a:pt x="10791" y="43223"/>
                  <a:pt x="10517" y="43861"/>
                </a:cubicBezTo>
                <a:cubicBezTo>
                  <a:pt x="10031" y="45046"/>
                  <a:pt x="9423" y="46171"/>
                  <a:pt x="8694" y="47205"/>
                </a:cubicBezTo>
                <a:cubicBezTo>
                  <a:pt x="8329" y="47691"/>
                  <a:pt x="7934" y="48177"/>
                  <a:pt x="7599" y="48724"/>
                </a:cubicBezTo>
                <a:cubicBezTo>
                  <a:pt x="6839" y="49971"/>
                  <a:pt x="6444" y="51460"/>
                  <a:pt x="6080" y="52888"/>
                </a:cubicBezTo>
                <a:cubicBezTo>
                  <a:pt x="5472" y="55290"/>
                  <a:pt x="5046" y="57995"/>
                  <a:pt x="3830" y="60183"/>
                </a:cubicBezTo>
                <a:cubicBezTo>
                  <a:pt x="3769" y="60335"/>
                  <a:pt x="3678" y="60457"/>
                  <a:pt x="3648" y="60609"/>
                </a:cubicBezTo>
                <a:cubicBezTo>
                  <a:pt x="3617" y="60883"/>
                  <a:pt x="3678" y="61095"/>
                  <a:pt x="3709" y="61369"/>
                </a:cubicBezTo>
                <a:cubicBezTo>
                  <a:pt x="3800" y="61977"/>
                  <a:pt x="3617" y="62585"/>
                  <a:pt x="3192" y="63010"/>
                </a:cubicBezTo>
                <a:cubicBezTo>
                  <a:pt x="2918" y="63284"/>
                  <a:pt x="2493" y="63527"/>
                  <a:pt x="2584" y="63952"/>
                </a:cubicBezTo>
                <a:lnTo>
                  <a:pt x="2918" y="63952"/>
                </a:lnTo>
                <a:cubicBezTo>
                  <a:pt x="2402" y="65016"/>
                  <a:pt x="2189" y="66019"/>
                  <a:pt x="2007" y="67174"/>
                </a:cubicBezTo>
                <a:cubicBezTo>
                  <a:pt x="1885" y="67874"/>
                  <a:pt x="1551" y="68512"/>
                  <a:pt x="1338" y="69150"/>
                </a:cubicBezTo>
                <a:cubicBezTo>
                  <a:pt x="882" y="70457"/>
                  <a:pt x="0" y="72007"/>
                  <a:pt x="31" y="73406"/>
                </a:cubicBezTo>
                <a:cubicBezTo>
                  <a:pt x="61" y="74986"/>
                  <a:pt x="274" y="76415"/>
                  <a:pt x="821" y="77904"/>
                </a:cubicBezTo>
                <a:cubicBezTo>
                  <a:pt x="1247" y="78998"/>
                  <a:pt x="2098" y="79789"/>
                  <a:pt x="2706" y="80822"/>
                </a:cubicBezTo>
                <a:cubicBezTo>
                  <a:pt x="2858" y="81065"/>
                  <a:pt x="2949" y="81278"/>
                  <a:pt x="3192" y="81460"/>
                </a:cubicBezTo>
                <a:cubicBezTo>
                  <a:pt x="3330" y="81621"/>
                  <a:pt x="3538" y="81695"/>
                  <a:pt x="3736" y="81695"/>
                </a:cubicBezTo>
                <a:cubicBezTo>
                  <a:pt x="3800" y="81695"/>
                  <a:pt x="3862" y="81688"/>
                  <a:pt x="3921" y="81673"/>
                </a:cubicBezTo>
                <a:cubicBezTo>
                  <a:pt x="4104" y="81582"/>
                  <a:pt x="4286" y="81400"/>
                  <a:pt x="4286" y="81156"/>
                </a:cubicBezTo>
                <a:cubicBezTo>
                  <a:pt x="4286" y="81004"/>
                  <a:pt x="4286" y="80852"/>
                  <a:pt x="4225" y="80700"/>
                </a:cubicBezTo>
                <a:cubicBezTo>
                  <a:pt x="3921" y="79606"/>
                  <a:pt x="3253" y="78573"/>
                  <a:pt x="2918" y="77509"/>
                </a:cubicBezTo>
                <a:cubicBezTo>
                  <a:pt x="2554" y="76415"/>
                  <a:pt x="2493" y="75138"/>
                  <a:pt x="3222" y="74257"/>
                </a:cubicBezTo>
                <a:cubicBezTo>
                  <a:pt x="3291" y="74165"/>
                  <a:pt x="3395" y="74073"/>
                  <a:pt x="3481" y="74073"/>
                </a:cubicBezTo>
                <a:cubicBezTo>
                  <a:pt x="3509" y="74073"/>
                  <a:pt x="3534" y="74082"/>
                  <a:pt x="3557" y="74105"/>
                </a:cubicBezTo>
                <a:cubicBezTo>
                  <a:pt x="3648" y="74135"/>
                  <a:pt x="3678" y="74165"/>
                  <a:pt x="3709" y="74257"/>
                </a:cubicBezTo>
                <a:cubicBezTo>
                  <a:pt x="4165" y="74925"/>
                  <a:pt x="3830" y="75898"/>
                  <a:pt x="3982" y="76688"/>
                </a:cubicBezTo>
                <a:cubicBezTo>
                  <a:pt x="4073" y="77053"/>
                  <a:pt x="4225" y="77387"/>
                  <a:pt x="4438" y="77691"/>
                </a:cubicBezTo>
                <a:cubicBezTo>
                  <a:pt x="4560" y="77813"/>
                  <a:pt x="4681" y="77934"/>
                  <a:pt x="4833" y="77934"/>
                </a:cubicBezTo>
                <a:cubicBezTo>
                  <a:pt x="5046" y="77934"/>
                  <a:pt x="5198" y="77661"/>
                  <a:pt x="5228" y="77448"/>
                </a:cubicBezTo>
                <a:cubicBezTo>
                  <a:pt x="5502" y="76536"/>
                  <a:pt x="5289" y="75503"/>
                  <a:pt x="5472" y="74591"/>
                </a:cubicBezTo>
                <a:cubicBezTo>
                  <a:pt x="5624" y="73709"/>
                  <a:pt x="6080" y="72950"/>
                  <a:pt x="6110" y="72068"/>
                </a:cubicBezTo>
                <a:cubicBezTo>
                  <a:pt x="6140" y="70852"/>
                  <a:pt x="5380" y="69697"/>
                  <a:pt x="5624" y="68542"/>
                </a:cubicBezTo>
                <a:cubicBezTo>
                  <a:pt x="5745" y="68025"/>
                  <a:pt x="5745" y="67296"/>
                  <a:pt x="5988" y="66810"/>
                </a:cubicBezTo>
                <a:cubicBezTo>
                  <a:pt x="6201" y="66870"/>
                  <a:pt x="6383" y="66901"/>
                  <a:pt x="6566" y="66962"/>
                </a:cubicBezTo>
                <a:cubicBezTo>
                  <a:pt x="6718" y="66688"/>
                  <a:pt x="6870" y="66445"/>
                  <a:pt x="7022" y="66202"/>
                </a:cubicBezTo>
                <a:cubicBezTo>
                  <a:pt x="7265" y="66293"/>
                  <a:pt x="7478" y="66445"/>
                  <a:pt x="7721" y="66567"/>
                </a:cubicBezTo>
                <a:cubicBezTo>
                  <a:pt x="7782" y="66597"/>
                  <a:pt x="7873" y="66658"/>
                  <a:pt x="7964" y="66688"/>
                </a:cubicBezTo>
                <a:cubicBezTo>
                  <a:pt x="8177" y="66688"/>
                  <a:pt x="8329" y="66536"/>
                  <a:pt x="8420" y="66384"/>
                </a:cubicBezTo>
                <a:cubicBezTo>
                  <a:pt x="9879" y="64439"/>
                  <a:pt x="10973" y="62493"/>
                  <a:pt x="11672" y="60214"/>
                </a:cubicBezTo>
                <a:cubicBezTo>
                  <a:pt x="12219" y="58360"/>
                  <a:pt x="13496" y="56931"/>
                  <a:pt x="13982" y="55047"/>
                </a:cubicBezTo>
                <a:cubicBezTo>
                  <a:pt x="14347" y="53618"/>
                  <a:pt x="14560" y="51825"/>
                  <a:pt x="15198" y="50487"/>
                </a:cubicBezTo>
                <a:cubicBezTo>
                  <a:pt x="16080" y="48755"/>
                  <a:pt x="17843" y="47205"/>
                  <a:pt x="18967" y="45594"/>
                </a:cubicBezTo>
                <a:cubicBezTo>
                  <a:pt x="19332" y="45077"/>
                  <a:pt x="19727" y="44530"/>
                  <a:pt x="20062" y="43952"/>
                </a:cubicBezTo>
                <a:cubicBezTo>
                  <a:pt x="20183" y="44378"/>
                  <a:pt x="20274" y="44803"/>
                  <a:pt x="20335" y="45229"/>
                </a:cubicBezTo>
                <a:cubicBezTo>
                  <a:pt x="20669" y="48147"/>
                  <a:pt x="20730" y="51308"/>
                  <a:pt x="20487" y="54256"/>
                </a:cubicBezTo>
                <a:cubicBezTo>
                  <a:pt x="20396" y="54986"/>
                  <a:pt x="20335" y="55776"/>
                  <a:pt x="20669" y="56414"/>
                </a:cubicBezTo>
                <a:cubicBezTo>
                  <a:pt x="20821" y="56718"/>
                  <a:pt x="21095" y="56962"/>
                  <a:pt x="21247" y="57265"/>
                </a:cubicBezTo>
                <a:cubicBezTo>
                  <a:pt x="21703" y="57995"/>
                  <a:pt x="21855" y="58907"/>
                  <a:pt x="21551" y="59697"/>
                </a:cubicBezTo>
                <a:cubicBezTo>
                  <a:pt x="20366" y="62919"/>
                  <a:pt x="20852" y="65898"/>
                  <a:pt x="20578" y="69302"/>
                </a:cubicBezTo>
                <a:cubicBezTo>
                  <a:pt x="20366" y="71916"/>
                  <a:pt x="20639" y="74591"/>
                  <a:pt x="21338" y="77083"/>
                </a:cubicBezTo>
                <a:cubicBezTo>
                  <a:pt x="22007" y="79333"/>
                  <a:pt x="22554" y="82038"/>
                  <a:pt x="22250" y="84348"/>
                </a:cubicBezTo>
                <a:cubicBezTo>
                  <a:pt x="21946" y="86719"/>
                  <a:pt x="20821" y="88968"/>
                  <a:pt x="21004" y="91339"/>
                </a:cubicBezTo>
                <a:cubicBezTo>
                  <a:pt x="20578" y="92068"/>
                  <a:pt x="20274" y="92828"/>
                  <a:pt x="19940" y="93619"/>
                </a:cubicBezTo>
                <a:cubicBezTo>
                  <a:pt x="19818" y="93892"/>
                  <a:pt x="19727" y="94196"/>
                  <a:pt x="19606" y="94470"/>
                </a:cubicBezTo>
                <a:cubicBezTo>
                  <a:pt x="19362" y="95017"/>
                  <a:pt x="19150" y="95564"/>
                  <a:pt x="18907" y="96141"/>
                </a:cubicBezTo>
                <a:cubicBezTo>
                  <a:pt x="17508" y="99637"/>
                  <a:pt x="16292" y="103193"/>
                  <a:pt x="15320" y="106841"/>
                </a:cubicBezTo>
                <a:cubicBezTo>
                  <a:pt x="14408" y="110063"/>
                  <a:pt x="13375" y="113254"/>
                  <a:pt x="12675" y="116537"/>
                </a:cubicBezTo>
                <a:cubicBezTo>
                  <a:pt x="12463" y="117509"/>
                  <a:pt x="12159" y="118543"/>
                  <a:pt x="12007" y="119546"/>
                </a:cubicBezTo>
                <a:cubicBezTo>
                  <a:pt x="11855" y="120367"/>
                  <a:pt x="11520" y="121309"/>
                  <a:pt x="11581" y="122160"/>
                </a:cubicBezTo>
                <a:cubicBezTo>
                  <a:pt x="11612" y="122525"/>
                  <a:pt x="11764" y="122981"/>
                  <a:pt x="11551" y="123285"/>
                </a:cubicBezTo>
                <a:cubicBezTo>
                  <a:pt x="11460" y="123406"/>
                  <a:pt x="11368" y="123497"/>
                  <a:pt x="11277" y="123558"/>
                </a:cubicBezTo>
                <a:cubicBezTo>
                  <a:pt x="10457" y="124348"/>
                  <a:pt x="10669" y="126142"/>
                  <a:pt x="11125" y="127084"/>
                </a:cubicBezTo>
                <a:cubicBezTo>
                  <a:pt x="11216" y="127297"/>
                  <a:pt x="11612" y="127206"/>
                  <a:pt x="11703" y="127388"/>
                </a:cubicBezTo>
                <a:cubicBezTo>
                  <a:pt x="11916" y="127935"/>
                  <a:pt x="11612" y="128908"/>
                  <a:pt x="11581" y="129485"/>
                </a:cubicBezTo>
                <a:cubicBezTo>
                  <a:pt x="11520" y="130732"/>
                  <a:pt x="11156" y="132008"/>
                  <a:pt x="11125" y="133254"/>
                </a:cubicBezTo>
                <a:cubicBezTo>
                  <a:pt x="11125" y="133923"/>
                  <a:pt x="11277" y="134653"/>
                  <a:pt x="11733" y="135230"/>
                </a:cubicBezTo>
                <a:cubicBezTo>
                  <a:pt x="11824" y="135352"/>
                  <a:pt x="11885" y="135412"/>
                  <a:pt x="12007" y="135443"/>
                </a:cubicBezTo>
                <a:cubicBezTo>
                  <a:pt x="12128" y="135504"/>
                  <a:pt x="12189" y="135534"/>
                  <a:pt x="12311" y="135534"/>
                </a:cubicBezTo>
                <a:cubicBezTo>
                  <a:pt x="12702" y="135590"/>
                  <a:pt x="13102" y="135603"/>
                  <a:pt x="13505" y="135603"/>
                </a:cubicBezTo>
                <a:cubicBezTo>
                  <a:pt x="13861" y="135603"/>
                  <a:pt x="14219" y="135593"/>
                  <a:pt x="14578" y="135593"/>
                </a:cubicBezTo>
                <a:cubicBezTo>
                  <a:pt x="15143" y="135593"/>
                  <a:pt x="15708" y="135618"/>
                  <a:pt x="16262" y="135747"/>
                </a:cubicBezTo>
                <a:cubicBezTo>
                  <a:pt x="16533" y="135808"/>
                  <a:pt x="16778" y="135830"/>
                  <a:pt x="17011" y="135830"/>
                </a:cubicBezTo>
                <a:cubicBezTo>
                  <a:pt x="17354" y="135830"/>
                  <a:pt x="17669" y="135783"/>
                  <a:pt x="17995" y="135747"/>
                </a:cubicBezTo>
                <a:lnTo>
                  <a:pt x="18268" y="135747"/>
                </a:lnTo>
                <a:cubicBezTo>
                  <a:pt x="19180" y="135808"/>
                  <a:pt x="20183" y="136112"/>
                  <a:pt x="21095" y="136203"/>
                </a:cubicBezTo>
                <a:cubicBezTo>
                  <a:pt x="21612" y="136294"/>
                  <a:pt x="22098" y="136416"/>
                  <a:pt x="22615" y="136507"/>
                </a:cubicBezTo>
                <a:cubicBezTo>
                  <a:pt x="23253" y="136507"/>
                  <a:pt x="23891" y="136568"/>
                  <a:pt x="24499" y="136568"/>
                </a:cubicBezTo>
                <a:cubicBezTo>
                  <a:pt x="25018" y="136568"/>
                  <a:pt x="25536" y="136620"/>
                  <a:pt x="26049" y="136620"/>
                </a:cubicBezTo>
                <a:cubicBezTo>
                  <a:pt x="26407" y="136620"/>
                  <a:pt x="26763" y="136594"/>
                  <a:pt x="27113" y="136507"/>
                </a:cubicBezTo>
                <a:cubicBezTo>
                  <a:pt x="27995" y="136324"/>
                  <a:pt x="28937" y="135291"/>
                  <a:pt x="28603" y="134318"/>
                </a:cubicBezTo>
                <a:cubicBezTo>
                  <a:pt x="28451" y="133923"/>
                  <a:pt x="28116" y="133710"/>
                  <a:pt x="27721" y="133558"/>
                </a:cubicBezTo>
                <a:cubicBezTo>
                  <a:pt x="26718" y="133102"/>
                  <a:pt x="25533" y="133011"/>
                  <a:pt x="24439" y="132798"/>
                </a:cubicBezTo>
                <a:cubicBezTo>
                  <a:pt x="23010" y="132464"/>
                  <a:pt x="21916" y="131856"/>
                  <a:pt x="20791" y="130975"/>
                </a:cubicBezTo>
                <a:cubicBezTo>
                  <a:pt x="20335" y="130640"/>
                  <a:pt x="19818" y="130245"/>
                  <a:pt x="19362" y="129911"/>
                </a:cubicBezTo>
                <a:cubicBezTo>
                  <a:pt x="19119" y="129668"/>
                  <a:pt x="18755" y="129425"/>
                  <a:pt x="18815" y="129029"/>
                </a:cubicBezTo>
                <a:cubicBezTo>
                  <a:pt x="18846" y="128422"/>
                  <a:pt x="18907" y="127844"/>
                  <a:pt x="18967" y="127236"/>
                </a:cubicBezTo>
                <a:cubicBezTo>
                  <a:pt x="18967" y="127145"/>
                  <a:pt x="18998" y="127023"/>
                  <a:pt x="19059" y="126932"/>
                </a:cubicBezTo>
                <a:cubicBezTo>
                  <a:pt x="19125" y="126866"/>
                  <a:pt x="19220" y="126852"/>
                  <a:pt x="19324" y="126852"/>
                </a:cubicBezTo>
                <a:cubicBezTo>
                  <a:pt x="19402" y="126852"/>
                  <a:pt x="19485" y="126859"/>
                  <a:pt x="19564" y="126859"/>
                </a:cubicBezTo>
                <a:cubicBezTo>
                  <a:pt x="19621" y="126859"/>
                  <a:pt x="19677" y="126855"/>
                  <a:pt x="19727" y="126841"/>
                </a:cubicBezTo>
                <a:cubicBezTo>
                  <a:pt x="19940" y="126750"/>
                  <a:pt x="20062" y="126476"/>
                  <a:pt x="20062" y="126263"/>
                </a:cubicBezTo>
                <a:cubicBezTo>
                  <a:pt x="20183" y="125473"/>
                  <a:pt x="20700" y="125048"/>
                  <a:pt x="20669" y="124197"/>
                </a:cubicBezTo>
                <a:cubicBezTo>
                  <a:pt x="20639" y="123680"/>
                  <a:pt x="20487" y="123680"/>
                  <a:pt x="20791" y="123224"/>
                </a:cubicBezTo>
                <a:cubicBezTo>
                  <a:pt x="20943" y="122981"/>
                  <a:pt x="21247" y="122981"/>
                  <a:pt x="21338" y="122738"/>
                </a:cubicBezTo>
                <a:cubicBezTo>
                  <a:pt x="21460" y="122494"/>
                  <a:pt x="21338" y="122221"/>
                  <a:pt x="21277" y="121978"/>
                </a:cubicBezTo>
                <a:cubicBezTo>
                  <a:pt x="21034" y="120975"/>
                  <a:pt x="21460" y="120002"/>
                  <a:pt x="21946" y="119120"/>
                </a:cubicBezTo>
                <a:cubicBezTo>
                  <a:pt x="23314" y="116598"/>
                  <a:pt x="23922" y="113649"/>
                  <a:pt x="24621" y="110914"/>
                </a:cubicBezTo>
                <a:cubicBezTo>
                  <a:pt x="25350" y="107996"/>
                  <a:pt x="25989" y="105017"/>
                  <a:pt x="26901" y="102129"/>
                </a:cubicBezTo>
                <a:cubicBezTo>
                  <a:pt x="27083" y="101521"/>
                  <a:pt x="27205" y="100914"/>
                  <a:pt x="27478" y="100336"/>
                </a:cubicBezTo>
                <a:cubicBezTo>
                  <a:pt x="27782" y="99667"/>
                  <a:pt x="28268" y="99059"/>
                  <a:pt x="28633" y="98421"/>
                </a:cubicBezTo>
                <a:cubicBezTo>
                  <a:pt x="29089" y="97600"/>
                  <a:pt x="29393" y="96689"/>
                  <a:pt x="29697" y="95837"/>
                </a:cubicBezTo>
                <a:cubicBezTo>
                  <a:pt x="30275" y="94075"/>
                  <a:pt x="30730" y="92129"/>
                  <a:pt x="31521" y="90518"/>
                </a:cubicBezTo>
                <a:lnTo>
                  <a:pt x="31521" y="90518"/>
                </a:lnTo>
                <a:cubicBezTo>
                  <a:pt x="32493" y="90883"/>
                  <a:pt x="31490" y="94470"/>
                  <a:pt x="31308" y="95230"/>
                </a:cubicBezTo>
                <a:cubicBezTo>
                  <a:pt x="30822" y="97661"/>
                  <a:pt x="30366" y="100093"/>
                  <a:pt x="30062" y="102555"/>
                </a:cubicBezTo>
                <a:cubicBezTo>
                  <a:pt x="29910" y="103680"/>
                  <a:pt x="29819" y="104835"/>
                  <a:pt x="29788" y="106020"/>
                </a:cubicBezTo>
                <a:cubicBezTo>
                  <a:pt x="29758" y="107175"/>
                  <a:pt x="29819" y="108360"/>
                  <a:pt x="29849" y="109546"/>
                </a:cubicBezTo>
                <a:cubicBezTo>
                  <a:pt x="29910" y="110883"/>
                  <a:pt x="30001" y="112129"/>
                  <a:pt x="30214" y="113406"/>
                </a:cubicBezTo>
                <a:cubicBezTo>
                  <a:pt x="30396" y="114683"/>
                  <a:pt x="30548" y="116385"/>
                  <a:pt x="30153" y="117570"/>
                </a:cubicBezTo>
                <a:cubicBezTo>
                  <a:pt x="30092" y="117813"/>
                  <a:pt x="29940" y="118087"/>
                  <a:pt x="29971" y="118391"/>
                </a:cubicBezTo>
                <a:cubicBezTo>
                  <a:pt x="30001" y="118877"/>
                  <a:pt x="30427" y="119303"/>
                  <a:pt x="30427" y="119789"/>
                </a:cubicBezTo>
                <a:cubicBezTo>
                  <a:pt x="30396" y="120245"/>
                  <a:pt x="29940" y="120640"/>
                  <a:pt x="29971" y="121096"/>
                </a:cubicBezTo>
                <a:cubicBezTo>
                  <a:pt x="30001" y="121613"/>
                  <a:pt x="30670" y="122008"/>
                  <a:pt x="30700" y="122586"/>
                </a:cubicBezTo>
                <a:cubicBezTo>
                  <a:pt x="30730" y="123041"/>
                  <a:pt x="30548" y="123528"/>
                  <a:pt x="30730" y="123893"/>
                </a:cubicBezTo>
                <a:cubicBezTo>
                  <a:pt x="30852" y="124136"/>
                  <a:pt x="31126" y="124288"/>
                  <a:pt x="31308" y="124470"/>
                </a:cubicBezTo>
                <a:cubicBezTo>
                  <a:pt x="31582" y="124713"/>
                  <a:pt x="31764" y="125017"/>
                  <a:pt x="31916" y="125352"/>
                </a:cubicBezTo>
                <a:cubicBezTo>
                  <a:pt x="31885" y="126020"/>
                  <a:pt x="31916" y="126719"/>
                  <a:pt x="31825" y="127358"/>
                </a:cubicBezTo>
                <a:cubicBezTo>
                  <a:pt x="31734" y="129029"/>
                  <a:pt x="30396" y="131856"/>
                  <a:pt x="32585" y="132707"/>
                </a:cubicBezTo>
                <a:cubicBezTo>
                  <a:pt x="33041" y="132920"/>
                  <a:pt x="33557" y="132950"/>
                  <a:pt x="34074" y="132981"/>
                </a:cubicBezTo>
                <a:cubicBezTo>
                  <a:pt x="34803" y="133072"/>
                  <a:pt x="35563" y="133102"/>
                  <a:pt x="36293" y="133163"/>
                </a:cubicBezTo>
                <a:cubicBezTo>
                  <a:pt x="36688" y="133224"/>
                  <a:pt x="37114" y="133254"/>
                  <a:pt x="37509" y="133406"/>
                </a:cubicBezTo>
                <a:cubicBezTo>
                  <a:pt x="37721" y="133528"/>
                  <a:pt x="37904" y="133619"/>
                  <a:pt x="38147" y="133771"/>
                </a:cubicBezTo>
                <a:cubicBezTo>
                  <a:pt x="38664" y="134136"/>
                  <a:pt x="39272" y="134288"/>
                  <a:pt x="39849" y="134592"/>
                </a:cubicBezTo>
                <a:cubicBezTo>
                  <a:pt x="40396" y="134896"/>
                  <a:pt x="40761" y="135139"/>
                  <a:pt x="41399" y="135382"/>
                </a:cubicBezTo>
                <a:cubicBezTo>
                  <a:pt x="42413" y="135759"/>
                  <a:pt x="43501" y="136118"/>
                  <a:pt x="44604" y="136118"/>
                </a:cubicBezTo>
                <a:cubicBezTo>
                  <a:pt x="44923" y="136118"/>
                  <a:pt x="45243" y="136089"/>
                  <a:pt x="45564" y="136020"/>
                </a:cubicBezTo>
                <a:cubicBezTo>
                  <a:pt x="47083" y="135686"/>
                  <a:pt x="48147" y="134470"/>
                  <a:pt x="46719" y="133224"/>
                </a:cubicBezTo>
                <a:cubicBezTo>
                  <a:pt x="45746" y="132343"/>
                  <a:pt x="44439" y="131887"/>
                  <a:pt x="43375" y="131127"/>
                </a:cubicBezTo>
                <a:cubicBezTo>
                  <a:pt x="42524" y="130519"/>
                  <a:pt x="41794" y="129668"/>
                  <a:pt x="41095" y="128877"/>
                </a:cubicBezTo>
                <a:lnTo>
                  <a:pt x="39728" y="127297"/>
                </a:lnTo>
                <a:cubicBezTo>
                  <a:pt x="39576" y="127145"/>
                  <a:pt x="39424" y="126932"/>
                  <a:pt x="39363" y="126719"/>
                </a:cubicBezTo>
                <a:cubicBezTo>
                  <a:pt x="39272" y="126476"/>
                  <a:pt x="39272" y="126233"/>
                  <a:pt x="39332" y="125990"/>
                </a:cubicBezTo>
                <a:cubicBezTo>
                  <a:pt x="39363" y="125473"/>
                  <a:pt x="39424" y="124926"/>
                  <a:pt x="39484" y="124409"/>
                </a:cubicBezTo>
                <a:cubicBezTo>
                  <a:pt x="39697" y="124288"/>
                  <a:pt x="39940" y="124166"/>
                  <a:pt x="40153" y="123862"/>
                </a:cubicBezTo>
                <a:cubicBezTo>
                  <a:pt x="40244" y="123801"/>
                  <a:pt x="40244" y="123649"/>
                  <a:pt x="40244" y="123528"/>
                </a:cubicBezTo>
                <a:cubicBezTo>
                  <a:pt x="40275" y="122829"/>
                  <a:pt x="40336" y="122130"/>
                  <a:pt x="40396" y="121431"/>
                </a:cubicBezTo>
                <a:cubicBezTo>
                  <a:pt x="40427" y="120944"/>
                  <a:pt x="40457" y="120397"/>
                  <a:pt x="40275" y="119941"/>
                </a:cubicBezTo>
                <a:cubicBezTo>
                  <a:pt x="40184" y="119728"/>
                  <a:pt x="40032" y="119546"/>
                  <a:pt x="39971" y="119303"/>
                </a:cubicBezTo>
                <a:cubicBezTo>
                  <a:pt x="39515" y="118087"/>
                  <a:pt x="40244" y="116962"/>
                  <a:pt x="39576" y="115747"/>
                </a:cubicBezTo>
                <a:cubicBezTo>
                  <a:pt x="39059" y="114743"/>
                  <a:pt x="39545" y="113619"/>
                  <a:pt x="39697" y="112585"/>
                </a:cubicBezTo>
                <a:cubicBezTo>
                  <a:pt x="39849" y="111370"/>
                  <a:pt x="39576" y="110123"/>
                  <a:pt x="39636" y="108908"/>
                </a:cubicBezTo>
                <a:cubicBezTo>
                  <a:pt x="39697" y="105929"/>
                  <a:pt x="39940" y="102980"/>
                  <a:pt x="40427" y="100093"/>
                </a:cubicBezTo>
                <a:cubicBezTo>
                  <a:pt x="40548" y="99394"/>
                  <a:pt x="40700" y="98664"/>
                  <a:pt x="40579" y="97996"/>
                </a:cubicBezTo>
                <a:cubicBezTo>
                  <a:pt x="40487" y="97661"/>
                  <a:pt x="40396" y="97296"/>
                  <a:pt x="40427" y="96962"/>
                </a:cubicBezTo>
                <a:cubicBezTo>
                  <a:pt x="40457" y="96597"/>
                  <a:pt x="40731" y="96263"/>
                  <a:pt x="40913" y="95898"/>
                </a:cubicBezTo>
                <a:cubicBezTo>
                  <a:pt x="41308" y="95230"/>
                  <a:pt x="41369" y="94470"/>
                  <a:pt x="41399" y="93649"/>
                </a:cubicBezTo>
                <a:cubicBezTo>
                  <a:pt x="41399" y="92828"/>
                  <a:pt x="41551" y="92129"/>
                  <a:pt x="41794" y="91278"/>
                </a:cubicBezTo>
                <a:cubicBezTo>
                  <a:pt x="42919" y="86962"/>
                  <a:pt x="43527" y="82707"/>
                  <a:pt x="44348" y="78299"/>
                </a:cubicBezTo>
                <a:cubicBezTo>
                  <a:pt x="44530" y="77175"/>
                  <a:pt x="44743" y="76020"/>
                  <a:pt x="44834" y="74895"/>
                </a:cubicBezTo>
                <a:cubicBezTo>
                  <a:pt x="44986" y="72494"/>
                  <a:pt x="44804" y="70153"/>
                  <a:pt x="45016" y="67782"/>
                </a:cubicBezTo>
                <a:cubicBezTo>
                  <a:pt x="45199" y="65442"/>
                  <a:pt x="45138" y="62919"/>
                  <a:pt x="44804" y="60609"/>
                </a:cubicBezTo>
                <a:cubicBezTo>
                  <a:pt x="44500" y="58816"/>
                  <a:pt x="43953" y="56962"/>
                  <a:pt x="44439" y="55199"/>
                </a:cubicBezTo>
                <a:cubicBezTo>
                  <a:pt x="44652" y="54591"/>
                  <a:pt x="44956" y="53983"/>
                  <a:pt x="45138" y="53375"/>
                </a:cubicBezTo>
                <a:cubicBezTo>
                  <a:pt x="45472" y="52281"/>
                  <a:pt x="45351" y="51065"/>
                  <a:pt x="45290" y="49940"/>
                </a:cubicBezTo>
                <a:cubicBezTo>
                  <a:pt x="45108" y="47539"/>
                  <a:pt x="44895" y="45138"/>
                  <a:pt x="44712" y="42797"/>
                </a:cubicBezTo>
                <a:cubicBezTo>
                  <a:pt x="44591" y="41612"/>
                  <a:pt x="44530" y="40396"/>
                  <a:pt x="44409" y="39210"/>
                </a:cubicBezTo>
                <a:cubicBezTo>
                  <a:pt x="44348" y="38299"/>
                  <a:pt x="44804" y="37083"/>
                  <a:pt x="44287" y="36293"/>
                </a:cubicBezTo>
                <a:cubicBezTo>
                  <a:pt x="44226" y="36141"/>
                  <a:pt x="44074" y="36019"/>
                  <a:pt x="43983" y="35867"/>
                </a:cubicBezTo>
                <a:cubicBezTo>
                  <a:pt x="43740" y="35381"/>
                  <a:pt x="43831" y="34773"/>
                  <a:pt x="43892" y="34195"/>
                </a:cubicBezTo>
                <a:cubicBezTo>
                  <a:pt x="43953" y="33071"/>
                  <a:pt x="43436" y="31946"/>
                  <a:pt x="43436" y="30852"/>
                </a:cubicBezTo>
                <a:cubicBezTo>
                  <a:pt x="43375" y="29940"/>
                  <a:pt x="44074" y="29423"/>
                  <a:pt x="44804" y="28906"/>
                </a:cubicBezTo>
                <a:cubicBezTo>
                  <a:pt x="46506" y="27782"/>
                  <a:pt x="48147" y="26475"/>
                  <a:pt x="49697" y="25107"/>
                </a:cubicBezTo>
                <a:cubicBezTo>
                  <a:pt x="50518" y="24408"/>
                  <a:pt x="51369" y="23648"/>
                  <a:pt x="52311" y="23101"/>
                </a:cubicBezTo>
                <a:cubicBezTo>
                  <a:pt x="53071" y="22675"/>
                  <a:pt x="53922" y="22432"/>
                  <a:pt x="54621" y="21976"/>
                </a:cubicBezTo>
                <a:cubicBezTo>
                  <a:pt x="55473" y="21399"/>
                  <a:pt x="55898" y="20548"/>
                  <a:pt x="56597" y="19909"/>
                </a:cubicBezTo>
                <a:cubicBezTo>
                  <a:pt x="57114" y="19453"/>
                  <a:pt x="57783" y="19149"/>
                  <a:pt x="58391" y="18876"/>
                </a:cubicBezTo>
                <a:cubicBezTo>
                  <a:pt x="58877" y="18663"/>
                  <a:pt x="58968" y="17903"/>
                  <a:pt x="59394" y="17508"/>
                </a:cubicBezTo>
                <a:cubicBezTo>
                  <a:pt x="59576" y="17326"/>
                  <a:pt x="59789" y="17204"/>
                  <a:pt x="59880" y="16961"/>
                </a:cubicBezTo>
                <a:cubicBezTo>
                  <a:pt x="59910" y="16839"/>
                  <a:pt x="59910" y="16718"/>
                  <a:pt x="60002" y="16657"/>
                </a:cubicBezTo>
                <a:lnTo>
                  <a:pt x="60093" y="16535"/>
                </a:lnTo>
                <a:cubicBezTo>
                  <a:pt x="60245" y="16444"/>
                  <a:pt x="60457" y="16414"/>
                  <a:pt x="60549" y="16292"/>
                </a:cubicBezTo>
                <a:cubicBezTo>
                  <a:pt x="60761" y="16140"/>
                  <a:pt x="60822" y="15927"/>
                  <a:pt x="61005" y="15775"/>
                </a:cubicBezTo>
                <a:cubicBezTo>
                  <a:pt x="61217" y="15654"/>
                  <a:pt x="61369" y="15624"/>
                  <a:pt x="61521" y="15441"/>
                </a:cubicBezTo>
                <a:cubicBezTo>
                  <a:pt x="61764" y="15137"/>
                  <a:pt x="62008" y="14833"/>
                  <a:pt x="62342" y="14620"/>
                </a:cubicBezTo>
                <a:cubicBezTo>
                  <a:pt x="62433" y="14590"/>
                  <a:pt x="62524" y="14560"/>
                  <a:pt x="62616" y="14438"/>
                </a:cubicBezTo>
                <a:cubicBezTo>
                  <a:pt x="62646" y="14377"/>
                  <a:pt x="62646" y="14286"/>
                  <a:pt x="62646" y="14225"/>
                </a:cubicBezTo>
                <a:cubicBezTo>
                  <a:pt x="62676" y="13344"/>
                  <a:pt x="63345" y="12797"/>
                  <a:pt x="63831" y="12158"/>
                </a:cubicBezTo>
                <a:cubicBezTo>
                  <a:pt x="64470" y="11338"/>
                  <a:pt x="65078" y="10487"/>
                  <a:pt x="65716" y="9605"/>
                </a:cubicBezTo>
                <a:cubicBezTo>
                  <a:pt x="66324" y="8785"/>
                  <a:pt x="67023" y="7447"/>
                  <a:pt x="68056" y="7082"/>
                </a:cubicBezTo>
                <a:cubicBezTo>
                  <a:pt x="68300" y="6961"/>
                  <a:pt x="68573" y="6961"/>
                  <a:pt x="68847" y="6961"/>
                </a:cubicBezTo>
                <a:cubicBezTo>
                  <a:pt x="69515" y="6961"/>
                  <a:pt x="70214" y="6961"/>
                  <a:pt x="70944" y="6930"/>
                </a:cubicBezTo>
                <a:cubicBezTo>
                  <a:pt x="71126" y="6930"/>
                  <a:pt x="71309" y="6930"/>
                  <a:pt x="71461" y="6839"/>
                </a:cubicBezTo>
                <a:cubicBezTo>
                  <a:pt x="71704" y="6778"/>
                  <a:pt x="71856" y="6626"/>
                  <a:pt x="72038" y="6414"/>
                </a:cubicBezTo>
                <a:cubicBezTo>
                  <a:pt x="72464" y="5958"/>
                  <a:pt x="72950" y="5411"/>
                  <a:pt x="73072" y="4742"/>
                </a:cubicBezTo>
                <a:lnTo>
                  <a:pt x="73072" y="4651"/>
                </a:lnTo>
                <a:cubicBezTo>
                  <a:pt x="73102" y="4286"/>
                  <a:pt x="72920" y="3952"/>
                  <a:pt x="72768" y="3648"/>
                </a:cubicBezTo>
                <a:cubicBezTo>
                  <a:pt x="72707" y="3617"/>
                  <a:pt x="72707" y="3587"/>
                  <a:pt x="72677" y="3496"/>
                </a:cubicBezTo>
                <a:cubicBezTo>
                  <a:pt x="72707" y="3496"/>
                  <a:pt x="72707" y="3465"/>
                  <a:pt x="72768" y="3465"/>
                </a:cubicBezTo>
                <a:cubicBezTo>
                  <a:pt x="72961" y="3465"/>
                  <a:pt x="73205" y="3591"/>
                  <a:pt x="73407" y="3591"/>
                </a:cubicBezTo>
                <a:cubicBezTo>
                  <a:pt x="73428" y="3591"/>
                  <a:pt x="73447" y="3590"/>
                  <a:pt x="73467" y="3587"/>
                </a:cubicBezTo>
                <a:cubicBezTo>
                  <a:pt x="73693" y="3552"/>
                  <a:pt x="74090" y="3457"/>
                  <a:pt x="74422" y="3457"/>
                </a:cubicBezTo>
                <a:cubicBezTo>
                  <a:pt x="74668" y="3457"/>
                  <a:pt x="74878" y="3510"/>
                  <a:pt x="74956" y="3678"/>
                </a:cubicBezTo>
                <a:cubicBezTo>
                  <a:pt x="75047" y="3891"/>
                  <a:pt x="75078" y="4104"/>
                  <a:pt x="75139" y="4286"/>
                </a:cubicBezTo>
                <a:cubicBezTo>
                  <a:pt x="75260" y="4560"/>
                  <a:pt x="75351" y="4863"/>
                  <a:pt x="75443" y="5137"/>
                </a:cubicBezTo>
                <a:cubicBezTo>
                  <a:pt x="75686" y="5806"/>
                  <a:pt x="75868" y="6505"/>
                  <a:pt x="76020" y="7234"/>
                </a:cubicBezTo>
                <a:cubicBezTo>
                  <a:pt x="76111" y="7569"/>
                  <a:pt x="76142" y="7903"/>
                  <a:pt x="76202" y="8237"/>
                </a:cubicBezTo>
                <a:cubicBezTo>
                  <a:pt x="76263" y="8511"/>
                  <a:pt x="76415" y="8785"/>
                  <a:pt x="76446" y="9058"/>
                </a:cubicBezTo>
                <a:cubicBezTo>
                  <a:pt x="76871" y="10639"/>
                  <a:pt x="77205" y="12250"/>
                  <a:pt x="77509" y="13830"/>
                </a:cubicBezTo>
                <a:cubicBezTo>
                  <a:pt x="77540" y="13982"/>
                  <a:pt x="77540" y="14134"/>
                  <a:pt x="77570" y="14256"/>
                </a:cubicBezTo>
                <a:cubicBezTo>
                  <a:pt x="77722" y="15076"/>
                  <a:pt x="77874" y="15958"/>
                  <a:pt x="78026" y="16809"/>
                </a:cubicBezTo>
                <a:cubicBezTo>
                  <a:pt x="77236" y="16900"/>
                  <a:pt x="76476" y="17174"/>
                  <a:pt x="75838" y="17599"/>
                </a:cubicBezTo>
                <a:cubicBezTo>
                  <a:pt x="75746" y="16900"/>
                  <a:pt x="75686" y="16201"/>
                  <a:pt x="75260" y="15684"/>
                </a:cubicBezTo>
                <a:cubicBezTo>
                  <a:pt x="74743" y="15046"/>
                  <a:pt x="74044" y="15168"/>
                  <a:pt x="73376" y="14985"/>
                </a:cubicBezTo>
                <a:cubicBezTo>
                  <a:pt x="73167" y="14925"/>
                  <a:pt x="72968" y="14899"/>
                  <a:pt x="72778" y="14899"/>
                </a:cubicBezTo>
                <a:cubicBezTo>
                  <a:pt x="72192" y="14899"/>
                  <a:pt x="71677" y="15151"/>
                  <a:pt x="71126" y="15472"/>
                </a:cubicBezTo>
                <a:cubicBezTo>
                  <a:pt x="70488" y="15836"/>
                  <a:pt x="69819" y="16231"/>
                  <a:pt x="69303" y="16718"/>
                </a:cubicBezTo>
                <a:cubicBezTo>
                  <a:pt x="69059" y="16900"/>
                  <a:pt x="68877" y="17174"/>
                  <a:pt x="68816" y="17447"/>
                </a:cubicBezTo>
                <a:cubicBezTo>
                  <a:pt x="68755" y="17569"/>
                  <a:pt x="68755" y="17630"/>
                  <a:pt x="68725" y="17751"/>
                </a:cubicBezTo>
                <a:cubicBezTo>
                  <a:pt x="68604" y="17934"/>
                  <a:pt x="68421" y="18055"/>
                  <a:pt x="68269" y="18238"/>
                </a:cubicBezTo>
                <a:cubicBezTo>
                  <a:pt x="68056" y="18511"/>
                  <a:pt x="68087" y="18937"/>
                  <a:pt x="68239" y="19241"/>
                </a:cubicBezTo>
                <a:cubicBezTo>
                  <a:pt x="68391" y="19545"/>
                  <a:pt x="68664" y="19757"/>
                  <a:pt x="68907" y="20031"/>
                </a:cubicBezTo>
                <a:cubicBezTo>
                  <a:pt x="68725" y="20396"/>
                  <a:pt x="68543" y="20791"/>
                  <a:pt x="68512" y="21156"/>
                </a:cubicBezTo>
                <a:cubicBezTo>
                  <a:pt x="68452" y="21581"/>
                  <a:pt x="68573" y="22037"/>
                  <a:pt x="68968" y="22280"/>
                </a:cubicBezTo>
                <a:cubicBezTo>
                  <a:pt x="69120" y="22341"/>
                  <a:pt x="69272" y="22432"/>
                  <a:pt x="69333" y="22584"/>
                </a:cubicBezTo>
                <a:cubicBezTo>
                  <a:pt x="69363" y="22645"/>
                  <a:pt x="69363" y="22766"/>
                  <a:pt x="69455" y="22827"/>
                </a:cubicBezTo>
                <a:cubicBezTo>
                  <a:pt x="69576" y="23070"/>
                  <a:pt x="69880" y="23101"/>
                  <a:pt x="70093" y="23131"/>
                </a:cubicBezTo>
                <a:cubicBezTo>
                  <a:pt x="70230" y="23159"/>
                  <a:pt x="70366" y="23174"/>
                  <a:pt x="70503" y="23174"/>
                </a:cubicBezTo>
                <a:cubicBezTo>
                  <a:pt x="70670" y="23174"/>
                  <a:pt x="70837" y="23151"/>
                  <a:pt x="71005" y="23101"/>
                </a:cubicBezTo>
                <a:cubicBezTo>
                  <a:pt x="71179" y="23054"/>
                  <a:pt x="71291" y="23017"/>
                  <a:pt x="71359" y="23017"/>
                </a:cubicBezTo>
                <a:cubicBezTo>
                  <a:pt x="71471" y="23017"/>
                  <a:pt x="71468" y="23116"/>
                  <a:pt x="71430" y="23435"/>
                </a:cubicBezTo>
                <a:cubicBezTo>
                  <a:pt x="71309" y="24256"/>
                  <a:pt x="71248" y="25016"/>
                  <a:pt x="71400" y="25806"/>
                </a:cubicBezTo>
                <a:cubicBezTo>
                  <a:pt x="71491" y="26384"/>
                  <a:pt x="71734" y="26931"/>
                  <a:pt x="71947" y="27478"/>
                </a:cubicBezTo>
                <a:cubicBezTo>
                  <a:pt x="72373" y="28420"/>
                  <a:pt x="72829" y="29423"/>
                  <a:pt x="73740" y="29909"/>
                </a:cubicBezTo>
                <a:cubicBezTo>
                  <a:pt x="74044" y="30061"/>
                  <a:pt x="74348" y="30122"/>
                  <a:pt x="74683" y="30213"/>
                </a:cubicBezTo>
                <a:cubicBezTo>
                  <a:pt x="75047" y="30274"/>
                  <a:pt x="75412" y="30396"/>
                  <a:pt x="75746" y="30487"/>
                </a:cubicBezTo>
                <a:cubicBezTo>
                  <a:pt x="75970" y="30541"/>
                  <a:pt x="76185" y="30560"/>
                  <a:pt x="76396" y="30560"/>
                </a:cubicBezTo>
                <a:cubicBezTo>
                  <a:pt x="76883" y="30560"/>
                  <a:pt x="77347" y="30459"/>
                  <a:pt x="77831" y="30459"/>
                </a:cubicBezTo>
                <a:cubicBezTo>
                  <a:pt x="77965" y="30459"/>
                  <a:pt x="78101" y="30467"/>
                  <a:pt x="78239" y="30487"/>
                </a:cubicBezTo>
                <a:cubicBezTo>
                  <a:pt x="78300" y="30487"/>
                  <a:pt x="78391" y="30517"/>
                  <a:pt x="78452" y="30548"/>
                </a:cubicBezTo>
                <a:cubicBezTo>
                  <a:pt x="78543" y="30639"/>
                  <a:pt x="78482" y="30730"/>
                  <a:pt x="78543" y="30821"/>
                </a:cubicBezTo>
                <a:cubicBezTo>
                  <a:pt x="78573" y="30943"/>
                  <a:pt x="78725" y="30973"/>
                  <a:pt x="78756" y="31125"/>
                </a:cubicBezTo>
                <a:cubicBezTo>
                  <a:pt x="79029" y="31733"/>
                  <a:pt x="79212" y="32371"/>
                  <a:pt x="79394" y="32979"/>
                </a:cubicBezTo>
                <a:cubicBezTo>
                  <a:pt x="79668" y="33830"/>
                  <a:pt x="79607" y="34317"/>
                  <a:pt x="78999" y="34955"/>
                </a:cubicBezTo>
                <a:cubicBezTo>
                  <a:pt x="78452" y="35533"/>
                  <a:pt x="77783" y="35897"/>
                  <a:pt x="77054" y="36201"/>
                </a:cubicBezTo>
                <a:cubicBezTo>
                  <a:pt x="76476" y="36475"/>
                  <a:pt x="75868" y="36718"/>
                  <a:pt x="75443" y="37113"/>
                </a:cubicBezTo>
                <a:cubicBezTo>
                  <a:pt x="73588" y="38907"/>
                  <a:pt x="74227" y="42037"/>
                  <a:pt x="73680" y="44347"/>
                </a:cubicBezTo>
                <a:cubicBezTo>
                  <a:pt x="72920" y="47508"/>
                  <a:pt x="71704" y="50548"/>
                  <a:pt x="71035" y="53740"/>
                </a:cubicBezTo>
                <a:cubicBezTo>
                  <a:pt x="70853" y="54560"/>
                  <a:pt x="70701" y="55411"/>
                  <a:pt x="70518" y="56202"/>
                </a:cubicBezTo>
                <a:lnTo>
                  <a:pt x="70184" y="57782"/>
                </a:lnTo>
                <a:cubicBezTo>
                  <a:pt x="69941" y="58937"/>
                  <a:pt x="70549" y="60031"/>
                  <a:pt x="71126" y="61035"/>
                </a:cubicBezTo>
                <a:cubicBezTo>
                  <a:pt x="71704" y="61977"/>
                  <a:pt x="72160" y="62919"/>
                  <a:pt x="72616" y="63952"/>
                </a:cubicBezTo>
                <a:cubicBezTo>
                  <a:pt x="73619" y="66141"/>
                  <a:pt x="74774" y="68329"/>
                  <a:pt x="76324" y="70184"/>
                </a:cubicBezTo>
                <a:cubicBezTo>
                  <a:pt x="77783" y="71886"/>
                  <a:pt x="78117" y="73406"/>
                  <a:pt x="78482" y="75624"/>
                </a:cubicBezTo>
                <a:cubicBezTo>
                  <a:pt x="78908" y="77965"/>
                  <a:pt x="79485" y="80336"/>
                  <a:pt x="80093" y="82646"/>
                </a:cubicBezTo>
                <a:cubicBezTo>
                  <a:pt x="81035" y="86141"/>
                  <a:pt x="80731" y="89059"/>
                  <a:pt x="80519" y="92676"/>
                </a:cubicBezTo>
                <a:cubicBezTo>
                  <a:pt x="80458" y="93163"/>
                  <a:pt x="80427" y="93649"/>
                  <a:pt x="80579" y="94105"/>
                </a:cubicBezTo>
                <a:cubicBezTo>
                  <a:pt x="80731" y="94561"/>
                  <a:pt x="81066" y="94986"/>
                  <a:pt x="81582" y="95078"/>
                </a:cubicBezTo>
                <a:cubicBezTo>
                  <a:pt x="81612" y="95082"/>
                  <a:pt x="81642" y="95084"/>
                  <a:pt x="81673" y="95084"/>
                </a:cubicBezTo>
                <a:cubicBezTo>
                  <a:pt x="81869" y="95084"/>
                  <a:pt x="82098" y="95008"/>
                  <a:pt x="82282" y="94956"/>
                </a:cubicBezTo>
                <a:cubicBezTo>
                  <a:pt x="83102" y="94713"/>
                  <a:pt x="83893" y="94561"/>
                  <a:pt x="84683" y="94409"/>
                </a:cubicBezTo>
                <a:cubicBezTo>
                  <a:pt x="84713" y="94500"/>
                  <a:pt x="84713" y="94561"/>
                  <a:pt x="84774" y="94652"/>
                </a:cubicBezTo>
                <a:cubicBezTo>
                  <a:pt x="85017" y="95625"/>
                  <a:pt x="85291" y="96597"/>
                  <a:pt x="85534" y="97570"/>
                </a:cubicBezTo>
                <a:cubicBezTo>
                  <a:pt x="85564" y="97813"/>
                  <a:pt x="85625" y="97996"/>
                  <a:pt x="85595" y="98208"/>
                </a:cubicBezTo>
                <a:cubicBezTo>
                  <a:pt x="85534" y="98786"/>
                  <a:pt x="84926" y="99059"/>
                  <a:pt x="84409" y="99333"/>
                </a:cubicBezTo>
                <a:cubicBezTo>
                  <a:pt x="80245" y="101339"/>
                  <a:pt x="77631" y="105503"/>
                  <a:pt x="75351" y="109546"/>
                </a:cubicBezTo>
                <a:cubicBezTo>
                  <a:pt x="74470" y="111096"/>
                  <a:pt x="73619" y="112646"/>
                  <a:pt x="72859" y="114257"/>
                </a:cubicBezTo>
                <a:cubicBezTo>
                  <a:pt x="72403" y="115169"/>
                  <a:pt x="71795" y="116111"/>
                  <a:pt x="70853" y="116537"/>
                </a:cubicBezTo>
                <a:cubicBezTo>
                  <a:pt x="70123" y="116841"/>
                  <a:pt x="69303" y="116810"/>
                  <a:pt x="68604" y="117206"/>
                </a:cubicBezTo>
                <a:cubicBezTo>
                  <a:pt x="68117" y="117509"/>
                  <a:pt x="67813" y="118026"/>
                  <a:pt x="67509" y="118513"/>
                </a:cubicBezTo>
                <a:cubicBezTo>
                  <a:pt x="67053" y="119272"/>
                  <a:pt x="66597" y="120063"/>
                  <a:pt x="66141" y="120823"/>
                </a:cubicBezTo>
                <a:cubicBezTo>
                  <a:pt x="65929" y="121218"/>
                  <a:pt x="65716" y="121826"/>
                  <a:pt x="66111" y="122038"/>
                </a:cubicBezTo>
                <a:cubicBezTo>
                  <a:pt x="66193" y="122093"/>
                  <a:pt x="66280" y="122117"/>
                  <a:pt x="66368" y="122117"/>
                </a:cubicBezTo>
                <a:cubicBezTo>
                  <a:pt x="66671" y="122117"/>
                  <a:pt x="66987" y="121835"/>
                  <a:pt x="67175" y="121552"/>
                </a:cubicBezTo>
                <a:cubicBezTo>
                  <a:pt x="67388" y="121157"/>
                  <a:pt x="67631" y="120701"/>
                  <a:pt x="68056" y="120640"/>
                </a:cubicBezTo>
                <a:cubicBezTo>
                  <a:pt x="68075" y="120639"/>
                  <a:pt x="68094" y="120638"/>
                  <a:pt x="68113" y="120638"/>
                </a:cubicBezTo>
                <a:cubicBezTo>
                  <a:pt x="68425" y="120638"/>
                  <a:pt x="68702" y="120870"/>
                  <a:pt x="68816" y="121157"/>
                </a:cubicBezTo>
                <a:cubicBezTo>
                  <a:pt x="69515" y="122890"/>
                  <a:pt x="68543" y="125260"/>
                  <a:pt x="68877" y="127145"/>
                </a:cubicBezTo>
                <a:cubicBezTo>
                  <a:pt x="69151" y="128422"/>
                  <a:pt x="69911" y="129607"/>
                  <a:pt x="70670" y="130671"/>
                </a:cubicBezTo>
                <a:cubicBezTo>
                  <a:pt x="71430" y="131735"/>
                  <a:pt x="72342" y="132859"/>
                  <a:pt x="73619" y="132981"/>
                </a:cubicBezTo>
                <a:cubicBezTo>
                  <a:pt x="73672" y="132987"/>
                  <a:pt x="73722" y="132990"/>
                  <a:pt x="73768" y="132990"/>
                </a:cubicBezTo>
                <a:cubicBezTo>
                  <a:pt x="74375" y="132990"/>
                  <a:pt x="74357" y="132452"/>
                  <a:pt x="74470" y="131887"/>
                </a:cubicBezTo>
                <a:cubicBezTo>
                  <a:pt x="74591" y="131248"/>
                  <a:pt x="74591" y="130580"/>
                  <a:pt x="74531" y="129911"/>
                </a:cubicBezTo>
                <a:cubicBezTo>
                  <a:pt x="74500" y="129121"/>
                  <a:pt x="74318" y="128300"/>
                  <a:pt x="74348" y="127510"/>
                </a:cubicBezTo>
                <a:cubicBezTo>
                  <a:pt x="74348" y="126841"/>
                  <a:pt x="74470" y="126172"/>
                  <a:pt x="74591" y="125534"/>
                </a:cubicBezTo>
                <a:cubicBezTo>
                  <a:pt x="74774" y="124470"/>
                  <a:pt x="74956" y="123376"/>
                  <a:pt x="75139" y="122312"/>
                </a:cubicBezTo>
                <a:cubicBezTo>
                  <a:pt x="75230" y="121826"/>
                  <a:pt x="75412" y="121309"/>
                  <a:pt x="75655" y="120853"/>
                </a:cubicBezTo>
                <a:cubicBezTo>
                  <a:pt x="76111" y="120002"/>
                  <a:pt x="76567" y="119090"/>
                  <a:pt x="77114" y="118239"/>
                </a:cubicBezTo>
                <a:cubicBezTo>
                  <a:pt x="78239" y="116658"/>
                  <a:pt x="79698" y="115351"/>
                  <a:pt x="81157" y="114075"/>
                </a:cubicBezTo>
                <a:cubicBezTo>
                  <a:pt x="82069" y="113224"/>
                  <a:pt x="82950" y="112342"/>
                  <a:pt x="83862" y="111522"/>
                </a:cubicBezTo>
                <a:lnTo>
                  <a:pt x="83862" y="111522"/>
                </a:lnTo>
                <a:cubicBezTo>
                  <a:pt x="83741" y="113102"/>
                  <a:pt x="83801" y="114743"/>
                  <a:pt x="83741" y="116354"/>
                </a:cubicBezTo>
                <a:cubicBezTo>
                  <a:pt x="83710" y="118117"/>
                  <a:pt x="83406" y="119911"/>
                  <a:pt x="83193" y="121704"/>
                </a:cubicBezTo>
                <a:cubicBezTo>
                  <a:pt x="83133" y="122464"/>
                  <a:pt x="83041" y="123254"/>
                  <a:pt x="82859" y="124014"/>
                </a:cubicBezTo>
                <a:cubicBezTo>
                  <a:pt x="82829" y="124136"/>
                  <a:pt x="82798" y="124288"/>
                  <a:pt x="82738" y="124409"/>
                </a:cubicBezTo>
                <a:cubicBezTo>
                  <a:pt x="82677" y="124592"/>
                  <a:pt x="82525" y="124713"/>
                  <a:pt x="82403" y="124865"/>
                </a:cubicBezTo>
                <a:cubicBezTo>
                  <a:pt x="81947" y="125412"/>
                  <a:pt x="81795" y="126142"/>
                  <a:pt x="81522" y="126841"/>
                </a:cubicBezTo>
                <a:cubicBezTo>
                  <a:pt x="81279" y="127510"/>
                  <a:pt x="81218" y="128270"/>
                  <a:pt x="81309" y="128969"/>
                </a:cubicBezTo>
                <a:cubicBezTo>
                  <a:pt x="81370" y="129668"/>
                  <a:pt x="81795" y="130276"/>
                  <a:pt x="81917" y="131005"/>
                </a:cubicBezTo>
                <a:cubicBezTo>
                  <a:pt x="82099" y="132069"/>
                  <a:pt x="82221" y="133102"/>
                  <a:pt x="82130" y="134166"/>
                </a:cubicBezTo>
                <a:cubicBezTo>
                  <a:pt x="82282" y="134217"/>
                  <a:pt x="82444" y="134237"/>
                  <a:pt x="82610" y="134237"/>
                </a:cubicBezTo>
                <a:cubicBezTo>
                  <a:pt x="82941" y="134237"/>
                  <a:pt x="83289" y="134158"/>
                  <a:pt x="83611" y="134077"/>
                </a:cubicBezTo>
                <a:lnTo>
                  <a:pt x="83611" y="134077"/>
                </a:lnTo>
                <a:cubicBezTo>
                  <a:pt x="83611" y="134077"/>
                  <a:pt x="83611" y="134077"/>
                  <a:pt x="83611" y="134077"/>
                </a:cubicBezTo>
                <a:cubicBezTo>
                  <a:pt x="83613" y="134077"/>
                  <a:pt x="83616" y="134076"/>
                  <a:pt x="83619" y="134075"/>
                </a:cubicBezTo>
                <a:lnTo>
                  <a:pt x="83619" y="134075"/>
                </a:lnTo>
                <a:cubicBezTo>
                  <a:pt x="83616" y="134076"/>
                  <a:pt x="83613" y="134076"/>
                  <a:pt x="83611" y="134077"/>
                </a:cubicBezTo>
                <a:lnTo>
                  <a:pt x="83611" y="134077"/>
                </a:lnTo>
                <a:cubicBezTo>
                  <a:pt x="83500" y="134076"/>
                  <a:pt x="83558" y="132857"/>
                  <a:pt x="83558" y="132768"/>
                </a:cubicBezTo>
                <a:cubicBezTo>
                  <a:pt x="83497" y="132069"/>
                  <a:pt x="83862" y="131491"/>
                  <a:pt x="84105" y="130914"/>
                </a:cubicBezTo>
                <a:cubicBezTo>
                  <a:pt x="84835" y="130975"/>
                  <a:pt x="85412" y="131096"/>
                  <a:pt x="85899" y="131613"/>
                </a:cubicBezTo>
                <a:cubicBezTo>
                  <a:pt x="86233" y="132008"/>
                  <a:pt x="86537" y="132434"/>
                  <a:pt x="86963" y="132707"/>
                </a:cubicBezTo>
                <a:cubicBezTo>
                  <a:pt x="87722" y="133285"/>
                  <a:pt x="88573" y="133741"/>
                  <a:pt x="89485" y="134045"/>
                </a:cubicBezTo>
                <a:cubicBezTo>
                  <a:pt x="90032" y="134227"/>
                  <a:pt x="90610" y="134349"/>
                  <a:pt x="91188" y="134379"/>
                </a:cubicBezTo>
                <a:cubicBezTo>
                  <a:pt x="91339" y="134409"/>
                  <a:pt x="91499" y="134425"/>
                  <a:pt x="91659" y="134425"/>
                </a:cubicBezTo>
                <a:cubicBezTo>
                  <a:pt x="91818" y="134425"/>
                  <a:pt x="91978" y="134409"/>
                  <a:pt x="92130" y="134379"/>
                </a:cubicBezTo>
                <a:cubicBezTo>
                  <a:pt x="92271" y="134374"/>
                  <a:pt x="92412" y="134372"/>
                  <a:pt x="92554" y="134372"/>
                </a:cubicBezTo>
                <a:cubicBezTo>
                  <a:pt x="92912" y="134372"/>
                  <a:pt x="93269" y="134384"/>
                  <a:pt x="93623" y="134384"/>
                </a:cubicBezTo>
                <a:cubicBezTo>
                  <a:pt x="94001" y="134384"/>
                  <a:pt x="94375" y="134371"/>
                  <a:pt x="94744" y="134318"/>
                </a:cubicBezTo>
                <a:cubicBezTo>
                  <a:pt x="95048" y="134288"/>
                  <a:pt x="97084" y="134288"/>
                  <a:pt x="96811" y="133619"/>
                </a:cubicBezTo>
                <a:cubicBezTo>
                  <a:pt x="96720" y="133437"/>
                  <a:pt x="96537" y="133376"/>
                  <a:pt x="96355" y="133315"/>
                </a:cubicBezTo>
                <a:cubicBezTo>
                  <a:pt x="95048" y="132920"/>
                  <a:pt x="93619" y="132646"/>
                  <a:pt x="92616" y="131704"/>
                </a:cubicBezTo>
                <a:cubicBezTo>
                  <a:pt x="92130" y="131248"/>
                  <a:pt x="91795" y="130671"/>
                  <a:pt x="91491" y="130124"/>
                </a:cubicBezTo>
                <a:cubicBezTo>
                  <a:pt x="90884" y="129121"/>
                  <a:pt x="90276" y="128087"/>
                  <a:pt x="89668" y="127084"/>
                </a:cubicBezTo>
                <a:cubicBezTo>
                  <a:pt x="89090" y="126142"/>
                  <a:pt x="88786" y="125352"/>
                  <a:pt x="88969" y="124197"/>
                </a:cubicBezTo>
                <a:cubicBezTo>
                  <a:pt x="89425" y="121613"/>
                  <a:pt x="90549" y="119242"/>
                  <a:pt x="91339" y="116750"/>
                </a:cubicBezTo>
                <a:cubicBezTo>
                  <a:pt x="91704" y="115534"/>
                  <a:pt x="91947" y="114288"/>
                  <a:pt x="92312" y="113072"/>
                </a:cubicBezTo>
                <a:cubicBezTo>
                  <a:pt x="92707" y="111795"/>
                  <a:pt x="93072" y="110488"/>
                  <a:pt x="93285" y="109151"/>
                </a:cubicBezTo>
                <a:cubicBezTo>
                  <a:pt x="93437" y="107935"/>
                  <a:pt x="93376" y="106719"/>
                  <a:pt x="93589" y="105503"/>
                </a:cubicBezTo>
                <a:cubicBezTo>
                  <a:pt x="93802" y="103892"/>
                  <a:pt x="94409" y="102281"/>
                  <a:pt x="94957" y="100731"/>
                </a:cubicBezTo>
                <a:cubicBezTo>
                  <a:pt x="95777" y="98178"/>
                  <a:pt x="96355" y="95533"/>
                  <a:pt x="96659" y="92859"/>
                </a:cubicBezTo>
                <a:cubicBezTo>
                  <a:pt x="97905" y="92342"/>
                  <a:pt x="99121" y="91643"/>
                  <a:pt x="100306" y="91005"/>
                </a:cubicBezTo>
                <a:cubicBezTo>
                  <a:pt x="101157" y="90427"/>
                  <a:pt x="103285" y="89728"/>
                  <a:pt x="103133" y="88451"/>
                </a:cubicBezTo>
                <a:cubicBezTo>
                  <a:pt x="103042" y="87995"/>
                  <a:pt x="102829" y="87570"/>
                  <a:pt x="102586" y="87175"/>
                </a:cubicBezTo>
                <a:cubicBezTo>
                  <a:pt x="102100" y="86232"/>
                  <a:pt x="101796" y="85199"/>
                  <a:pt x="101522" y="84135"/>
                </a:cubicBezTo>
                <a:cubicBezTo>
                  <a:pt x="100914" y="81855"/>
                  <a:pt x="100489" y="79485"/>
                  <a:pt x="99941" y="77205"/>
                </a:cubicBezTo>
                <a:cubicBezTo>
                  <a:pt x="99364" y="74986"/>
                  <a:pt x="99577" y="72585"/>
                  <a:pt x="98878" y="70366"/>
                </a:cubicBezTo>
                <a:cubicBezTo>
                  <a:pt x="98604" y="69545"/>
                  <a:pt x="98179" y="68785"/>
                  <a:pt x="97844" y="67995"/>
                </a:cubicBezTo>
                <a:cubicBezTo>
                  <a:pt x="97054" y="66111"/>
                  <a:pt x="96628" y="64135"/>
                  <a:pt x="96355" y="62159"/>
                </a:cubicBezTo>
                <a:cubicBezTo>
                  <a:pt x="96233" y="61217"/>
                  <a:pt x="95929" y="60092"/>
                  <a:pt x="96051" y="59120"/>
                </a:cubicBezTo>
                <a:cubicBezTo>
                  <a:pt x="96142" y="58329"/>
                  <a:pt x="96476" y="57661"/>
                  <a:pt x="96385" y="56810"/>
                </a:cubicBezTo>
                <a:cubicBezTo>
                  <a:pt x="96203" y="54469"/>
                  <a:pt x="96081" y="52068"/>
                  <a:pt x="95929" y="49667"/>
                </a:cubicBezTo>
                <a:cubicBezTo>
                  <a:pt x="95899" y="48572"/>
                  <a:pt x="95838" y="47448"/>
                  <a:pt x="96020" y="46414"/>
                </a:cubicBezTo>
                <a:cubicBezTo>
                  <a:pt x="96385" y="44195"/>
                  <a:pt x="97510" y="41946"/>
                  <a:pt x="95321" y="40396"/>
                </a:cubicBezTo>
                <a:cubicBezTo>
                  <a:pt x="94349" y="39697"/>
                  <a:pt x="93315" y="39089"/>
                  <a:pt x="92221" y="38603"/>
                </a:cubicBezTo>
                <a:cubicBezTo>
                  <a:pt x="91583" y="38299"/>
                  <a:pt x="90914" y="38055"/>
                  <a:pt x="90397" y="37600"/>
                </a:cubicBezTo>
                <a:cubicBezTo>
                  <a:pt x="89607" y="36870"/>
                  <a:pt x="89212" y="35806"/>
                  <a:pt x="88452" y="35046"/>
                </a:cubicBezTo>
                <a:cubicBezTo>
                  <a:pt x="88330" y="34925"/>
                  <a:pt x="88209" y="34864"/>
                  <a:pt x="88148" y="34773"/>
                </a:cubicBezTo>
                <a:cubicBezTo>
                  <a:pt x="87874" y="33709"/>
                  <a:pt x="87540" y="32645"/>
                  <a:pt x="87206" y="31581"/>
                </a:cubicBezTo>
                <a:cubicBezTo>
                  <a:pt x="87054" y="31125"/>
                  <a:pt x="86932" y="30669"/>
                  <a:pt x="86780" y="30244"/>
                </a:cubicBezTo>
                <a:cubicBezTo>
                  <a:pt x="86780" y="29636"/>
                  <a:pt x="86780" y="29089"/>
                  <a:pt x="86750" y="28481"/>
                </a:cubicBezTo>
                <a:cubicBezTo>
                  <a:pt x="86750" y="28268"/>
                  <a:pt x="86750" y="28086"/>
                  <a:pt x="86780" y="27903"/>
                </a:cubicBezTo>
                <a:cubicBezTo>
                  <a:pt x="86841" y="27447"/>
                  <a:pt x="87054" y="27265"/>
                  <a:pt x="87418" y="27022"/>
                </a:cubicBezTo>
                <a:cubicBezTo>
                  <a:pt x="87874" y="26718"/>
                  <a:pt x="88330" y="26384"/>
                  <a:pt x="88604" y="25928"/>
                </a:cubicBezTo>
                <a:cubicBezTo>
                  <a:pt x="88877" y="25472"/>
                  <a:pt x="88938" y="24833"/>
                  <a:pt x="88634" y="24408"/>
                </a:cubicBezTo>
                <a:cubicBezTo>
                  <a:pt x="88573" y="24286"/>
                  <a:pt x="88422" y="24165"/>
                  <a:pt x="88300" y="24073"/>
                </a:cubicBezTo>
                <a:cubicBezTo>
                  <a:pt x="88148" y="23922"/>
                  <a:pt x="87966" y="23770"/>
                  <a:pt x="87814" y="23618"/>
                </a:cubicBezTo>
                <a:cubicBezTo>
                  <a:pt x="87722" y="23526"/>
                  <a:pt x="87662" y="23466"/>
                  <a:pt x="87631" y="23374"/>
                </a:cubicBezTo>
                <a:cubicBezTo>
                  <a:pt x="87540" y="23192"/>
                  <a:pt x="87570" y="23010"/>
                  <a:pt x="87570" y="22797"/>
                </a:cubicBezTo>
                <a:cubicBezTo>
                  <a:pt x="87570" y="22615"/>
                  <a:pt x="87449" y="22402"/>
                  <a:pt x="87266" y="22402"/>
                </a:cubicBezTo>
                <a:cubicBezTo>
                  <a:pt x="87162" y="22402"/>
                  <a:pt x="87080" y="22469"/>
                  <a:pt x="87002" y="22469"/>
                </a:cubicBezTo>
                <a:cubicBezTo>
                  <a:pt x="86989" y="22469"/>
                  <a:pt x="86976" y="22467"/>
                  <a:pt x="86963" y="22463"/>
                </a:cubicBezTo>
                <a:cubicBezTo>
                  <a:pt x="86780" y="22402"/>
                  <a:pt x="86902" y="22037"/>
                  <a:pt x="86750" y="21946"/>
                </a:cubicBezTo>
                <a:cubicBezTo>
                  <a:pt x="86695" y="21891"/>
                  <a:pt x="86629" y="21880"/>
                  <a:pt x="86566" y="21880"/>
                </a:cubicBezTo>
                <a:cubicBezTo>
                  <a:pt x="86524" y="21880"/>
                  <a:pt x="86482" y="21885"/>
                  <a:pt x="86446" y="21885"/>
                </a:cubicBezTo>
                <a:cubicBezTo>
                  <a:pt x="86142" y="21885"/>
                  <a:pt x="85990" y="21733"/>
                  <a:pt x="86020" y="21429"/>
                </a:cubicBezTo>
                <a:cubicBezTo>
                  <a:pt x="86051" y="21125"/>
                  <a:pt x="86142" y="20882"/>
                  <a:pt x="86081" y="20578"/>
                </a:cubicBezTo>
                <a:cubicBezTo>
                  <a:pt x="86081" y="20274"/>
                  <a:pt x="85929" y="19970"/>
                  <a:pt x="85686" y="19849"/>
                </a:cubicBezTo>
                <a:cubicBezTo>
                  <a:pt x="85595" y="19809"/>
                  <a:pt x="85504" y="19798"/>
                  <a:pt x="85410" y="19798"/>
                </a:cubicBezTo>
                <a:cubicBezTo>
                  <a:pt x="85285" y="19798"/>
                  <a:pt x="85156" y="19818"/>
                  <a:pt x="85017" y="19818"/>
                </a:cubicBezTo>
                <a:cubicBezTo>
                  <a:pt x="84835" y="19818"/>
                  <a:pt x="84683" y="19757"/>
                  <a:pt x="84531" y="19727"/>
                </a:cubicBezTo>
                <a:lnTo>
                  <a:pt x="84470" y="19727"/>
                </a:lnTo>
                <a:cubicBezTo>
                  <a:pt x="83862" y="16110"/>
                  <a:pt x="82190" y="12614"/>
                  <a:pt x="80853" y="9240"/>
                </a:cubicBezTo>
                <a:lnTo>
                  <a:pt x="79941" y="6961"/>
                </a:lnTo>
                <a:cubicBezTo>
                  <a:pt x="79637" y="6170"/>
                  <a:pt x="79303" y="5380"/>
                  <a:pt x="78999" y="4560"/>
                </a:cubicBezTo>
                <a:cubicBezTo>
                  <a:pt x="78543" y="3465"/>
                  <a:pt x="78087" y="2280"/>
                  <a:pt x="77175" y="1490"/>
                </a:cubicBezTo>
                <a:cubicBezTo>
                  <a:pt x="75716" y="152"/>
                  <a:pt x="73436" y="0"/>
                  <a:pt x="7158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2" name="Google Shape;1412;p181"/>
          <p:cNvSpPr/>
          <p:nvPr/>
        </p:nvSpPr>
        <p:spPr>
          <a:xfrm>
            <a:off x="4059688" y="2461475"/>
            <a:ext cx="3723075" cy="3315450"/>
          </a:xfrm>
          <a:custGeom>
            <a:rect b="b" l="l" r="r" t="t"/>
            <a:pathLst>
              <a:path extrusionOk="0" h="132618" w="148923">
                <a:moveTo>
                  <a:pt x="71870" y="38707"/>
                </a:moveTo>
                <a:cubicBezTo>
                  <a:pt x="72782" y="39345"/>
                  <a:pt x="73785" y="39983"/>
                  <a:pt x="74757" y="40561"/>
                </a:cubicBezTo>
                <a:cubicBezTo>
                  <a:pt x="76520" y="41503"/>
                  <a:pt x="78344" y="42293"/>
                  <a:pt x="80198" y="43023"/>
                </a:cubicBezTo>
                <a:cubicBezTo>
                  <a:pt x="79469" y="43357"/>
                  <a:pt x="78739" y="43752"/>
                  <a:pt x="77979" y="44056"/>
                </a:cubicBezTo>
                <a:cubicBezTo>
                  <a:pt x="76064" y="44847"/>
                  <a:pt x="74028" y="45546"/>
                  <a:pt x="72052" y="46336"/>
                </a:cubicBezTo>
                <a:cubicBezTo>
                  <a:pt x="72052" y="45971"/>
                  <a:pt x="72022" y="45637"/>
                  <a:pt x="72022" y="45303"/>
                </a:cubicBezTo>
                <a:cubicBezTo>
                  <a:pt x="71961" y="43661"/>
                  <a:pt x="71900" y="42081"/>
                  <a:pt x="71900" y="40439"/>
                </a:cubicBezTo>
                <a:cubicBezTo>
                  <a:pt x="71900" y="39831"/>
                  <a:pt x="71900" y="39254"/>
                  <a:pt x="71870" y="38707"/>
                </a:cubicBezTo>
                <a:close/>
                <a:moveTo>
                  <a:pt x="96542" y="47227"/>
                </a:moveTo>
                <a:cubicBezTo>
                  <a:pt x="96981" y="47227"/>
                  <a:pt x="97386" y="47343"/>
                  <a:pt x="97706" y="47673"/>
                </a:cubicBezTo>
                <a:cubicBezTo>
                  <a:pt x="98618" y="48616"/>
                  <a:pt x="97615" y="50895"/>
                  <a:pt x="97402" y="51929"/>
                </a:cubicBezTo>
                <a:cubicBezTo>
                  <a:pt x="96703" y="54999"/>
                  <a:pt x="96399" y="58190"/>
                  <a:pt x="96308" y="61351"/>
                </a:cubicBezTo>
                <a:cubicBezTo>
                  <a:pt x="96247" y="62810"/>
                  <a:pt x="96399" y="64178"/>
                  <a:pt x="96460" y="65637"/>
                </a:cubicBezTo>
                <a:cubicBezTo>
                  <a:pt x="96490" y="67187"/>
                  <a:pt x="95943" y="68707"/>
                  <a:pt x="96095" y="70227"/>
                </a:cubicBezTo>
                <a:lnTo>
                  <a:pt x="96095" y="70318"/>
                </a:lnTo>
                <a:lnTo>
                  <a:pt x="96065" y="70318"/>
                </a:lnTo>
                <a:lnTo>
                  <a:pt x="95913" y="70470"/>
                </a:lnTo>
                <a:cubicBezTo>
                  <a:pt x="94454" y="72963"/>
                  <a:pt x="92022" y="74878"/>
                  <a:pt x="90654" y="77461"/>
                </a:cubicBezTo>
                <a:cubicBezTo>
                  <a:pt x="89499" y="79528"/>
                  <a:pt x="89135" y="82020"/>
                  <a:pt x="87858" y="84027"/>
                </a:cubicBezTo>
                <a:cubicBezTo>
                  <a:pt x="86946" y="85486"/>
                  <a:pt x="85639" y="86732"/>
                  <a:pt x="85031" y="88312"/>
                </a:cubicBezTo>
                <a:cubicBezTo>
                  <a:pt x="84636" y="89346"/>
                  <a:pt x="84606" y="90440"/>
                  <a:pt x="84575" y="91534"/>
                </a:cubicBezTo>
                <a:cubicBezTo>
                  <a:pt x="84484" y="94270"/>
                  <a:pt x="84514" y="97066"/>
                  <a:pt x="84606" y="99802"/>
                </a:cubicBezTo>
                <a:cubicBezTo>
                  <a:pt x="84636" y="100805"/>
                  <a:pt x="84514" y="101869"/>
                  <a:pt x="84606" y="102902"/>
                </a:cubicBezTo>
                <a:cubicBezTo>
                  <a:pt x="84666" y="103753"/>
                  <a:pt x="84818" y="104513"/>
                  <a:pt x="84910" y="105303"/>
                </a:cubicBezTo>
                <a:cubicBezTo>
                  <a:pt x="84484" y="104574"/>
                  <a:pt x="84059" y="103905"/>
                  <a:pt x="83724" y="103145"/>
                </a:cubicBezTo>
                <a:cubicBezTo>
                  <a:pt x="82843" y="101322"/>
                  <a:pt x="81809" y="99528"/>
                  <a:pt x="80989" y="97674"/>
                </a:cubicBezTo>
                <a:cubicBezTo>
                  <a:pt x="80350" y="96215"/>
                  <a:pt x="79834" y="94695"/>
                  <a:pt x="79226" y="93297"/>
                </a:cubicBezTo>
                <a:cubicBezTo>
                  <a:pt x="78891" y="92446"/>
                  <a:pt x="78283" y="91656"/>
                  <a:pt x="78010" y="90835"/>
                </a:cubicBezTo>
                <a:cubicBezTo>
                  <a:pt x="77706" y="89954"/>
                  <a:pt x="77949" y="88920"/>
                  <a:pt x="77858" y="88008"/>
                </a:cubicBezTo>
                <a:cubicBezTo>
                  <a:pt x="77797" y="87097"/>
                  <a:pt x="78010" y="86185"/>
                  <a:pt x="78010" y="85303"/>
                </a:cubicBezTo>
                <a:cubicBezTo>
                  <a:pt x="78010" y="83540"/>
                  <a:pt x="77919" y="81717"/>
                  <a:pt x="77463" y="79984"/>
                </a:cubicBezTo>
                <a:cubicBezTo>
                  <a:pt x="77037" y="78525"/>
                  <a:pt x="76916" y="76944"/>
                  <a:pt x="76551" y="75485"/>
                </a:cubicBezTo>
                <a:cubicBezTo>
                  <a:pt x="76277" y="74513"/>
                  <a:pt x="75943" y="73601"/>
                  <a:pt x="75700" y="72659"/>
                </a:cubicBezTo>
                <a:cubicBezTo>
                  <a:pt x="75365" y="71230"/>
                  <a:pt x="75092" y="69741"/>
                  <a:pt x="74909" y="68251"/>
                </a:cubicBezTo>
                <a:cubicBezTo>
                  <a:pt x="74757" y="66975"/>
                  <a:pt x="73998" y="65759"/>
                  <a:pt x="73967" y="64421"/>
                </a:cubicBezTo>
                <a:cubicBezTo>
                  <a:pt x="73815" y="61260"/>
                  <a:pt x="73815" y="58190"/>
                  <a:pt x="73055" y="55120"/>
                </a:cubicBezTo>
                <a:cubicBezTo>
                  <a:pt x="72843" y="54421"/>
                  <a:pt x="72782" y="53661"/>
                  <a:pt x="72691" y="52902"/>
                </a:cubicBezTo>
                <a:cubicBezTo>
                  <a:pt x="75487" y="52415"/>
                  <a:pt x="78162" y="51412"/>
                  <a:pt x="80897" y="50652"/>
                </a:cubicBezTo>
                <a:cubicBezTo>
                  <a:pt x="82539" y="50196"/>
                  <a:pt x="84241" y="49832"/>
                  <a:pt x="85973" y="49710"/>
                </a:cubicBezTo>
                <a:cubicBezTo>
                  <a:pt x="87584" y="49588"/>
                  <a:pt x="89074" y="48920"/>
                  <a:pt x="90624" y="48373"/>
                </a:cubicBezTo>
                <a:cubicBezTo>
                  <a:pt x="91171" y="48190"/>
                  <a:pt x="91688" y="48038"/>
                  <a:pt x="92235" y="47977"/>
                </a:cubicBezTo>
                <a:cubicBezTo>
                  <a:pt x="92721" y="47886"/>
                  <a:pt x="93268" y="47917"/>
                  <a:pt x="93755" y="47856"/>
                </a:cubicBezTo>
                <a:cubicBezTo>
                  <a:pt x="94520" y="47752"/>
                  <a:pt x="95608" y="47227"/>
                  <a:pt x="96542" y="47227"/>
                </a:cubicBezTo>
                <a:close/>
                <a:moveTo>
                  <a:pt x="12840" y="1"/>
                </a:moveTo>
                <a:cubicBezTo>
                  <a:pt x="12723" y="1"/>
                  <a:pt x="12602" y="5"/>
                  <a:pt x="12477" y="13"/>
                </a:cubicBezTo>
                <a:cubicBezTo>
                  <a:pt x="11778" y="104"/>
                  <a:pt x="11078" y="469"/>
                  <a:pt x="10349" y="591"/>
                </a:cubicBezTo>
                <a:cubicBezTo>
                  <a:pt x="9437" y="743"/>
                  <a:pt x="8525" y="773"/>
                  <a:pt x="7613" y="895"/>
                </a:cubicBezTo>
                <a:cubicBezTo>
                  <a:pt x="6972" y="975"/>
                  <a:pt x="6330" y="990"/>
                  <a:pt x="5686" y="990"/>
                </a:cubicBezTo>
                <a:cubicBezTo>
                  <a:pt x="5278" y="990"/>
                  <a:pt x="4869" y="984"/>
                  <a:pt x="4459" y="984"/>
                </a:cubicBezTo>
                <a:cubicBezTo>
                  <a:pt x="4043" y="984"/>
                  <a:pt x="3626" y="991"/>
                  <a:pt x="3206" y="1016"/>
                </a:cubicBezTo>
                <a:cubicBezTo>
                  <a:pt x="2872" y="1016"/>
                  <a:pt x="2568" y="1047"/>
                  <a:pt x="2233" y="1077"/>
                </a:cubicBezTo>
                <a:cubicBezTo>
                  <a:pt x="2191" y="1080"/>
                  <a:pt x="2147" y="1081"/>
                  <a:pt x="2100" y="1081"/>
                </a:cubicBezTo>
                <a:cubicBezTo>
                  <a:pt x="1924" y="1081"/>
                  <a:pt x="1720" y="1066"/>
                  <a:pt x="1514" y="1066"/>
                </a:cubicBezTo>
                <a:cubicBezTo>
                  <a:pt x="1146" y="1066"/>
                  <a:pt x="775" y="1114"/>
                  <a:pt x="562" y="1381"/>
                </a:cubicBezTo>
                <a:cubicBezTo>
                  <a:pt x="258" y="1715"/>
                  <a:pt x="1200" y="1928"/>
                  <a:pt x="1382" y="1959"/>
                </a:cubicBezTo>
                <a:cubicBezTo>
                  <a:pt x="2051" y="2080"/>
                  <a:pt x="2720" y="2111"/>
                  <a:pt x="3358" y="2141"/>
                </a:cubicBezTo>
                <a:cubicBezTo>
                  <a:pt x="3500" y="2141"/>
                  <a:pt x="3952" y="2073"/>
                  <a:pt x="4337" y="2073"/>
                </a:cubicBezTo>
                <a:cubicBezTo>
                  <a:pt x="4530" y="2073"/>
                  <a:pt x="4705" y="2090"/>
                  <a:pt x="4817" y="2141"/>
                </a:cubicBezTo>
                <a:cubicBezTo>
                  <a:pt x="3631" y="2384"/>
                  <a:pt x="2416" y="2536"/>
                  <a:pt x="1230" y="2627"/>
                </a:cubicBezTo>
                <a:cubicBezTo>
                  <a:pt x="1017" y="2627"/>
                  <a:pt x="865" y="2931"/>
                  <a:pt x="987" y="3144"/>
                </a:cubicBezTo>
                <a:cubicBezTo>
                  <a:pt x="846" y="3125"/>
                  <a:pt x="694" y="3106"/>
                  <a:pt x="555" y="3106"/>
                </a:cubicBezTo>
                <a:cubicBezTo>
                  <a:pt x="244" y="3106"/>
                  <a:pt x="1" y="3201"/>
                  <a:pt x="106" y="3600"/>
                </a:cubicBezTo>
                <a:cubicBezTo>
                  <a:pt x="237" y="4021"/>
                  <a:pt x="574" y="4123"/>
                  <a:pt x="958" y="4123"/>
                </a:cubicBezTo>
                <a:cubicBezTo>
                  <a:pt x="1018" y="4123"/>
                  <a:pt x="1078" y="4121"/>
                  <a:pt x="1139" y="4117"/>
                </a:cubicBezTo>
                <a:cubicBezTo>
                  <a:pt x="1656" y="4117"/>
                  <a:pt x="2142" y="4208"/>
                  <a:pt x="2689" y="4238"/>
                </a:cubicBezTo>
                <a:cubicBezTo>
                  <a:pt x="3277" y="4238"/>
                  <a:pt x="3919" y="4157"/>
                  <a:pt x="4533" y="4157"/>
                </a:cubicBezTo>
                <a:cubicBezTo>
                  <a:pt x="4841" y="4157"/>
                  <a:pt x="5141" y="4177"/>
                  <a:pt x="5425" y="4238"/>
                </a:cubicBezTo>
                <a:cubicBezTo>
                  <a:pt x="5565" y="4165"/>
                  <a:pt x="5701" y="4136"/>
                  <a:pt x="5835" y="4136"/>
                </a:cubicBezTo>
                <a:cubicBezTo>
                  <a:pt x="6255" y="4136"/>
                  <a:pt x="6652" y="4420"/>
                  <a:pt x="7066" y="4512"/>
                </a:cubicBezTo>
                <a:cubicBezTo>
                  <a:pt x="7431" y="4573"/>
                  <a:pt x="7856" y="4542"/>
                  <a:pt x="8221" y="4694"/>
                </a:cubicBezTo>
                <a:cubicBezTo>
                  <a:pt x="8373" y="4725"/>
                  <a:pt x="8616" y="4816"/>
                  <a:pt x="8677" y="4907"/>
                </a:cubicBezTo>
                <a:cubicBezTo>
                  <a:pt x="8829" y="5120"/>
                  <a:pt x="8768" y="5424"/>
                  <a:pt x="9072" y="5606"/>
                </a:cubicBezTo>
                <a:cubicBezTo>
                  <a:pt x="9235" y="5711"/>
                  <a:pt x="9367" y="5756"/>
                  <a:pt x="9483" y="5756"/>
                </a:cubicBezTo>
                <a:cubicBezTo>
                  <a:pt x="9735" y="5756"/>
                  <a:pt x="9907" y="5542"/>
                  <a:pt x="10136" y="5272"/>
                </a:cubicBezTo>
                <a:cubicBezTo>
                  <a:pt x="10410" y="4998"/>
                  <a:pt x="10774" y="4877"/>
                  <a:pt x="11109" y="4755"/>
                </a:cubicBezTo>
                <a:cubicBezTo>
                  <a:pt x="11869" y="4573"/>
                  <a:pt x="12537" y="4421"/>
                  <a:pt x="13145" y="3965"/>
                </a:cubicBezTo>
                <a:cubicBezTo>
                  <a:pt x="14118" y="4542"/>
                  <a:pt x="14696" y="5667"/>
                  <a:pt x="15607" y="6366"/>
                </a:cubicBezTo>
                <a:cubicBezTo>
                  <a:pt x="16246" y="6852"/>
                  <a:pt x="16793" y="7612"/>
                  <a:pt x="17340" y="8220"/>
                </a:cubicBezTo>
                <a:cubicBezTo>
                  <a:pt x="18009" y="8950"/>
                  <a:pt x="18769" y="9527"/>
                  <a:pt x="19559" y="10074"/>
                </a:cubicBezTo>
                <a:cubicBezTo>
                  <a:pt x="20683" y="10925"/>
                  <a:pt x="21869" y="11746"/>
                  <a:pt x="23024" y="12597"/>
                </a:cubicBezTo>
                <a:cubicBezTo>
                  <a:pt x="23571" y="13023"/>
                  <a:pt x="24179" y="13478"/>
                  <a:pt x="24757" y="13874"/>
                </a:cubicBezTo>
                <a:cubicBezTo>
                  <a:pt x="25486" y="14421"/>
                  <a:pt x="26216" y="14846"/>
                  <a:pt x="26975" y="15363"/>
                </a:cubicBezTo>
                <a:cubicBezTo>
                  <a:pt x="27158" y="15515"/>
                  <a:pt x="27340" y="15637"/>
                  <a:pt x="27523" y="15789"/>
                </a:cubicBezTo>
                <a:cubicBezTo>
                  <a:pt x="27735" y="15971"/>
                  <a:pt x="27918" y="16214"/>
                  <a:pt x="28100" y="16427"/>
                </a:cubicBezTo>
                <a:cubicBezTo>
                  <a:pt x="28495" y="16883"/>
                  <a:pt x="28890" y="17217"/>
                  <a:pt x="29346" y="17612"/>
                </a:cubicBezTo>
                <a:lnTo>
                  <a:pt x="34817" y="22293"/>
                </a:lnTo>
                <a:cubicBezTo>
                  <a:pt x="35213" y="22597"/>
                  <a:pt x="35547" y="22810"/>
                  <a:pt x="35973" y="23083"/>
                </a:cubicBezTo>
                <a:cubicBezTo>
                  <a:pt x="36428" y="23357"/>
                  <a:pt x="36854" y="23843"/>
                  <a:pt x="37219" y="24178"/>
                </a:cubicBezTo>
                <a:cubicBezTo>
                  <a:pt x="37523" y="24451"/>
                  <a:pt x="37827" y="24664"/>
                  <a:pt x="38131" y="24907"/>
                </a:cubicBezTo>
                <a:cubicBezTo>
                  <a:pt x="38131" y="25485"/>
                  <a:pt x="38100" y="26093"/>
                  <a:pt x="38100" y="26640"/>
                </a:cubicBezTo>
                <a:cubicBezTo>
                  <a:pt x="38131" y="28707"/>
                  <a:pt x="39468" y="30834"/>
                  <a:pt x="41474" y="31321"/>
                </a:cubicBezTo>
                <a:cubicBezTo>
                  <a:pt x="42021" y="31457"/>
                  <a:pt x="42584" y="31480"/>
                  <a:pt x="43150" y="31480"/>
                </a:cubicBezTo>
                <a:cubicBezTo>
                  <a:pt x="43433" y="31480"/>
                  <a:pt x="43717" y="31475"/>
                  <a:pt x="44000" y="31475"/>
                </a:cubicBezTo>
                <a:cubicBezTo>
                  <a:pt x="44284" y="31475"/>
                  <a:pt x="44567" y="31480"/>
                  <a:pt x="44848" y="31503"/>
                </a:cubicBezTo>
                <a:cubicBezTo>
                  <a:pt x="45122" y="31564"/>
                  <a:pt x="45304" y="31594"/>
                  <a:pt x="45547" y="31655"/>
                </a:cubicBezTo>
                <a:cubicBezTo>
                  <a:pt x="47341" y="32233"/>
                  <a:pt x="47644" y="34056"/>
                  <a:pt x="48161" y="35819"/>
                </a:cubicBezTo>
                <a:cubicBezTo>
                  <a:pt x="48769" y="37856"/>
                  <a:pt x="49559" y="39862"/>
                  <a:pt x="51292" y="41321"/>
                </a:cubicBezTo>
                <a:cubicBezTo>
                  <a:pt x="53511" y="43205"/>
                  <a:pt x="53420" y="46032"/>
                  <a:pt x="54575" y="48494"/>
                </a:cubicBezTo>
                <a:cubicBezTo>
                  <a:pt x="54818" y="48950"/>
                  <a:pt x="55031" y="49740"/>
                  <a:pt x="55426" y="50044"/>
                </a:cubicBezTo>
                <a:cubicBezTo>
                  <a:pt x="55426" y="50288"/>
                  <a:pt x="55456" y="50470"/>
                  <a:pt x="55547" y="50652"/>
                </a:cubicBezTo>
                <a:cubicBezTo>
                  <a:pt x="55456" y="50743"/>
                  <a:pt x="55426" y="50804"/>
                  <a:pt x="55395" y="50895"/>
                </a:cubicBezTo>
                <a:cubicBezTo>
                  <a:pt x="55243" y="51169"/>
                  <a:pt x="55243" y="51503"/>
                  <a:pt x="55426" y="51716"/>
                </a:cubicBezTo>
                <a:cubicBezTo>
                  <a:pt x="55487" y="51838"/>
                  <a:pt x="55608" y="51929"/>
                  <a:pt x="55699" y="51990"/>
                </a:cubicBezTo>
                <a:lnTo>
                  <a:pt x="55730" y="51990"/>
                </a:lnTo>
                <a:cubicBezTo>
                  <a:pt x="55487" y="52142"/>
                  <a:pt x="55335" y="52385"/>
                  <a:pt x="55274" y="52628"/>
                </a:cubicBezTo>
                <a:cubicBezTo>
                  <a:pt x="55243" y="52841"/>
                  <a:pt x="55243" y="53054"/>
                  <a:pt x="55304" y="53236"/>
                </a:cubicBezTo>
                <a:cubicBezTo>
                  <a:pt x="55274" y="53297"/>
                  <a:pt x="55243" y="53297"/>
                  <a:pt x="55243" y="53327"/>
                </a:cubicBezTo>
                <a:cubicBezTo>
                  <a:pt x="55000" y="53540"/>
                  <a:pt x="54970" y="53905"/>
                  <a:pt x="55031" y="54209"/>
                </a:cubicBezTo>
                <a:cubicBezTo>
                  <a:pt x="55122" y="54512"/>
                  <a:pt x="55304" y="54512"/>
                  <a:pt x="55578" y="54604"/>
                </a:cubicBezTo>
                <a:cubicBezTo>
                  <a:pt x="55547" y="54847"/>
                  <a:pt x="55456" y="55120"/>
                  <a:pt x="55274" y="55212"/>
                </a:cubicBezTo>
                <a:cubicBezTo>
                  <a:pt x="55243" y="55272"/>
                  <a:pt x="55152" y="55272"/>
                  <a:pt x="55122" y="55303"/>
                </a:cubicBezTo>
                <a:lnTo>
                  <a:pt x="55000" y="55424"/>
                </a:lnTo>
                <a:cubicBezTo>
                  <a:pt x="54727" y="55728"/>
                  <a:pt x="54575" y="56093"/>
                  <a:pt x="54271" y="56367"/>
                </a:cubicBezTo>
                <a:cubicBezTo>
                  <a:pt x="53967" y="56671"/>
                  <a:pt x="53632" y="56975"/>
                  <a:pt x="53298" y="57248"/>
                </a:cubicBezTo>
                <a:cubicBezTo>
                  <a:pt x="52599" y="57856"/>
                  <a:pt x="51930" y="58494"/>
                  <a:pt x="51505" y="59285"/>
                </a:cubicBezTo>
                <a:cubicBezTo>
                  <a:pt x="49955" y="62020"/>
                  <a:pt x="48648" y="64908"/>
                  <a:pt x="47067" y="67613"/>
                </a:cubicBezTo>
                <a:cubicBezTo>
                  <a:pt x="45426" y="70318"/>
                  <a:pt x="43419" y="72841"/>
                  <a:pt x="40745" y="74513"/>
                </a:cubicBezTo>
                <a:cubicBezTo>
                  <a:pt x="40289" y="74786"/>
                  <a:pt x="39802" y="75121"/>
                  <a:pt x="39742" y="75607"/>
                </a:cubicBezTo>
                <a:cubicBezTo>
                  <a:pt x="39650" y="76033"/>
                  <a:pt x="39894" y="76428"/>
                  <a:pt x="40137" y="76732"/>
                </a:cubicBezTo>
                <a:cubicBezTo>
                  <a:pt x="41018" y="77796"/>
                  <a:pt x="42508" y="78495"/>
                  <a:pt x="42812" y="79832"/>
                </a:cubicBezTo>
                <a:cubicBezTo>
                  <a:pt x="42994" y="80774"/>
                  <a:pt x="42629" y="81899"/>
                  <a:pt x="43176" y="82659"/>
                </a:cubicBezTo>
                <a:cubicBezTo>
                  <a:pt x="43571" y="83145"/>
                  <a:pt x="44301" y="83297"/>
                  <a:pt x="44605" y="83814"/>
                </a:cubicBezTo>
                <a:cubicBezTo>
                  <a:pt x="45061" y="84574"/>
                  <a:pt x="44483" y="84847"/>
                  <a:pt x="44392" y="85577"/>
                </a:cubicBezTo>
                <a:cubicBezTo>
                  <a:pt x="44210" y="87066"/>
                  <a:pt x="46003" y="87401"/>
                  <a:pt x="47189" y="87552"/>
                </a:cubicBezTo>
                <a:cubicBezTo>
                  <a:pt x="47564" y="87608"/>
                  <a:pt x="47946" y="87645"/>
                  <a:pt x="48328" y="87645"/>
                </a:cubicBezTo>
                <a:cubicBezTo>
                  <a:pt x="48781" y="87645"/>
                  <a:pt x="49236" y="87593"/>
                  <a:pt x="49681" y="87461"/>
                </a:cubicBezTo>
                <a:cubicBezTo>
                  <a:pt x="50127" y="87342"/>
                  <a:pt x="51098" y="86670"/>
                  <a:pt x="51595" y="86670"/>
                </a:cubicBezTo>
                <a:cubicBezTo>
                  <a:pt x="51605" y="86670"/>
                  <a:pt x="51616" y="86670"/>
                  <a:pt x="51626" y="86671"/>
                </a:cubicBezTo>
                <a:cubicBezTo>
                  <a:pt x="51809" y="86671"/>
                  <a:pt x="51961" y="86945"/>
                  <a:pt x="52113" y="87005"/>
                </a:cubicBezTo>
                <a:cubicBezTo>
                  <a:pt x="52536" y="87243"/>
                  <a:pt x="52936" y="87412"/>
                  <a:pt x="53413" y="87412"/>
                </a:cubicBezTo>
                <a:cubicBezTo>
                  <a:pt x="53484" y="87412"/>
                  <a:pt x="53557" y="87408"/>
                  <a:pt x="53632" y="87401"/>
                </a:cubicBezTo>
                <a:cubicBezTo>
                  <a:pt x="54666" y="87279"/>
                  <a:pt x="55122" y="86185"/>
                  <a:pt x="56003" y="86033"/>
                </a:cubicBezTo>
                <a:cubicBezTo>
                  <a:pt x="56092" y="86014"/>
                  <a:pt x="56174" y="86005"/>
                  <a:pt x="56250" y="86005"/>
                </a:cubicBezTo>
                <a:cubicBezTo>
                  <a:pt x="56903" y="86005"/>
                  <a:pt x="57131" y="86651"/>
                  <a:pt x="57675" y="87005"/>
                </a:cubicBezTo>
                <a:cubicBezTo>
                  <a:pt x="57979" y="87249"/>
                  <a:pt x="58283" y="87157"/>
                  <a:pt x="58587" y="87279"/>
                </a:cubicBezTo>
                <a:cubicBezTo>
                  <a:pt x="58891" y="87431"/>
                  <a:pt x="58982" y="87735"/>
                  <a:pt x="59225" y="87917"/>
                </a:cubicBezTo>
                <a:cubicBezTo>
                  <a:pt x="59438" y="88130"/>
                  <a:pt x="59438" y="88039"/>
                  <a:pt x="59712" y="88191"/>
                </a:cubicBezTo>
                <a:cubicBezTo>
                  <a:pt x="60068" y="88388"/>
                  <a:pt x="60241" y="88475"/>
                  <a:pt x="60350" y="88475"/>
                </a:cubicBezTo>
                <a:cubicBezTo>
                  <a:pt x="60511" y="88475"/>
                  <a:pt x="60534" y="88286"/>
                  <a:pt x="60806" y="87978"/>
                </a:cubicBezTo>
                <a:cubicBezTo>
                  <a:pt x="61072" y="87654"/>
                  <a:pt x="61279" y="87474"/>
                  <a:pt x="61516" y="87474"/>
                </a:cubicBezTo>
                <a:cubicBezTo>
                  <a:pt x="61658" y="87474"/>
                  <a:pt x="61810" y="87538"/>
                  <a:pt x="61991" y="87674"/>
                </a:cubicBezTo>
                <a:cubicBezTo>
                  <a:pt x="62234" y="87856"/>
                  <a:pt x="62295" y="88160"/>
                  <a:pt x="62538" y="88312"/>
                </a:cubicBezTo>
                <a:cubicBezTo>
                  <a:pt x="62762" y="88499"/>
                  <a:pt x="63134" y="88571"/>
                  <a:pt x="63486" y="88571"/>
                </a:cubicBezTo>
                <a:cubicBezTo>
                  <a:pt x="63709" y="88571"/>
                  <a:pt x="63924" y="88542"/>
                  <a:pt x="64089" y="88495"/>
                </a:cubicBezTo>
                <a:cubicBezTo>
                  <a:pt x="64063" y="88444"/>
                  <a:pt x="64337" y="88329"/>
                  <a:pt x="64408" y="88329"/>
                </a:cubicBezTo>
                <a:cubicBezTo>
                  <a:pt x="64422" y="88329"/>
                  <a:pt x="64428" y="88333"/>
                  <a:pt x="64423" y="88343"/>
                </a:cubicBezTo>
                <a:cubicBezTo>
                  <a:pt x="65274" y="89194"/>
                  <a:pt x="66095" y="90015"/>
                  <a:pt x="66855" y="90896"/>
                </a:cubicBezTo>
                <a:cubicBezTo>
                  <a:pt x="67250" y="91322"/>
                  <a:pt x="67645" y="91869"/>
                  <a:pt x="68162" y="92112"/>
                </a:cubicBezTo>
                <a:cubicBezTo>
                  <a:pt x="68861" y="92477"/>
                  <a:pt x="68526" y="94969"/>
                  <a:pt x="68496" y="95759"/>
                </a:cubicBezTo>
                <a:cubicBezTo>
                  <a:pt x="68405" y="97036"/>
                  <a:pt x="66855" y="97613"/>
                  <a:pt x="65973" y="98373"/>
                </a:cubicBezTo>
                <a:cubicBezTo>
                  <a:pt x="64544" y="99620"/>
                  <a:pt x="63237" y="101109"/>
                  <a:pt x="61961" y="102568"/>
                </a:cubicBezTo>
                <a:cubicBezTo>
                  <a:pt x="61019" y="103632"/>
                  <a:pt x="60016" y="104726"/>
                  <a:pt x="59377" y="106063"/>
                </a:cubicBezTo>
                <a:cubicBezTo>
                  <a:pt x="58982" y="106823"/>
                  <a:pt x="58769" y="107644"/>
                  <a:pt x="58465" y="108434"/>
                </a:cubicBezTo>
                <a:cubicBezTo>
                  <a:pt x="58192" y="109255"/>
                  <a:pt x="57827" y="109802"/>
                  <a:pt x="57310" y="110471"/>
                </a:cubicBezTo>
                <a:cubicBezTo>
                  <a:pt x="55699" y="112507"/>
                  <a:pt x="54727" y="115060"/>
                  <a:pt x="52386" y="116428"/>
                </a:cubicBezTo>
                <a:cubicBezTo>
                  <a:pt x="51687" y="116793"/>
                  <a:pt x="51201" y="117340"/>
                  <a:pt x="50532" y="117766"/>
                </a:cubicBezTo>
                <a:cubicBezTo>
                  <a:pt x="49316" y="118526"/>
                  <a:pt x="48769" y="120501"/>
                  <a:pt x="48313" y="121778"/>
                </a:cubicBezTo>
                <a:cubicBezTo>
                  <a:pt x="48100" y="122416"/>
                  <a:pt x="47705" y="123298"/>
                  <a:pt x="47857" y="124027"/>
                </a:cubicBezTo>
                <a:cubicBezTo>
                  <a:pt x="48009" y="124665"/>
                  <a:pt x="48556" y="124757"/>
                  <a:pt x="48951" y="125213"/>
                </a:cubicBezTo>
                <a:cubicBezTo>
                  <a:pt x="49803" y="126033"/>
                  <a:pt x="49711" y="128617"/>
                  <a:pt x="49377" y="129681"/>
                </a:cubicBezTo>
                <a:cubicBezTo>
                  <a:pt x="49517" y="129663"/>
                  <a:pt x="49678" y="129646"/>
                  <a:pt x="49830" y="129646"/>
                </a:cubicBezTo>
                <a:cubicBezTo>
                  <a:pt x="49941" y="129646"/>
                  <a:pt x="50047" y="129655"/>
                  <a:pt x="50137" y="129681"/>
                </a:cubicBezTo>
                <a:cubicBezTo>
                  <a:pt x="50259" y="128435"/>
                  <a:pt x="49955" y="125851"/>
                  <a:pt x="51231" y="125000"/>
                </a:cubicBezTo>
                <a:cubicBezTo>
                  <a:pt x="51534" y="124811"/>
                  <a:pt x="51817" y="124732"/>
                  <a:pt x="52083" y="124732"/>
                </a:cubicBezTo>
                <a:cubicBezTo>
                  <a:pt x="53016" y="124732"/>
                  <a:pt x="53726" y="125718"/>
                  <a:pt x="54271" y="126428"/>
                </a:cubicBezTo>
                <a:cubicBezTo>
                  <a:pt x="55395" y="127796"/>
                  <a:pt x="56307" y="129103"/>
                  <a:pt x="58070" y="129620"/>
                </a:cubicBezTo>
                <a:cubicBezTo>
                  <a:pt x="58209" y="129648"/>
                  <a:pt x="58339" y="129659"/>
                  <a:pt x="58464" y="129659"/>
                </a:cubicBezTo>
                <a:cubicBezTo>
                  <a:pt x="58751" y="129659"/>
                  <a:pt x="59011" y="129601"/>
                  <a:pt x="59286" y="129559"/>
                </a:cubicBezTo>
                <a:cubicBezTo>
                  <a:pt x="59350" y="129556"/>
                  <a:pt x="59415" y="129554"/>
                  <a:pt x="59480" y="129554"/>
                </a:cubicBezTo>
                <a:cubicBezTo>
                  <a:pt x="59999" y="129554"/>
                  <a:pt x="60539" y="129650"/>
                  <a:pt x="61079" y="129650"/>
                </a:cubicBezTo>
                <a:cubicBezTo>
                  <a:pt x="61335" y="129657"/>
                  <a:pt x="61591" y="129661"/>
                  <a:pt x="61848" y="129661"/>
                </a:cubicBezTo>
                <a:cubicBezTo>
                  <a:pt x="62787" y="129661"/>
                  <a:pt x="63736" y="129611"/>
                  <a:pt x="64666" y="129468"/>
                </a:cubicBezTo>
                <a:cubicBezTo>
                  <a:pt x="64879" y="129407"/>
                  <a:pt x="65122" y="129377"/>
                  <a:pt x="65304" y="129225"/>
                </a:cubicBezTo>
                <a:cubicBezTo>
                  <a:pt x="66794" y="128039"/>
                  <a:pt x="62447" y="127279"/>
                  <a:pt x="61961" y="127128"/>
                </a:cubicBezTo>
                <a:cubicBezTo>
                  <a:pt x="61262" y="126915"/>
                  <a:pt x="60897" y="126155"/>
                  <a:pt x="60441" y="125608"/>
                </a:cubicBezTo>
                <a:cubicBezTo>
                  <a:pt x="59894" y="124939"/>
                  <a:pt x="59438" y="124392"/>
                  <a:pt x="59073" y="123602"/>
                </a:cubicBezTo>
                <a:cubicBezTo>
                  <a:pt x="58678" y="122872"/>
                  <a:pt x="58161" y="122203"/>
                  <a:pt x="57888" y="121413"/>
                </a:cubicBezTo>
                <a:cubicBezTo>
                  <a:pt x="57432" y="120076"/>
                  <a:pt x="58222" y="118617"/>
                  <a:pt x="59073" y="117614"/>
                </a:cubicBezTo>
                <a:cubicBezTo>
                  <a:pt x="59560" y="116945"/>
                  <a:pt x="60107" y="116337"/>
                  <a:pt x="60654" y="115790"/>
                </a:cubicBezTo>
                <a:cubicBezTo>
                  <a:pt x="61930" y="114422"/>
                  <a:pt x="62994" y="112933"/>
                  <a:pt x="64423" y="111717"/>
                </a:cubicBezTo>
                <a:cubicBezTo>
                  <a:pt x="65943" y="110410"/>
                  <a:pt x="67341" y="109012"/>
                  <a:pt x="68739" y="107614"/>
                </a:cubicBezTo>
                <a:cubicBezTo>
                  <a:pt x="69560" y="106823"/>
                  <a:pt x="70532" y="106215"/>
                  <a:pt x="71323" y="105395"/>
                </a:cubicBezTo>
                <a:cubicBezTo>
                  <a:pt x="72052" y="104696"/>
                  <a:pt x="72478" y="103693"/>
                  <a:pt x="73086" y="102872"/>
                </a:cubicBezTo>
                <a:cubicBezTo>
                  <a:pt x="73390" y="102446"/>
                  <a:pt x="73663" y="102021"/>
                  <a:pt x="74089" y="101747"/>
                </a:cubicBezTo>
                <a:cubicBezTo>
                  <a:pt x="74302" y="102325"/>
                  <a:pt x="74849" y="102781"/>
                  <a:pt x="75092" y="103328"/>
                </a:cubicBezTo>
                <a:cubicBezTo>
                  <a:pt x="75760" y="104574"/>
                  <a:pt x="76247" y="105911"/>
                  <a:pt x="76885" y="107188"/>
                </a:cubicBezTo>
                <a:cubicBezTo>
                  <a:pt x="77432" y="108191"/>
                  <a:pt x="77919" y="109042"/>
                  <a:pt x="78587" y="109924"/>
                </a:cubicBezTo>
                <a:cubicBezTo>
                  <a:pt x="79864" y="111535"/>
                  <a:pt x="81293" y="113054"/>
                  <a:pt x="82752" y="114453"/>
                </a:cubicBezTo>
                <a:cubicBezTo>
                  <a:pt x="82934" y="114635"/>
                  <a:pt x="83147" y="114878"/>
                  <a:pt x="83420" y="115091"/>
                </a:cubicBezTo>
                <a:cubicBezTo>
                  <a:pt x="83420" y="116641"/>
                  <a:pt x="83572" y="118222"/>
                  <a:pt x="83755" y="119772"/>
                </a:cubicBezTo>
                <a:cubicBezTo>
                  <a:pt x="84028" y="121717"/>
                  <a:pt x="85062" y="125273"/>
                  <a:pt x="82356" y="126155"/>
                </a:cubicBezTo>
                <a:cubicBezTo>
                  <a:pt x="80563" y="126732"/>
                  <a:pt x="78830" y="127340"/>
                  <a:pt x="77037" y="127887"/>
                </a:cubicBezTo>
                <a:cubicBezTo>
                  <a:pt x="76733" y="128009"/>
                  <a:pt x="76399" y="128131"/>
                  <a:pt x="76277" y="128435"/>
                </a:cubicBezTo>
                <a:cubicBezTo>
                  <a:pt x="76156" y="128769"/>
                  <a:pt x="76399" y="129103"/>
                  <a:pt x="76642" y="129316"/>
                </a:cubicBezTo>
                <a:cubicBezTo>
                  <a:pt x="76946" y="129468"/>
                  <a:pt x="77341" y="129498"/>
                  <a:pt x="77675" y="129498"/>
                </a:cubicBezTo>
                <a:cubicBezTo>
                  <a:pt x="79408" y="129559"/>
                  <a:pt x="81049" y="129620"/>
                  <a:pt x="82782" y="129681"/>
                </a:cubicBezTo>
                <a:cubicBezTo>
                  <a:pt x="83347" y="129697"/>
                  <a:pt x="83903" y="129723"/>
                  <a:pt x="84455" y="129723"/>
                </a:cubicBezTo>
                <a:cubicBezTo>
                  <a:pt x="84913" y="129723"/>
                  <a:pt x="85367" y="129705"/>
                  <a:pt x="85821" y="129650"/>
                </a:cubicBezTo>
                <a:cubicBezTo>
                  <a:pt x="87645" y="129468"/>
                  <a:pt x="89074" y="128860"/>
                  <a:pt x="90746" y="128191"/>
                </a:cubicBezTo>
                <a:cubicBezTo>
                  <a:pt x="90989" y="128465"/>
                  <a:pt x="91141" y="128769"/>
                  <a:pt x="91171" y="129103"/>
                </a:cubicBezTo>
                <a:cubicBezTo>
                  <a:pt x="92174" y="129164"/>
                  <a:pt x="93177" y="129164"/>
                  <a:pt x="94180" y="129194"/>
                </a:cubicBezTo>
                <a:cubicBezTo>
                  <a:pt x="94271" y="129194"/>
                  <a:pt x="94393" y="129194"/>
                  <a:pt x="94484" y="129103"/>
                </a:cubicBezTo>
                <a:cubicBezTo>
                  <a:pt x="94488" y="129096"/>
                  <a:pt x="94498" y="129093"/>
                  <a:pt x="94513" y="129093"/>
                </a:cubicBezTo>
                <a:cubicBezTo>
                  <a:pt x="94815" y="129093"/>
                  <a:pt x="97260" y="130539"/>
                  <a:pt x="97463" y="130684"/>
                </a:cubicBezTo>
                <a:cubicBezTo>
                  <a:pt x="98496" y="131383"/>
                  <a:pt x="99591" y="131991"/>
                  <a:pt x="100807" y="132356"/>
                </a:cubicBezTo>
                <a:cubicBezTo>
                  <a:pt x="101459" y="132526"/>
                  <a:pt x="102135" y="132618"/>
                  <a:pt x="102806" y="132618"/>
                </a:cubicBezTo>
                <a:cubicBezTo>
                  <a:pt x="103449" y="132618"/>
                  <a:pt x="104088" y="132534"/>
                  <a:pt x="104697" y="132356"/>
                </a:cubicBezTo>
                <a:cubicBezTo>
                  <a:pt x="105670" y="132052"/>
                  <a:pt x="106703" y="131474"/>
                  <a:pt x="106369" y="130319"/>
                </a:cubicBezTo>
                <a:cubicBezTo>
                  <a:pt x="106278" y="130076"/>
                  <a:pt x="106065" y="129863"/>
                  <a:pt x="105883" y="129650"/>
                </a:cubicBezTo>
                <a:cubicBezTo>
                  <a:pt x="105001" y="128769"/>
                  <a:pt x="104089" y="127887"/>
                  <a:pt x="103208" y="127036"/>
                </a:cubicBezTo>
                <a:cubicBezTo>
                  <a:pt x="102022" y="125851"/>
                  <a:pt x="100624" y="125061"/>
                  <a:pt x="99348" y="124027"/>
                </a:cubicBezTo>
                <a:cubicBezTo>
                  <a:pt x="95609" y="120957"/>
                  <a:pt x="98740" y="116124"/>
                  <a:pt x="97129" y="112203"/>
                </a:cubicBezTo>
                <a:cubicBezTo>
                  <a:pt x="96794" y="111383"/>
                  <a:pt x="96308" y="110653"/>
                  <a:pt x="96004" y="109802"/>
                </a:cubicBezTo>
                <a:cubicBezTo>
                  <a:pt x="95578" y="108677"/>
                  <a:pt x="95548" y="107614"/>
                  <a:pt x="95730" y="106580"/>
                </a:cubicBezTo>
                <a:cubicBezTo>
                  <a:pt x="96034" y="104848"/>
                  <a:pt x="96946" y="103115"/>
                  <a:pt x="97281" y="101291"/>
                </a:cubicBezTo>
                <a:cubicBezTo>
                  <a:pt x="97463" y="100349"/>
                  <a:pt x="97463" y="99407"/>
                  <a:pt x="97585" y="98464"/>
                </a:cubicBezTo>
                <a:cubicBezTo>
                  <a:pt x="97980" y="95668"/>
                  <a:pt x="99378" y="93145"/>
                  <a:pt x="100867" y="90744"/>
                </a:cubicBezTo>
                <a:cubicBezTo>
                  <a:pt x="101840" y="89133"/>
                  <a:pt x="102904" y="87552"/>
                  <a:pt x="103998" y="86033"/>
                </a:cubicBezTo>
                <a:cubicBezTo>
                  <a:pt x="104424" y="85455"/>
                  <a:pt x="105032" y="84938"/>
                  <a:pt x="105366" y="84270"/>
                </a:cubicBezTo>
                <a:cubicBezTo>
                  <a:pt x="105731" y="83631"/>
                  <a:pt x="105791" y="83145"/>
                  <a:pt x="106430" y="82598"/>
                </a:cubicBezTo>
                <a:cubicBezTo>
                  <a:pt x="106795" y="83631"/>
                  <a:pt x="107007" y="84665"/>
                  <a:pt x="107281" y="85698"/>
                </a:cubicBezTo>
                <a:cubicBezTo>
                  <a:pt x="107402" y="86093"/>
                  <a:pt x="107463" y="86519"/>
                  <a:pt x="107585" y="86945"/>
                </a:cubicBezTo>
                <a:cubicBezTo>
                  <a:pt x="107494" y="89346"/>
                  <a:pt x="107919" y="91777"/>
                  <a:pt x="108071" y="94148"/>
                </a:cubicBezTo>
                <a:cubicBezTo>
                  <a:pt x="108223" y="96671"/>
                  <a:pt x="108649" y="99012"/>
                  <a:pt x="109743" y="101291"/>
                </a:cubicBezTo>
                <a:cubicBezTo>
                  <a:pt x="112448" y="106884"/>
                  <a:pt x="115336" y="112659"/>
                  <a:pt x="120169" y="116580"/>
                </a:cubicBezTo>
                <a:cubicBezTo>
                  <a:pt x="122539" y="118526"/>
                  <a:pt x="125427" y="119985"/>
                  <a:pt x="127068" y="122629"/>
                </a:cubicBezTo>
                <a:lnTo>
                  <a:pt x="127068" y="122659"/>
                </a:lnTo>
                <a:cubicBezTo>
                  <a:pt x="127372" y="123176"/>
                  <a:pt x="127676" y="123754"/>
                  <a:pt x="128223" y="124058"/>
                </a:cubicBezTo>
                <a:cubicBezTo>
                  <a:pt x="128363" y="124141"/>
                  <a:pt x="128516" y="124178"/>
                  <a:pt x="128680" y="124178"/>
                </a:cubicBezTo>
                <a:cubicBezTo>
                  <a:pt x="130145" y="124178"/>
                  <a:pt x="132436" y="121190"/>
                  <a:pt x="132784" y="121190"/>
                </a:cubicBezTo>
                <a:cubicBezTo>
                  <a:pt x="132796" y="121190"/>
                  <a:pt x="132806" y="121193"/>
                  <a:pt x="132813" y="121200"/>
                </a:cubicBezTo>
                <a:cubicBezTo>
                  <a:pt x="133391" y="121808"/>
                  <a:pt x="132813" y="122781"/>
                  <a:pt x="132175" y="123267"/>
                </a:cubicBezTo>
                <a:cubicBezTo>
                  <a:pt x="131476" y="123754"/>
                  <a:pt x="130442" y="124027"/>
                  <a:pt x="129956" y="124757"/>
                </a:cubicBezTo>
                <a:cubicBezTo>
                  <a:pt x="129135" y="125912"/>
                  <a:pt x="130412" y="126428"/>
                  <a:pt x="131415" y="126520"/>
                </a:cubicBezTo>
                <a:cubicBezTo>
                  <a:pt x="131772" y="126558"/>
                  <a:pt x="132130" y="126578"/>
                  <a:pt x="132487" y="126578"/>
                </a:cubicBezTo>
                <a:cubicBezTo>
                  <a:pt x="134920" y="126578"/>
                  <a:pt x="137267" y="125646"/>
                  <a:pt x="138619" y="123419"/>
                </a:cubicBezTo>
                <a:cubicBezTo>
                  <a:pt x="139409" y="122082"/>
                  <a:pt x="140108" y="120532"/>
                  <a:pt x="140716" y="119073"/>
                </a:cubicBezTo>
                <a:cubicBezTo>
                  <a:pt x="140747" y="119012"/>
                  <a:pt x="140747" y="118921"/>
                  <a:pt x="140838" y="118890"/>
                </a:cubicBezTo>
                <a:cubicBezTo>
                  <a:pt x="140868" y="118860"/>
                  <a:pt x="140929" y="118830"/>
                  <a:pt x="141020" y="118830"/>
                </a:cubicBezTo>
                <a:cubicBezTo>
                  <a:pt x="141294" y="118769"/>
                  <a:pt x="141506" y="118738"/>
                  <a:pt x="141780" y="118738"/>
                </a:cubicBezTo>
                <a:cubicBezTo>
                  <a:pt x="141780" y="118313"/>
                  <a:pt x="142206" y="117826"/>
                  <a:pt x="142357" y="117401"/>
                </a:cubicBezTo>
                <a:cubicBezTo>
                  <a:pt x="142509" y="116884"/>
                  <a:pt x="142601" y="116307"/>
                  <a:pt x="142601" y="115790"/>
                </a:cubicBezTo>
                <a:cubicBezTo>
                  <a:pt x="142601" y="114787"/>
                  <a:pt x="142266" y="113753"/>
                  <a:pt x="141476" y="113146"/>
                </a:cubicBezTo>
                <a:cubicBezTo>
                  <a:pt x="140625" y="112507"/>
                  <a:pt x="139196" y="112021"/>
                  <a:pt x="138132" y="112021"/>
                </a:cubicBezTo>
                <a:cubicBezTo>
                  <a:pt x="138163" y="111626"/>
                  <a:pt x="137859" y="111291"/>
                  <a:pt x="137707" y="110957"/>
                </a:cubicBezTo>
                <a:cubicBezTo>
                  <a:pt x="137585" y="110714"/>
                  <a:pt x="137525" y="110471"/>
                  <a:pt x="137373" y="110258"/>
                </a:cubicBezTo>
                <a:cubicBezTo>
                  <a:pt x="136977" y="109893"/>
                  <a:pt x="136461" y="110015"/>
                  <a:pt x="135974" y="109954"/>
                </a:cubicBezTo>
                <a:cubicBezTo>
                  <a:pt x="135397" y="109924"/>
                  <a:pt x="134759" y="109893"/>
                  <a:pt x="134211" y="109772"/>
                </a:cubicBezTo>
                <a:cubicBezTo>
                  <a:pt x="133999" y="109741"/>
                  <a:pt x="133756" y="109650"/>
                  <a:pt x="133604" y="109498"/>
                </a:cubicBezTo>
                <a:cubicBezTo>
                  <a:pt x="133421" y="109346"/>
                  <a:pt x="133269" y="109103"/>
                  <a:pt x="133148" y="108860"/>
                </a:cubicBezTo>
                <a:cubicBezTo>
                  <a:pt x="131901" y="106398"/>
                  <a:pt x="129956" y="104422"/>
                  <a:pt x="127920" y="102629"/>
                </a:cubicBezTo>
                <a:cubicBezTo>
                  <a:pt x="126947" y="101808"/>
                  <a:pt x="125883" y="101200"/>
                  <a:pt x="124971" y="100349"/>
                </a:cubicBezTo>
                <a:cubicBezTo>
                  <a:pt x="123968" y="99407"/>
                  <a:pt x="122813" y="98404"/>
                  <a:pt x="121415" y="98252"/>
                </a:cubicBezTo>
                <a:lnTo>
                  <a:pt x="121749" y="97461"/>
                </a:lnTo>
                <a:cubicBezTo>
                  <a:pt x="121780" y="97340"/>
                  <a:pt x="121840" y="97127"/>
                  <a:pt x="121719" y="97097"/>
                </a:cubicBezTo>
                <a:cubicBezTo>
                  <a:pt x="121673" y="97066"/>
                  <a:pt x="121628" y="97066"/>
                  <a:pt x="121582" y="97066"/>
                </a:cubicBezTo>
                <a:cubicBezTo>
                  <a:pt x="121536" y="97066"/>
                  <a:pt x="121491" y="97066"/>
                  <a:pt x="121445" y="97036"/>
                </a:cubicBezTo>
                <a:cubicBezTo>
                  <a:pt x="121324" y="97006"/>
                  <a:pt x="121293" y="96854"/>
                  <a:pt x="121293" y="96702"/>
                </a:cubicBezTo>
                <a:cubicBezTo>
                  <a:pt x="121232" y="94908"/>
                  <a:pt x="121172" y="93145"/>
                  <a:pt x="121172" y="91322"/>
                </a:cubicBezTo>
                <a:lnTo>
                  <a:pt x="121172" y="90440"/>
                </a:lnTo>
                <a:lnTo>
                  <a:pt x="121172" y="88373"/>
                </a:lnTo>
                <a:cubicBezTo>
                  <a:pt x="121172" y="87279"/>
                  <a:pt x="121111" y="86185"/>
                  <a:pt x="120989" y="85030"/>
                </a:cubicBezTo>
                <a:cubicBezTo>
                  <a:pt x="120959" y="83753"/>
                  <a:pt x="120959" y="82446"/>
                  <a:pt x="120959" y="81200"/>
                </a:cubicBezTo>
                <a:cubicBezTo>
                  <a:pt x="121020" y="78647"/>
                  <a:pt x="121384" y="76367"/>
                  <a:pt x="121080" y="73874"/>
                </a:cubicBezTo>
                <a:cubicBezTo>
                  <a:pt x="120959" y="72841"/>
                  <a:pt x="121232" y="71808"/>
                  <a:pt x="121263" y="70805"/>
                </a:cubicBezTo>
                <a:cubicBezTo>
                  <a:pt x="121263" y="68890"/>
                  <a:pt x="120777" y="67947"/>
                  <a:pt x="119956" y="66397"/>
                </a:cubicBezTo>
                <a:cubicBezTo>
                  <a:pt x="120321" y="65972"/>
                  <a:pt x="120716" y="65637"/>
                  <a:pt x="121263" y="65546"/>
                </a:cubicBezTo>
                <a:cubicBezTo>
                  <a:pt x="121688" y="65485"/>
                  <a:pt x="122175" y="65546"/>
                  <a:pt x="122388" y="65212"/>
                </a:cubicBezTo>
                <a:cubicBezTo>
                  <a:pt x="122539" y="64969"/>
                  <a:pt x="122509" y="64725"/>
                  <a:pt x="122509" y="64452"/>
                </a:cubicBezTo>
                <a:cubicBezTo>
                  <a:pt x="122327" y="62750"/>
                  <a:pt x="122144" y="61321"/>
                  <a:pt x="121536" y="59741"/>
                </a:cubicBezTo>
                <a:cubicBezTo>
                  <a:pt x="121172" y="58829"/>
                  <a:pt x="120989" y="57826"/>
                  <a:pt x="120685" y="56914"/>
                </a:cubicBezTo>
                <a:cubicBezTo>
                  <a:pt x="120473" y="56154"/>
                  <a:pt x="119804" y="55029"/>
                  <a:pt x="119804" y="54239"/>
                </a:cubicBezTo>
                <a:cubicBezTo>
                  <a:pt x="119287" y="52750"/>
                  <a:pt x="118710" y="51260"/>
                  <a:pt x="118345" y="49740"/>
                </a:cubicBezTo>
                <a:cubicBezTo>
                  <a:pt x="118102" y="48768"/>
                  <a:pt x="117950" y="47765"/>
                  <a:pt x="117980" y="46731"/>
                </a:cubicBezTo>
                <a:cubicBezTo>
                  <a:pt x="118071" y="45211"/>
                  <a:pt x="118497" y="43783"/>
                  <a:pt x="118558" y="42263"/>
                </a:cubicBezTo>
                <a:cubicBezTo>
                  <a:pt x="118588" y="40743"/>
                  <a:pt x="118284" y="40105"/>
                  <a:pt x="119166" y="38676"/>
                </a:cubicBezTo>
                <a:cubicBezTo>
                  <a:pt x="120351" y="36761"/>
                  <a:pt x="121901" y="34938"/>
                  <a:pt x="122357" y="32719"/>
                </a:cubicBezTo>
                <a:cubicBezTo>
                  <a:pt x="122448" y="32263"/>
                  <a:pt x="122388" y="31837"/>
                  <a:pt x="122509" y="31381"/>
                </a:cubicBezTo>
                <a:cubicBezTo>
                  <a:pt x="122631" y="30926"/>
                  <a:pt x="122783" y="30439"/>
                  <a:pt x="122935" y="29983"/>
                </a:cubicBezTo>
                <a:cubicBezTo>
                  <a:pt x="123239" y="29041"/>
                  <a:pt x="123603" y="28129"/>
                  <a:pt x="124150" y="27248"/>
                </a:cubicBezTo>
                <a:cubicBezTo>
                  <a:pt x="124606" y="26488"/>
                  <a:pt x="125214" y="25819"/>
                  <a:pt x="125701" y="25059"/>
                </a:cubicBezTo>
                <a:cubicBezTo>
                  <a:pt x="126035" y="24512"/>
                  <a:pt x="126400" y="23904"/>
                  <a:pt x="126704" y="23327"/>
                </a:cubicBezTo>
                <a:cubicBezTo>
                  <a:pt x="127160" y="22536"/>
                  <a:pt x="127555" y="21716"/>
                  <a:pt x="128011" y="20895"/>
                </a:cubicBezTo>
                <a:cubicBezTo>
                  <a:pt x="129014" y="19132"/>
                  <a:pt x="129591" y="17187"/>
                  <a:pt x="130898" y="15576"/>
                </a:cubicBezTo>
                <a:cubicBezTo>
                  <a:pt x="131597" y="14755"/>
                  <a:pt x="132327" y="14026"/>
                  <a:pt x="132935" y="13144"/>
                </a:cubicBezTo>
                <a:cubicBezTo>
                  <a:pt x="133269" y="12658"/>
                  <a:pt x="133695" y="12232"/>
                  <a:pt x="134029" y="11746"/>
                </a:cubicBezTo>
                <a:cubicBezTo>
                  <a:pt x="134363" y="11260"/>
                  <a:pt x="134698" y="10712"/>
                  <a:pt x="135002" y="10196"/>
                </a:cubicBezTo>
                <a:cubicBezTo>
                  <a:pt x="135659" y="9150"/>
                  <a:pt x="136140" y="8075"/>
                  <a:pt x="136647" y="6941"/>
                </a:cubicBezTo>
                <a:lnTo>
                  <a:pt x="136647" y="6941"/>
                </a:lnTo>
                <a:cubicBezTo>
                  <a:pt x="136533" y="7229"/>
                  <a:pt x="136620" y="7538"/>
                  <a:pt x="136734" y="7794"/>
                </a:cubicBezTo>
                <a:cubicBezTo>
                  <a:pt x="136825" y="8098"/>
                  <a:pt x="136977" y="8372"/>
                  <a:pt x="137038" y="8706"/>
                </a:cubicBezTo>
                <a:cubicBezTo>
                  <a:pt x="137099" y="9497"/>
                  <a:pt x="136430" y="10226"/>
                  <a:pt x="136643" y="10986"/>
                </a:cubicBezTo>
                <a:cubicBezTo>
                  <a:pt x="136689" y="11014"/>
                  <a:pt x="136735" y="11025"/>
                  <a:pt x="136781" y="11025"/>
                </a:cubicBezTo>
                <a:cubicBezTo>
                  <a:pt x="136885" y="11025"/>
                  <a:pt x="136984" y="10968"/>
                  <a:pt x="137069" y="10925"/>
                </a:cubicBezTo>
                <a:cubicBezTo>
                  <a:pt x="137889" y="10378"/>
                  <a:pt x="138467" y="9436"/>
                  <a:pt x="138497" y="8433"/>
                </a:cubicBezTo>
                <a:cubicBezTo>
                  <a:pt x="138497" y="8038"/>
                  <a:pt x="138467" y="7612"/>
                  <a:pt x="138710" y="7278"/>
                </a:cubicBezTo>
                <a:cubicBezTo>
                  <a:pt x="138862" y="7035"/>
                  <a:pt x="139105" y="6883"/>
                  <a:pt x="139348" y="6700"/>
                </a:cubicBezTo>
                <a:cubicBezTo>
                  <a:pt x="139561" y="6518"/>
                  <a:pt x="139713" y="6305"/>
                  <a:pt x="139865" y="6062"/>
                </a:cubicBezTo>
                <a:cubicBezTo>
                  <a:pt x="139945" y="5928"/>
                  <a:pt x="140049" y="5747"/>
                  <a:pt x="140197" y="5747"/>
                </a:cubicBezTo>
                <a:cubicBezTo>
                  <a:pt x="140217" y="5747"/>
                  <a:pt x="140238" y="5751"/>
                  <a:pt x="140260" y="5758"/>
                </a:cubicBezTo>
                <a:cubicBezTo>
                  <a:pt x="140321" y="5758"/>
                  <a:pt x="140382" y="5788"/>
                  <a:pt x="140412" y="5819"/>
                </a:cubicBezTo>
                <a:cubicBezTo>
                  <a:pt x="140990" y="6214"/>
                  <a:pt x="141902" y="6609"/>
                  <a:pt x="142266" y="7278"/>
                </a:cubicBezTo>
                <a:cubicBezTo>
                  <a:pt x="142418" y="7521"/>
                  <a:pt x="142570" y="7825"/>
                  <a:pt x="142692" y="8129"/>
                </a:cubicBezTo>
                <a:cubicBezTo>
                  <a:pt x="142844" y="8494"/>
                  <a:pt x="142905" y="8828"/>
                  <a:pt x="143117" y="9132"/>
                </a:cubicBezTo>
                <a:cubicBezTo>
                  <a:pt x="143573" y="10044"/>
                  <a:pt x="144364" y="10682"/>
                  <a:pt x="145154" y="11290"/>
                </a:cubicBezTo>
                <a:cubicBezTo>
                  <a:pt x="145293" y="11401"/>
                  <a:pt x="145456" y="11537"/>
                  <a:pt x="145669" y="11537"/>
                </a:cubicBezTo>
                <a:cubicBezTo>
                  <a:pt x="145689" y="11537"/>
                  <a:pt x="145710" y="11536"/>
                  <a:pt x="145731" y="11533"/>
                </a:cubicBezTo>
                <a:cubicBezTo>
                  <a:pt x="146005" y="11472"/>
                  <a:pt x="146096" y="11108"/>
                  <a:pt x="146005" y="10864"/>
                </a:cubicBezTo>
                <a:cubicBezTo>
                  <a:pt x="145914" y="10621"/>
                  <a:pt x="145701" y="10469"/>
                  <a:pt x="145488" y="10257"/>
                </a:cubicBezTo>
                <a:cubicBezTo>
                  <a:pt x="144850" y="9649"/>
                  <a:pt x="144394" y="8828"/>
                  <a:pt x="144212" y="7946"/>
                </a:cubicBezTo>
                <a:lnTo>
                  <a:pt x="144212" y="7946"/>
                </a:lnTo>
                <a:cubicBezTo>
                  <a:pt x="144221" y="7949"/>
                  <a:pt x="144228" y="7950"/>
                  <a:pt x="144234" y="7950"/>
                </a:cubicBezTo>
                <a:cubicBezTo>
                  <a:pt x="144297" y="7950"/>
                  <a:pt x="144157" y="7821"/>
                  <a:pt x="144219" y="7821"/>
                </a:cubicBezTo>
                <a:cubicBezTo>
                  <a:pt x="144225" y="7821"/>
                  <a:pt x="144233" y="7823"/>
                  <a:pt x="144242" y="7825"/>
                </a:cubicBezTo>
                <a:cubicBezTo>
                  <a:pt x="144789" y="8281"/>
                  <a:pt x="145427" y="8585"/>
                  <a:pt x="146096" y="8798"/>
                </a:cubicBezTo>
                <a:cubicBezTo>
                  <a:pt x="146230" y="8831"/>
                  <a:pt x="146381" y="8855"/>
                  <a:pt x="146521" y="8855"/>
                </a:cubicBezTo>
                <a:cubicBezTo>
                  <a:pt x="146636" y="8855"/>
                  <a:pt x="146743" y="8839"/>
                  <a:pt x="146826" y="8798"/>
                </a:cubicBezTo>
                <a:cubicBezTo>
                  <a:pt x="147069" y="8676"/>
                  <a:pt x="147130" y="8281"/>
                  <a:pt x="146917" y="8190"/>
                </a:cubicBezTo>
                <a:lnTo>
                  <a:pt x="146917" y="8190"/>
                </a:lnTo>
                <a:cubicBezTo>
                  <a:pt x="147373" y="8250"/>
                  <a:pt x="147768" y="8342"/>
                  <a:pt x="148224" y="8402"/>
                </a:cubicBezTo>
                <a:cubicBezTo>
                  <a:pt x="148287" y="8415"/>
                  <a:pt x="148360" y="8422"/>
                  <a:pt x="148435" y="8422"/>
                </a:cubicBezTo>
                <a:cubicBezTo>
                  <a:pt x="148542" y="8422"/>
                  <a:pt x="148652" y="8408"/>
                  <a:pt x="148741" y="8372"/>
                </a:cubicBezTo>
                <a:cubicBezTo>
                  <a:pt x="148923" y="8250"/>
                  <a:pt x="148893" y="7886"/>
                  <a:pt x="148649" y="7734"/>
                </a:cubicBezTo>
                <a:cubicBezTo>
                  <a:pt x="148467" y="7582"/>
                  <a:pt x="148163" y="7551"/>
                  <a:pt x="147950" y="7460"/>
                </a:cubicBezTo>
                <a:cubicBezTo>
                  <a:pt x="147738" y="7430"/>
                  <a:pt x="146917" y="7247"/>
                  <a:pt x="146886" y="7004"/>
                </a:cubicBezTo>
                <a:cubicBezTo>
                  <a:pt x="146795" y="6579"/>
                  <a:pt x="147342" y="6822"/>
                  <a:pt x="147525" y="6670"/>
                </a:cubicBezTo>
                <a:cubicBezTo>
                  <a:pt x="147677" y="6548"/>
                  <a:pt x="147586" y="6305"/>
                  <a:pt x="147434" y="6184"/>
                </a:cubicBezTo>
                <a:cubicBezTo>
                  <a:pt x="147282" y="6032"/>
                  <a:pt x="147099" y="6001"/>
                  <a:pt x="146947" y="5940"/>
                </a:cubicBezTo>
                <a:cubicBezTo>
                  <a:pt x="146339" y="5728"/>
                  <a:pt x="145883" y="5150"/>
                  <a:pt x="145367" y="4725"/>
                </a:cubicBezTo>
                <a:cubicBezTo>
                  <a:pt x="145123" y="4542"/>
                  <a:pt x="144850" y="4421"/>
                  <a:pt x="144607" y="4269"/>
                </a:cubicBezTo>
                <a:cubicBezTo>
                  <a:pt x="143908" y="3904"/>
                  <a:pt x="143239" y="3448"/>
                  <a:pt x="142509" y="3083"/>
                </a:cubicBezTo>
                <a:cubicBezTo>
                  <a:pt x="141902" y="2840"/>
                  <a:pt x="141263" y="2718"/>
                  <a:pt x="140686" y="2323"/>
                </a:cubicBezTo>
                <a:cubicBezTo>
                  <a:pt x="140230" y="2019"/>
                  <a:pt x="139804" y="1655"/>
                  <a:pt x="139318" y="1411"/>
                </a:cubicBezTo>
                <a:cubicBezTo>
                  <a:pt x="138832" y="1199"/>
                  <a:pt x="138254" y="1077"/>
                  <a:pt x="137707" y="1016"/>
                </a:cubicBezTo>
                <a:cubicBezTo>
                  <a:pt x="137479" y="986"/>
                  <a:pt x="137251" y="963"/>
                  <a:pt x="137031" y="963"/>
                </a:cubicBezTo>
                <a:cubicBezTo>
                  <a:pt x="136810" y="963"/>
                  <a:pt x="136598" y="986"/>
                  <a:pt x="136400" y="1047"/>
                </a:cubicBezTo>
                <a:cubicBezTo>
                  <a:pt x="136005" y="1168"/>
                  <a:pt x="135670" y="1381"/>
                  <a:pt x="135366" y="1624"/>
                </a:cubicBezTo>
                <a:cubicBezTo>
                  <a:pt x="134819" y="1989"/>
                  <a:pt x="134272" y="2414"/>
                  <a:pt x="133816" y="2901"/>
                </a:cubicBezTo>
                <a:cubicBezTo>
                  <a:pt x="133208" y="3539"/>
                  <a:pt x="132752" y="4299"/>
                  <a:pt x="132175" y="4968"/>
                </a:cubicBezTo>
                <a:cubicBezTo>
                  <a:pt x="131445" y="5758"/>
                  <a:pt x="130534" y="6366"/>
                  <a:pt x="129804" y="7156"/>
                </a:cubicBezTo>
                <a:cubicBezTo>
                  <a:pt x="129348" y="7643"/>
                  <a:pt x="128983" y="8220"/>
                  <a:pt x="128527" y="8706"/>
                </a:cubicBezTo>
                <a:cubicBezTo>
                  <a:pt x="128072" y="9223"/>
                  <a:pt x="127464" y="9436"/>
                  <a:pt x="127068" y="10013"/>
                </a:cubicBezTo>
                <a:cubicBezTo>
                  <a:pt x="126916" y="10196"/>
                  <a:pt x="126856" y="10439"/>
                  <a:pt x="126734" y="10652"/>
                </a:cubicBezTo>
                <a:cubicBezTo>
                  <a:pt x="126521" y="11077"/>
                  <a:pt x="126217" y="11442"/>
                  <a:pt x="125913" y="11807"/>
                </a:cubicBezTo>
                <a:cubicBezTo>
                  <a:pt x="125154" y="12719"/>
                  <a:pt x="124394" y="13661"/>
                  <a:pt x="123421" y="14390"/>
                </a:cubicBezTo>
                <a:cubicBezTo>
                  <a:pt x="123178" y="14573"/>
                  <a:pt x="122904" y="14755"/>
                  <a:pt x="122661" y="14998"/>
                </a:cubicBezTo>
                <a:cubicBezTo>
                  <a:pt x="122327" y="15363"/>
                  <a:pt x="121901" y="16062"/>
                  <a:pt x="121415" y="16214"/>
                </a:cubicBezTo>
                <a:cubicBezTo>
                  <a:pt x="121445" y="15971"/>
                  <a:pt x="121415" y="15789"/>
                  <a:pt x="121445" y="15545"/>
                </a:cubicBezTo>
                <a:cubicBezTo>
                  <a:pt x="121496" y="15393"/>
                  <a:pt x="121632" y="15220"/>
                  <a:pt x="121763" y="15220"/>
                </a:cubicBezTo>
                <a:cubicBezTo>
                  <a:pt x="121789" y="15220"/>
                  <a:pt x="121815" y="15226"/>
                  <a:pt x="121840" y="15241"/>
                </a:cubicBezTo>
                <a:cubicBezTo>
                  <a:pt x="122053" y="14755"/>
                  <a:pt x="122266" y="14238"/>
                  <a:pt x="122357" y="13691"/>
                </a:cubicBezTo>
                <a:cubicBezTo>
                  <a:pt x="122448" y="13418"/>
                  <a:pt x="122479" y="13175"/>
                  <a:pt x="122418" y="12931"/>
                </a:cubicBezTo>
                <a:cubicBezTo>
                  <a:pt x="122327" y="12719"/>
                  <a:pt x="122175" y="12506"/>
                  <a:pt x="122266" y="12293"/>
                </a:cubicBezTo>
                <a:cubicBezTo>
                  <a:pt x="122296" y="12171"/>
                  <a:pt x="122357" y="12111"/>
                  <a:pt x="122418" y="12019"/>
                </a:cubicBezTo>
                <a:cubicBezTo>
                  <a:pt x="122479" y="11898"/>
                  <a:pt x="122479" y="11746"/>
                  <a:pt x="122509" y="11594"/>
                </a:cubicBezTo>
                <a:cubicBezTo>
                  <a:pt x="122600" y="10469"/>
                  <a:pt x="122205" y="9527"/>
                  <a:pt x="121719" y="8524"/>
                </a:cubicBezTo>
                <a:cubicBezTo>
                  <a:pt x="121293" y="7703"/>
                  <a:pt x="121141" y="6883"/>
                  <a:pt x="120290" y="6366"/>
                </a:cubicBezTo>
                <a:cubicBezTo>
                  <a:pt x="119895" y="6123"/>
                  <a:pt x="119439" y="5971"/>
                  <a:pt x="119074" y="5819"/>
                </a:cubicBezTo>
                <a:cubicBezTo>
                  <a:pt x="118618" y="5636"/>
                  <a:pt x="118193" y="5424"/>
                  <a:pt x="117767" y="5180"/>
                </a:cubicBezTo>
                <a:cubicBezTo>
                  <a:pt x="116795" y="4725"/>
                  <a:pt x="115731" y="4421"/>
                  <a:pt x="114606" y="4299"/>
                </a:cubicBezTo>
                <a:cubicBezTo>
                  <a:pt x="114363" y="4269"/>
                  <a:pt x="114059" y="4238"/>
                  <a:pt x="113786" y="4238"/>
                </a:cubicBezTo>
                <a:cubicBezTo>
                  <a:pt x="113603" y="4238"/>
                  <a:pt x="113451" y="4360"/>
                  <a:pt x="113299" y="4360"/>
                </a:cubicBezTo>
                <a:cubicBezTo>
                  <a:pt x="113217" y="4360"/>
                  <a:pt x="112298" y="4138"/>
                  <a:pt x="112137" y="4138"/>
                </a:cubicBezTo>
                <a:cubicBezTo>
                  <a:pt x="112119" y="4138"/>
                  <a:pt x="112111" y="4141"/>
                  <a:pt x="112114" y="4147"/>
                </a:cubicBezTo>
                <a:lnTo>
                  <a:pt x="112114" y="4147"/>
                </a:lnTo>
                <a:cubicBezTo>
                  <a:pt x="112083" y="4086"/>
                  <a:pt x="112114" y="3995"/>
                  <a:pt x="112144" y="3934"/>
                </a:cubicBezTo>
                <a:cubicBezTo>
                  <a:pt x="111992" y="3904"/>
                  <a:pt x="111840" y="3904"/>
                  <a:pt x="111688" y="3904"/>
                </a:cubicBezTo>
                <a:cubicBezTo>
                  <a:pt x="110807" y="3934"/>
                  <a:pt x="109895" y="3995"/>
                  <a:pt x="109105" y="4421"/>
                </a:cubicBezTo>
                <a:cubicBezTo>
                  <a:pt x="108527" y="4725"/>
                  <a:pt x="108010" y="5302"/>
                  <a:pt x="107889" y="5971"/>
                </a:cubicBezTo>
                <a:cubicBezTo>
                  <a:pt x="107828" y="6336"/>
                  <a:pt x="108010" y="6579"/>
                  <a:pt x="107980" y="6943"/>
                </a:cubicBezTo>
                <a:cubicBezTo>
                  <a:pt x="107980" y="7156"/>
                  <a:pt x="107767" y="7399"/>
                  <a:pt x="107676" y="7551"/>
                </a:cubicBezTo>
                <a:cubicBezTo>
                  <a:pt x="107524" y="7764"/>
                  <a:pt x="107372" y="8007"/>
                  <a:pt x="107250" y="8220"/>
                </a:cubicBezTo>
                <a:cubicBezTo>
                  <a:pt x="106977" y="8676"/>
                  <a:pt x="106795" y="9132"/>
                  <a:pt x="106551" y="9618"/>
                </a:cubicBezTo>
                <a:cubicBezTo>
                  <a:pt x="106369" y="10013"/>
                  <a:pt x="106187" y="10439"/>
                  <a:pt x="106156" y="10834"/>
                </a:cubicBezTo>
                <a:cubicBezTo>
                  <a:pt x="106095" y="10986"/>
                  <a:pt x="106095" y="11138"/>
                  <a:pt x="106156" y="11290"/>
                </a:cubicBezTo>
                <a:cubicBezTo>
                  <a:pt x="106217" y="11533"/>
                  <a:pt x="106369" y="11746"/>
                  <a:pt x="106308" y="11989"/>
                </a:cubicBezTo>
                <a:cubicBezTo>
                  <a:pt x="106247" y="12171"/>
                  <a:pt x="106187" y="12445"/>
                  <a:pt x="106065" y="12597"/>
                </a:cubicBezTo>
                <a:cubicBezTo>
                  <a:pt x="106004" y="12719"/>
                  <a:pt x="105883" y="12810"/>
                  <a:pt x="105791" y="12931"/>
                </a:cubicBezTo>
                <a:cubicBezTo>
                  <a:pt x="105184" y="13539"/>
                  <a:pt x="104636" y="14178"/>
                  <a:pt x="104059" y="14846"/>
                </a:cubicBezTo>
                <a:cubicBezTo>
                  <a:pt x="103937" y="14998"/>
                  <a:pt x="103816" y="15150"/>
                  <a:pt x="103816" y="15302"/>
                </a:cubicBezTo>
                <a:cubicBezTo>
                  <a:pt x="103816" y="15545"/>
                  <a:pt x="104089" y="15789"/>
                  <a:pt x="104363" y="15849"/>
                </a:cubicBezTo>
                <a:cubicBezTo>
                  <a:pt x="104515" y="15910"/>
                  <a:pt x="104667" y="15941"/>
                  <a:pt x="104819" y="16001"/>
                </a:cubicBezTo>
                <a:cubicBezTo>
                  <a:pt x="105092" y="16214"/>
                  <a:pt x="104971" y="16518"/>
                  <a:pt x="104697" y="16548"/>
                </a:cubicBezTo>
                <a:cubicBezTo>
                  <a:pt x="104545" y="16579"/>
                  <a:pt x="104424" y="16670"/>
                  <a:pt x="104393" y="16822"/>
                </a:cubicBezTo>
                <a:cubicBezTo>
                  <a:pt x="104363" y="17004"/>
                  <a:pt x="104424" y="17156"/>
                  <a:pt x="104484" y="17339"/>
                </a:cubicBezTo>
                <a:lnTo>
                  <a:pt x="104484" y="17430"/>
                </a:lnTo>
                <a:cubicBezTo>
                  <a:pt x="104484" y="17460"/>
                  <a:pt x="104424" y="17460"/>
                  <a:pt x="104393" y="17460"/>
                </a:cubicBezTo>
                <a:cubicBezTo>
                  <a:pt x="104211" y="17521"/>
                  <a:pt x="104089" y="17947"/>
                  <a:pt x="104241" y="18099"/>
                </a:cubicBezTo>
                <a:cubicBezTo>
                  <a:pt x="104272" y="18129"/>
                  <a:pt x="104363" y="18129"/>
                  <a:pt x="104393" y="18159"/>
                </a:cubicBezTo>
                <a:cubicBezTo>
                  <a:pt x="104515" y="18251"/>
                  <a:pt x="104576" y="18403"/>
                  <a:pt x="104545" y="18555"/>
                </a:cubicBezTo>
                <a:cubicBezTo>
                  <a:pt x="104545" y="18707"/>
                  <a:pt x="104484" y="18828"/>
                  <a:pt x="104393" y="18980"/>
                </a:cubicBezTo>
                <a:cubicBezTo>
                  <a:pt x="104241" y="19284"/>
                  <a:pt x="104120" y="19618"/>
                  <a:pt x="104089" y="19953"/>
                </a:cubicBezTo>
                <a:cubicBezTo>
                  <a:pt x="104089" y="20257"/>
                  <a:pt x="104180" y="20561"/>
                  <a:pt x="104393" y="20743"/>
                </a:cubicBezTo>
                <a:cubicBezTo>
                  <a:pt x="104697" y="20986"/>
                  <a:pt x="105244" y="21047"/>
                  <a:pt x="105609" y="21108"/>
                </a:cubicBezTo>
                <a:cubicBezTo>
                  <a:pt x="106004" y="21138"/>
                  <a:pt x="106339" y="21169"/>
                  <a:pt x="106703" y="21290"/>
                </a:cubicBezTo>
                <a:cubicBezTo>
                  <a:pt x="107402" y="21473"/>
                  <a:pt x="107919" y="21928"/>
                  <a:pt x="108132" y="22658"/>
                </a:cubicBezTo>
                <a:cubicBezTo>
                  <a:pt x="108497" y="24087"/>
                  <a:pt x="108132" y="25606"/>
                  <a:pt x="107676" y="27035"/>
                </a:cubicBezTo>
                <a:cubicBezTo>
                  <a:pt x="107615" y="27187"/>
                  <a:pt x="107554" y="27339"/>
                  <a:pt x="107433" y="27430"/>
                </a:cubicBezTo>
                <a:cubicBezTo>
                  <a:pt x="107311" y="27552"/>
                  <a:pt x="107129" y="27582"/>
                  <a:pt x="106977" y="27582"/>
                </a:cubicBezTo>
                <a:cubicBezTo>
                  <a:pt x="105457" y="27886"/>
                  <a:pt x="104059" y="28615"/>
                  <a:pt x="102661" y="29345"/>
                </a:cubicBezTo>
                <a:cubicBezTo>
                  <a:pt x="102083" y="29649"/>
                  <a:pt x="101506" y="29953"/>
                  <a:pt x="100989" y="30378"/>
                </a:cubicBezTo>
                <a:lnTo>
                  <a:pt x="100168" y="31047"/>
                </a:lnTo>
                <a:cubicBezTo>
                  <a:pt x="99378" y="31807"/>
                  <a:pt x="98770" y="32749"/>
                  <a:pt x="98284" y="33722"/>
                </a:cubicBezTo>
                <a:cubicBezTo>
                  <a:pt x="97858" y="34512"/>
                  <a:pt x="97554" y="35454"/>
                  <a:pt x="97037" y="36184"/>
                </a:cubicBezTo>
                <a:cubicBezTo>
                  <a:pt x="95974" y="36336"/>
                  <a:pt x="94940" y="36549"/>
                  <a:pt x="93876" y="36701"/>
                </a:cubicBezTo>
                <a:cubicBezTo>
                  <a:pt x="90290" y="37309"/>
                  <a:pt x="86703" y="37369"/>
                  <a:pt x="83055" y="37400"/>
                </a:cubicBezTo>
                <a:cubicBezTo>
                  <a:pt x="82630" y="37400"/>
                  <a:pt x="82235" y="37400"/>
                  <a:pt x="81840" y="37339"/>
                </a:cubicBezTo>
                <a:cubicBezTo>
                  <a:pt x="81110" y="37187"/>
                  <a:pt x="80502" y="36761"/>
                  <a:pt x="79894" y="36336"/>
                </a:cubicBezTo>
                <a:cubicBezTo>
                  <a:pt x="78861" y="35606"/>
                  <a:pt x="77827" y="34907"/>
                  <a:pt x="76703" y="34360"/>
                </a:cubicBezTo>
                <a:cubicBezTo>
                  <a:pt x="75852" y="33995"/>
                  <a:pt x="75001" y="33692"/>
                  <a:pt x="74271" y="33114"/>
                </a:cubicBezTo>
                <a:cubicBezTo>
                  <a:pt x="73876" y="32810"/>
                  <a:pt x="73572" y="32476"/>
                  <a:pt x="73268" y="32111"/>
                </a:cubicBezTo>
                <a:cubicBezTo>
                  <a:pt x="72204" y="30895"/>
                  <a:pt x="71384" y="29619"/>
                  <a:pt x="70350" y="28372"/>
                </a:cubicBezTo>
                <a:cubicBezTo>
                  <a:pt x="69925" y="27856"/>
                  <a:pt x="69529" y="27339"/>
                  <a:pt x="69013" y="26913"/>
                </a:cubicBezTo>
                <a:cubicBezTo>
                  <a:pt x="68314" y="26275"/>
                  <a:pt x="67462" y="25819"/>
                  <a:pt x="66551" y="25424"/>
                </a:cubicBezTo>
                <a:cubicBezTo>
                  <a:pt x="65669" y="25090"/>
                  <a:pt x="64727" y="24938"/>
                  <a:pt x="63937" y="24482"/>
                </a:cubicBezTo>
                <a:cubicBezTo>
                  <a:pt x="62934" y="23904"/>
                  <a:pt x="62082" y="23235"/>
                  <a:pt x="61019" y="22840"/>
                </a:cubicBezTo>
                <a:cubicBezTo>
                  <a:pt x="60775" y="22780"/>
                  <a:pt x="60502" y="22688"/>
                  <a:pt x="60289" y="22567"/>
                </a:cubicBezTo>
                <a:cubicBezTo>
                  <a:pt x="59864" y="21473"/>
                  <a:pt x="59681" y="20287"/>
                  <a:pt x="59742" y="19132"/>
                </a:cubicBezTo>
                <a:cubicBezTo>
                  <a:pt x="59742" y="18889"/>
                  <a:pt x="59803" y="18615"/>
                  <a:pt x="59985" y="18494"/>
                </a:cubicBezTo>
                <a:cubicBezTo>
                  <a:pt x="60168" y="18342"/>
                  <a:pt x="60411" y="18342"/>
                  <a:pt x="60623" y="18342"/>
                </a:cubicBezTo>
                <a:cubicBezTo>
                  <a:pt x="61383" y="18342"/>
                  <a:pt x="62113" y="18251"/>
                  <a:pt x="62873" y="18129"/>
                </a:cubicBezTo>
                <a:cubicBezTo>
                  <a:pt x="63298" y="18068"/>
                  <a:pt x="63785" y="17947"/>
                  <a:pt x="64089" y="17673"/>
                </a:cubicBezTo>
                <a:cubicBezTo>
                  <a:pt x="64453" y="17339"/>
                  <a:pt x="64271" y="16913"/>
                  <a:pt x="64089" y="16518"/>
                </a:cubicBezTo>
                <a:cubicBezTo>
                  <a:pt x="63997" y="16366"/>
                  <a:pt x="63906" y="16153"/>
                  <a:pt x="63997" y="15971"/>
                </a:cubicBezTo>
                <a:cubicBezTo>
                  <a:pt x="64089" y="15849"/>
                  <a:pt x="64210" y="15789"/>
                  <a:pt x="64301" y="15697"/>
                </a:cubicBezTo>
                <a:cubicBezTo>
                  <a:pt x="64544" y="15515"/>
                  <a:pt x="64544" y="15150"/>
                  <a:pt x="64301" y="14937"/>
                </a:cubicBezTo>
                <a:cubicBezTo>
                  <a:pt x="64241" y="14877"/>
                  <a:pt x="64119" y="14785"/>
                  <a:pt x="64149" y="14694"/>
                </a:cubicBezTo>
                <a:cubicBezTo>
                  <a:pt x="64210" y="14542"/>
                  <a:pt x="64362" y="14542"/>
                  <a:pt x="64514" y="14451"/>
                </a:cubicBezTo>
                <a:cubicBezTo>
                  <a:pt x="64727" y="14330"/>
                  <a:pt x="64666" y="13995"/>
                  <a:pt x="64544" y="13782"/>
                </a:cubicBezTo>
                <a:cubicBezTo>
                  <a:pt x="64423" y="13539"/>
                  <a:pt x="64301" y="13235"/>
                  <a:pt x="64514" y="13053"/>
                </a:cubicBezTo>
                <a:cubicBezTo>
                  <a:pt x="64544" y="13023"/>
                  <a:pt x="64605" y="12962"/>
                  <a:pt x="64696" y="12931"/>
                </a:cubicBezTo>
                <a:cubicBezTo>
                  <a:pt x="65061" y="12719"/>
                  <a:pt x="65487" y="12293"/>
                  <a:pt x="65335" y="11837"/>
                </a:cubicBezTo>
                <a:cubicBezTo>
                  <a:pt x="65274" y="11655"/>
                  <a:pt x="65122" y="11503"/>
                  <a:pt x="64970" y="11351"/>
                </a:cubicBezTo>
                <a:cubicBezTo>
                  <a:pt x="64301" y="10804"/>
                  <a:pt x="63633" y="10226"/>
                  <a:pt x="63511" y="9436"/>
                </a:cubicBezTo>
                <a:cubicBezTo>
                  <a:pt x="63481" y="9162"/>
                  <a:pt x="63481" y="8919"/>
                  <a:pt x="63511" y="8646"/>
                </a:cubicBezTo>
                <a:cubicBezTo>
                  <a:pt x="63541" y="7187"/>
                  <a:pt x="62934" y="5758"/>
                  <a:pt x="61930" y="4725"/>
                </a:cubicBezTo>
                <a:cubicBezTo>
                  <a:pt x="61839" y="4664"/>
                  <a:pt x="61687" y="4542"/>
                  <a:pt x="61626" y="4451"/>
                </a:cubicBezTo>
                <a:cubicBezTo>
                  <a:pt x="61505" y="4299"/>
                  <a:pt x="61566" y="4299"/>
                  <a:pt x="61626" y="4117"/>
                </a:cubicBezTo>
                <a:cubicBezTo>
                  <a:pt x="61657" y="3995"/>
                  <a:pt x="61626" y="3904"/>
                  <a:pt x="61566" y="3752"/>
                </a:cubicBezTo>
                <a:cubicBezTo>
                  <a:pt x="61505" y="3478"/>
                  <a:pt x="61414" y="3235"/>
                  <a:pt x="61262" y="3022"/>
                </a:cubicBezTo>
                <a:cubicBezTo>
                  <a:pt x="61079" y="2749"/>
                  <a:pt x="60806" y="2749"/>
                  <a:pt x="60563" y="2627"/>
                </a:cubicBezTo>
                <a:cubicBezTo>
                  <a:pt x="60563" y="2536"/>
                  <a:pt x="60563" y="2414"/>
                  <a:pt x="60502" y="2293"/>
                </a:cubicBezTo>
                <a:cubicBezTo>
                  <a:pt x="60090" y="1593"/>
                  <a:pt x="59121" y="1451"/>
                  <a:pt x="58236" y="1451"/>
                </a:cubicBezTo>
                <a:cubicBezTo>
                  <a:pt x="57814" y="1451"/>
                  <a:pt x="57411" y="1483"/>
                  <a:pt x="57098" y="1503"/>
                </a:cubicBezTo>
                <a:cubicBezTo>
                  <a:pt x="56642" y="1533"/>
                  <a:pt x="56064" y="1655"/>
                  <a:pt x="55760" y="2019"/>
                </a:cubicBezTo>
                <a:cubicBezTo>
                  <a:pt x="55699" y="2111"/>
                  <a:pt x="55639" y="2171"/>
                  <a:pt x="55578" y="2232"/>
                </a:cubicBezTo>
                <a:cubicBezTo>
                  <a:pt x="55536" y="2253"/>
                  <a:pt x="55490" y="2261"/>
                  <a:pt x="55443" y="2261"/>
                </a:cubicBezTo>
                <a:cubicBezTo>
                  <a:pt x="55285" y="2261"/>
                  <a:pt x="55103" y="2171"/>
                  <a:pt x="54939" y="2171"/>
                </a:cubicBezTo>
                <a:cubicBezTo>
                  <a:pt x="54727" y="2171"/>
                  <a:pt x="54575" y="2262"/>
                  <a:pt x="54423" y="2293"/>
                </a:cubicBezTo>
                <a:cubicBezTo>
                  <a:pt x="54240" y="2323"/>
                  <a:pt x="54088" y="2323"/>
                  <a:pt x="53906" y="2384"/>
                </a:cubicBezTo>
                <a:cubicBezTo>
                  <a:pt x="53450" y="2445"/>
                  <a:pt x="52994" y="2627"/>
                  <a:pt x="52569" y="2840"/>
                </a:cubicBezTo>
                <a:cubicBezTo>
                  <a:pt x="52143" y="3022"/>
                  <a:pt x="51748" y="3235"/>
                  <a:pt x="51383" y="3600"/>
                </a:cubicBezTo>
                <a:cubicBezTo>
                  <a:pt x="51049" y="3965"/>
                  <a:pt x="51140" y="4269"/>
                  <a:pt x="51049" y="4725"/>
                </a:cubicBezTo>
                <a:cubicBezTo>
                  <a:pt x="51018" y="5028"/>
                  <a:pt x="51049" y="4998"/>
                  <a:pt x="50775" y="5028"/>
                </a:cubicBezTo>
                <a:cubicBezTo>
                  <a:pt x="50730" y="5035"/>
                  <a:pt x="50683" y="5037"/>
                  <a:pt x="50633" y="5037"/>
                </a:cubicBezTo>
                <a:cubicBezTo>
                  <a:pt x="50499" y="5037"/>
                  <a:pt x="50353" y="5020"/>
                  <a:pt x="50218" y="5020"/>
                </a:cubicBezTo>
                <a:cubicBezTo>
                  <a:pt x="50169" y="5020"/>
                  <a:pt x="50121" y="5022"/>
                  <a:pt x="50076" y="5028"/>
                </a:cubicBezTo>
                <a:cubicBezTo>
                  <a:pt x="49103" y="5120"/>
                  <a:pt x="48192" y="5424"/>
                  <a:pt x="47432" y="5971"/>
                </a:cubicBezTo>
                <a:cubicBezTo>
                  <a:pt x="46216" y="6943"/>
                  <a:pt x="45912" y="9314"/>
                  <a:pt x="47280" y="10348"/>
                </a:cubicBezTo>
                <a:cubicBezTo>
                  <a:pt x="47371" y="10378"/>
                  <a:pt x="47432" y="10469"/>
                  <a:pt x="47432" y="10530"/>
                </a:cubicBezTo>
                <a:cubicBezTo>
                  <a:pt x="47432" y="10621"/>
                  <a:pt x="47401" y="10682"/>
                  <a:pt x="47341" y="10743"/>
                </a:cubicBezTo>
                <a:cubicBezTo>
                  <a:pt x="46976" y="11138"/>
                  <a:pt x="46733" y="11716"/>
                  <a:pt x="46763" y="12293"/>
                </a:cubicBezTo>
                <a:cubicBezTo>
                  <a:pt x="46824" y="13053"/>
                  <a:pt x="47523" y="13630"/>
                  <a:pt x="48252" y="13843"/>
                </a:cubicBezTo>
                <a:cubicBezTo>
                  <a:pt x="48554" y="13936"/>
                  <a:pt x="48892" y="13976"/>
                  <a:pt x="49224" y="13976"/>
                </a:cubicBezTo>
                <a:cubicBezTo>
                  <a:pt x="49326" y="13976"/>
                  <a:pt x="49429" y="13972"/>
                  <a:pt x="49529" y="13965"/>
                </a:cubicBezTo>
                <a:cubicBezTo>
                  <a:pt x="49590" y="13961"/>
                  <a:pt x="49645" y="13958"/>
                  <a:pt x="49694" y="13958"/>
                </a:cubicBezTo>
                <a:cubicBezTo>
                  <a:pt x="50011" y="13958"/>
                  <a:pt x="50101" y="14060"/>
                  <a:pt x="50259" y="14482"/>
                </a:cubicBezTo>
                <a:cubicBezTo>
                  <a:pt x="50441" y="14998"/>
                  <a:pt x="50684" y="15454"/>
                  <a:pt x="51079" y="15789"/>
                </a:cubicBezTo>
                <a:cubicBezTo>
                  <a:pt x="51322" y="15971"/>
                  <a:pt x="51626" y="16123"/>
                  <a:pt x="51809" y="16366"/>
                </a:cubicBezTo>
                <a:cubicBezTo>
                  <a:pt x="51839" y="16427"/>
                  <a:pt x="51900" y="16518"/>
                  <a:pt x="51961" y="16579"/>
                </a:cubicBezTo>
                <a:cubicBezTo>
                  <a:pt x="51991" y="17734"/>
                  <a:pt x="52082" y="18828"/>
                  <a:pt x="51961" y="20014"/>
                </a:cubicBezTo>
                <a:cubicBezTo>
                  <a:pt x="51930" y="20500"/>
                  <a:pt x="51900" y="21017"/>
                  <a:pt x="51809" y="21533"/>
                </a:cubicBezTo>
                <a:cubicBezTo>
                  <a:pt x="51778" y="21837"/>
                  <a:pt x="51748" y="22141"/>
                  <a:pt x="51505" y="22293"/>
                </a:cubicBezTo>
                <a:cubicBezTo>
                  <a:pt x="51397" y="22365"/>
                  <a:pt x="51281" y="22390"/>
                  <a:pt x="51160" y="22390"/>
                </a:cubicBezTo>
                <a:cubicBezTo>
                  <a:pt x="50973" y="22390"/>
                  <a:pt x="50778" y="22330"/>
                  <a:pt x="50593" y="22293"/>
                </a:cubicBezTo>
                <a:cubicBezTo>
                  <a:pt x="50532" y="22232"/>
                  <a:pt x="50471" y="22232"/>
                  <a:pt x="50410" y="22202"/>
                </a:cubicBezTo>
                <a:cubicBezTo>
                  <a:pt x="49681" y="21776"/>
                  <a:pt x="49012" y="21260"/>
                  <a:pt x="48283" y="20621"/>
                </a:cubicBezTo>
                <a:cubicBezTo>
                  <a:pt x="47249" y="19618"/>
                  <a:pt x="46064" y="18707"/>
                  <a:pt x="44757" y="18220"/>
                </a:cubicBezTo>
                <a:cubicBezTo>
                  <a:pt x="44061" y="17936"/>
                  <a:pt x="43308" y="17783"/>
                  <a:pt x="42561" y="17783"/>
                </a:cubicBezTo>
                <a:cubicBezTo>
                  <a:pt x="41872" y="17783"/>
                  <a:pt x="41189" y="17913"/>
                  <a:pt x="40562" y="18190"/>
                </a:cubicBezTo>
                <a:lnTo>
                  <a:pt x="40228" y="17947"/>
                </a:lnTo>
                <a:lnTo>
                  <a:pt x="39316" y="17369"/>
                </a:lnTo>
                <a:cubicBezTo>
                  <a:pt x="38313" y="16731"/>
                  <a:pt x="37340" y="16123"/>
                  <a:pt x="36398" y="15393"/>
                </a:cubicBezTo>
                <a:cubicBezTo>
                  <a:pt x="36033" y="15150"/>
                  <a:pt x="35729" y="14907"/>
                  <a:pt x="35395" y="14633"/>
                </a:cubicBezTo>
                <a:cubicBezTo>
                  <a:pt x="33298" y="13205"/>
                  <a:pt x="30775" y="12567"/>
                  <a:pt x="28738" y="10986"/>
                </a:cubicBezTo>
                <a:cubicBezTo>
                  <a:pt x="28252" y="10591"/>
                  <a:pt x="27644" y="10196"/>
                  <a:pt x="27188" y="9740"/>
                </a:cubicBezTo>
                <a:cubicBezTo>
                  <a:pt x="26823" y="9375"/>
                  <a:pt x="26459" y="8858"/>
                  <a:pt x="26003" y="8524"/>
                </a:cubicBezTo>
                <a:cubicBezTo>
                  <a:pt x="25547" y="8190"/>
                  <a:pt x="25152" y="7764"/>
                  <a:pt x="24635" y="7430"/>
                </a:cubicBezTo>
                <a:cubicBezTo>
                  <a:pt x="24240" y="7126"/>
                  <a:pt x="23814" y="6791"/>
                  <a:pt x="23389" y="6427"/>
                </a:cubicBezTo>
                <a:cubicBezTo>
                  <a:pt x="22598" y="5819"/>
                  <a:pt x="21687" y="5424"/>
                  <a:pt x="20835" y="4907"/>
                </a:cubicBezTo>
                <a:cubicBezTo>
                  <a:pt x="20045" y="4421"/>
                  <a:pt x="19468" y="3752"/>
                  <a:pt x="18556" y="3387"/>
                </a:cubicBezTo>
                <a:cubicBezTo>
                  <a:pt x="17887" y="3144"/>
                  <a:pt x="17310" y="2414"/>
                  <a:pt x="16732" y="1959"/>
                </a:cubicBezTo>
                <a:cubicBezTo>
                  <a:pt x="16124" y="1472"/>
                  <a:pt x="15486" y="1016"/>
                  <a:pt x="14817" y="591"/>
                </a:cubicBezTo>
                <a:cubicBezTo>
                  <a:pt x="14162" y="171"/>
                  <a:pt x="13574" y="1"/>
                  <a:pt x="12840" y="1"/>
                </a:cubicBezTo>
                <a:close/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3" name="Google Shape;1413;p181"/>
          <p:cNvSpPr/>
          <p:nvPr/>
        </p:nvSpPr>
        <p:spPr>
          <a:xfrm>
            <a:off x="1513638" y="2363775"/>
            <a:ext cx="2582150" cy="3415525"/>
          </a:xfrm>
          <a:custGeom>
            <a:rect b="b" l="l" r="r" t="t"/>
            <a:pathLst>
              <a:path extrusionOk="0" h="136621" w="103286">
                <a:moveTo>
                  <a:pt x="68847" y="3101"/>
                </a:moveTo>
                <a:cubicBezTo>
                  <a:pt x="68847" y="3283"/>
                  <a:pt x="68816" y="3435"/>
                  <a:pt x="68786" y="3617"/>
                </a:cubicBezTo>
                <a:cubicBezTo>
                  <a:pt x="68664" y="3648"/>
                  <a:pt x="68573" y="3648"/>
                  <a:pt x="68482" y="3708"/>
                </a:cubicBezTo>
                <a:cubicBezTo>
                  <a:pt x="68360" y="3708"/>
                  <a:pt x="68269" y="3739"/>
                  <a:pt x="68178" y="3739"/>
                </a:cubicBezTo>
                <a:cubicBezTo>
                  <a:pt x="68391" y="3496"/>
                  <a:pt x="68634" y="3283"/>
                  <a:pt x="68847" y="3101"/>
                </a:cubicBezTo>
                <a:close/>
                <a:moveTo>
                  <a:pt x="78816" y="48876"/>
                </a:moveTo>
                <a:cubicBezTo>
                  <a:pt x="78756" y="49788"/>
                  <a:pt x="79668" y="51308"/>
                  <a:pt x="80184" y="52037"/>
                </a:cubicBezTo>
                <a:cubicBezTo>
                  <a:pt x="80336" y="52220"/>
                  <a:pt x="80488" y="52433"/>
                  <a:pt x="80488" y="52706"/>
                </a:cubicBezTo>
                <a:cubicBezTo>
                  <a:pt x="80519" y="53040"/>
                  <a:pt x="80275" y="53314"/>
                  <a:pt x="80154" y="53618"/>
                </a:cubicBezTo>
                <a:cubicBezTo>
                  <a:pt x="80032" y="54013"/>
                  <a:pt x="79971" y="54439"/>
                  <a:pt x="80093" y="54834"/>
                </a:cubicBezTo>
                <a:cubicBezTo>
                  <a:pt x="80123" y="54986"/>
                  <a:pt x="80215" y="55138"/>
                  <a:pt x="80215" y="55320"/>
                </a:cubicBezTo>
                <a:cubicBezTo>
                  <a:pt x="80215" y="55928"/>
                  <a:pt x="79637" y="56384"/>
                  <a:pt x="79668" y="57053"/>
                </a:cubicBezTo>
                <a:cubicBezTo>
                  <a:pt x="79728" y="57448"/>
                  <a:pt x="79911" y="57813"/>
                  <a:pt x="80032" y="58208"/>
                </a:cubicBezTo>
                <a:cubicBezTo>
                  <a:pt x="80336" y="59241"/>
                  <a:pt x="79880" y="60457"/>
                  <a:pt x="79485" y="61399"/>
                </a:cubicBezTo>
                <a:cubicBezTo>
                  <a:pt x="79485" y="62159"/>
                  <a:pt x="78725" y="63162"/>
                  <a:pt x="78513" y="63892"/>
                </a:cubicBezTo>
                <a:cubicBezTo>
                  <a:pt x="78300" y="64560"/>
                  <a:pt x="78117" y="65168"/>
                  <a:pt x="77844" y="65837"/>
                </a:cubicBezTo>
                <a:cubicBezTo>
                  <a:pt x="77601" y="65016"/>
                  <a:pt x="77388" y="64165"/>
                  <a:pt x="77145" y="63345"/>
                </a:cubicBezTo>
                <a:cubicBezTo>
                  <a:pt x="76567" y="61612"/>
                  <a:pt x="75807" y="59879"/>
                  <a:pt x="74895" y="58238"/>
                </a:cubicBezTo>
                <a:cubicBezTo>
                  <a:pt x="74926" y="58177"/>
                  <a:pt x="74956" y="58056"/>
                  <a:pt x="75017" y="57995"/>
                </a:cubicBezTo>
                <a:cubicBezTo>
                  <a:pt x="76324" y="54955"/>
                  <a:pt x="78361" y="52129"/>
                  <a:pt x="78816" y="48876"/>
                </a:cubicBezTo>
                <a:close/>
                <a:moveTo>
                  <a:pt x="71582" y="0"/>
                </a:moveTo>
                <a:cubicBezTo>
                  <a:pt x="71400" y="0"/>
                  <a:pt x="71248" y="0"/>
                  <a:pt x="71035" y="91"/>
                </a:cubicBezTo>
                <a:cubicBezTo>
                  <a:pt x="70670" y="213"/>
                  <a:pt x="70397" y="578"/>
                  <a:pt x="70123" y="882"/>
                </a:cubicBezTo>
                <a:cubicBezTo>
                  <a:pt x="69759" y="1338"/>
                  <a:pt x="69303" y="1763"/>
                  <a:pt x="68816" y="2128"/>
                </a:cubicBezTo>
                <a:cubicBezTo>
                  <a:pt x="68421" y="2401"/>
                  <a:pt x="67996" y="2675"/>
                  <a:pt x="67752" y="3040"/>
                </a:cubicBezTo>
                <a:cubicBezTo>
                  <a:pt x="67631" y="3253"/>
                  <a:pt x="67509" y="3465"/>
                  <a:pt x="67357" y="3617"/>
                </a:cubicBezTo>
                <a:lnTo>
                  <a:pt x="67145" y="3860"/>
                </a:lnTo>
                <a:cubicBezTo>
                  <a:pt x="66928" y="3848"/>
                  <a:pt x="66718" y="3836"/>
                  <a:pt x="66515" y="3836"/>
                </a:cubicBezTo>
                <a:cubicBezTo>
                  <a:pt x="65748" y="3836"/>
                  <a:pt x="65077" y="3999"/>
                  <a:pt x="64500" y="4863"/>
                </a:cubicBezTo>
                <a:cubicBezTo>
                  <a:pt x="63649" y="6201"/>
                  <a:pt x="62433" y="6900"/>
                  <a:pt x="61065" y="7660"/>
                </a:cubicBezTo>
                <a:cubicBezTo>
                  <a:pt x="60153" y="8146"/>
                  <a:pt x="59242" y="8724"/>
                  <a:pt x="58391" y="9271"/>
                </a:cubicBezTo>
                <a:cubicBezTo>
                  <a:pt x="57935" y="9575"/>
                  <a:pt x="57570" y="9940"/>
                  <a:pt x="57114" y="10244"/>
                </a:cubicBezTo>
                <a:cubicBezTo>
                  <a:pt x="56810" y="10456"/>
                  <a:pt x="56445" y="10760"/>
                  <a:pt x="56111" y="10912"/>
                </a:cubicBezTo>
                <a:cubicBezTo>
                  <a:pt x="55898" y="11034"/>
                  <a:pt x="55594" y="11003"/>
                  <a:pt x="55351" y="11095"/>
                </a:cubicBezTo>
                <a:cubicBezTo>
                  <a:pt x="55138" y="11216"/>
                  <a:pt x="54986" y="11490"/>
                  <a:pt x="54834" y="11702"/>
                </a:cubicBezTo>
                <a:cubicBezTo>
                  <a:pt x="54470" y="12158"/>
                  <a:pt x="54014" y="12310"/>
                  <a:pt x="53497" y="12402"/>
                </a:cubicBezTo>
                <a:cubicBezTo>
                  <a:pt x="53223" y="12432"/>
                  <a:pt x="52919" y="12462"/>
                  <a:pt x="52767" y="12706"/>
                </a:cubicBezTo>
                <a:cubicBezTo>
                  <a:pt x="52646" y="12888"/>
                  <a:pt x="52707" y="13131"/>
                  <a:pt x="52646" y="13313"/>
                </a:cubicBezTo>
                <a:cubicBezTo>
                  <a:pt x="52494" y="13921"/>
                  <a:pt x="51703" y="14043"/>
                  <a:pt x="51187" y="14377"/>
                </a:cubicBezTo>
                <a:cubicBezTo>
                  <a:pt x="50913" y="14529"/>
                  <a:pt x="50670" y="14803"/>
                  <a:pt x="50488" y="15016"/>
                </a:cubicBezTo>
                <a:cubicBezTo>
                  <a:pt x="49819" y="15745"/>
                  <a:pt x="48968" y="16231"/>
                  <a:pt x="48147" y="16779"/>
                </a:cubicBezTo>
                <a:cubicBezTo>
                  <a:pt x="47296" y="17265"/>
                  <a:pt x="46506" y="17782"/>
                  <a:pt x="45624" y="18207"/>
                </a:cubicBezTo>
                <a:cubicBezTo>
                  <a:pt x="44804" y="18633"/>
                  <a:pt x="43831" y="19089"/>
                  <a:pt x="42980" y="19393"/>
                </a:cubicBezTo>
                <a:cubicBezTo>
                  <a:pt x="41977" y="19727"/>
                  <a:pt x="40943" y="19757"/>
                  <a:pt x="40001" y="20213"/>
                </a:cubicBezTo>
                <a:cubicBezTo>
                  <a:pt x="39363" y="20517"/>
                  <a:pt x="38725" y="20943"/>
                  <a:pt x="37995" y="20973"/>
                </a:cubicBezTo>
                <a:cubicBezTo>
                  <a:pt x="37955" y="20975"/>
                  <a:pt x="37914" y="20976"/>
                  <a:pt x="37874" y="20976"/>
                </a:cubicBezTo>
                <a:cubicBezTo>
                  <a:pt x="37219" y="20976"/>
                  <a:pt x="36587" y="20752"/>
                  <a:pt x="35928" y="20608"/>
                </a:cubicBezTo>
                <a:cubicBezTo>
                  <a:pt x="35417" y="20476"/>
                  <a:pt x="34906" y="20425"/>
                  <a:pt x="34394" y="20425"/>
                </a:cubicBezTo>
                <a:cubicBezTo>
                  <a:pt x="33963" y="20425"/>
                  <a:pt x="33532" y="20462"/>
                  <a:pt x="33101" y="20517"/>
                </a:cubicBezTo>
                <a:lnTo>
                  <a:pt x="33101" y="19605"/>
                </a:lnTo>
                <a:cubicBezTo>
                  <a:pt x="33332" y="19663"/>
                  <a:pt x="33572" y="19677"/>
                  <a:pt x="33815" y="19677"/>
                </a:cubicBezTo>
                <a:cubicBezTo>
                  <a:pt x="34041" y="19677"/>
                  <a:pt x="34269" y="19665"/>
                  <a:pt x="34497" y="19665"/>
                </a:cubicBezTo>
                <a:cubicBezTo>
                  <a:pt x="34671" y="19665"/>
                  <a:pt x="34845" y="19672"/>
                  <a:pt x="35016" y="19697"/>
                </a:cubicBezTo>
                <a:cubicBezTo>
                  <a:pt x="35079" y="19701"/>
                  <a:pt x="35144" y="19703"/>
                  <a:pt x="35209" y="19703"/>
                </a:cubicBezTo>
                <a:cubicBezTo>
                  <a:pt x="35617" y="19703"/>
                  <a:pt x="36049" y="19607"/>
                  <a:pt x="36232" y="19241"/>
                </a:cubicBezTo>
                <a:cubicBezTo>
                  <a:pt x="36384" y="18876"/>
                  <a:pt x="36293" y="18511"/>
                  <a:pt x="36202" y="18177"/>
                </a:cubicBezTo>
                <a:cubicBezTo>
                  <a:pt x="36080" y="17812"/>
                  <a:pt x="36050" y="17417"/>
                  <a:pt x="36293" y="17113"/>
                </a:cubicBezTo>
                <a:cubicBezTo>
                  <a:pt x="36323" y="17083"/>
                  <a:pt x="36354" y="17022"/>
                  <a:pt x="36384" y="16961"/>
                </a:cubicBezTo>
                <a:cubicBezTo>
                  <a:pt x="36384" y="16931"/>
                  <a:pt x="36384" y="16839"/>
                  <a:pt x="36354" y="16809"/>
                </a:cubicBezTo>
                <a:cubicBezTo>
                  <a:pt x="36293" y="16566"/>
                  <a:pt x="36171" y="16383"/>
                  <a:pt x="36050" y="16201"/>
                </a:cubicBezTo>
                <a:cubicBezTo>
                  <a:pt x="36232" y="16171"/>
                  <a:pt x="36445" y="16110"/>
                  <a:pt x="36597" y="15988"/>
                </a:cubicBezTo>
                <a:cubicBezTo>
                  <a:pt x="36749" y="15897"/>
                  <a:pt x="36810" y="15654"/>
                  <a:pt x="36749" y="15502"/>
                </a:cubicBezTo>
                <a:cubicBezTo>
                  <a:pt x="36658" y="15411"/>
                  <a:pt x="36506" y="15228"/>
                  <a:pt x="36627" y="15168"/>
                </a:cubicBezTo>
                <a:cubicBezTo>
                  <a:pt x="36658" y="15137"/>
                  <a:pt x="36749" y="15137"/>
                  <a:pt x="36779" y="15137"/>
                </a:cubicBezTo>
                <a:cubicBezTo>
                  <a:pt x="37144" y="15137"/>
                  <a:pt x="38025" y="14985"/>
                  <a:pt x="37965" y="14438"/>
                </a:cubicBezTo>
                <a:cubicBezTo>
                  <a:pt x="37873" y="14104"/>
                  <a:pt x="37539" y="13709"/>
                  <a:pt x="37357" y="13465"/>
                </a:cubicBezTo>
                <a:cubicBezTo>
                  <a:pt x="37144" y="13161"/>
                  <a:pt x="36931" y="12858"/>
                  <a:pt x="36749" y="12554"/>
                </a:cubicBezTo>
                <a:cubicBezTo>
                  <a:pt x="36627" y="12310"/>
                  <a:pt x="36323" y="11854"/>
                  <a:pt x="36506" y="11611"/>
                </a:cubicBezTo>
                <a:lnTo>
                  <a:pt x="36627" y="11490"/>
                </a:lnTo>
                <a:cubicBezTo>
                  <a:pt x="36840" y="11307"/>
                  <a:pt x="36962" y="10882"/>
                  <a:pt x="36840" y="10608"/>
                </a:cubicBezTo>
                <a:cubicBezTo>
                  <a:pt x="36627" y="10031"/>
                  <a:pt x="36445" y="9514"/>
                  <a:pt x="36202" y="8936"/>
                </a:cubicBezTo>
                <a:cubicBezTo>
                  <a:pt x="36141" y="8754"/>
                  <a:pt x="36019" y="8511"/>
                  <a:pt x="35928" y="8329"/>
                </a:cubicBezTo>
                <a:cubicBezTo>
                  <a:pt x="35898" y="8268"/>
                  <a:pt x="35746" y="7873"/>
                  <a:pt x="35837" y="7842"/>
                </a:cubicBezTo>
                <a:cubicBezTo>
                  <a:pt x="36202" y="7295"/>
                  <a:pt x="36506" y="6809"/>
                  <a:pt x="36536" y="6140"/>
                </a:cubicBezTo>
                <a:cubicBezTo>
                  <a:pt x="36627" y="5532"/>
                  <a:pt x="36475" y="4863"/>
                  <a:pt x="36171" y="4347"/>
                </a:cubicBezTo>
                <a:cubicBezTo>
                  <a:pt x="36141" y="4316"/>
                  <a:pt x="36080" y="4225"/>
                  <a:pt x="36050" y="4225"/>
                </a:cubicBezTo>
                <a:cubicBezTo>
                  <a:pt x="36019" y="4225"/>
                  <a:pt x="35989" y="4225"/>
                  <a:pt x="35898" y="4256"/>
                </a:cubicBezTo>
                <a:cubicBezTo>
                  <a:pt x="35715" y="4347"/>
                  <a:pt x="35533" y="4499"/>
                  <a:pt x="35411" y="4651"/>
                </a:cubicBezTo>
                <a:cubicBezTo>
                  <a:pt x="35320" y="4468"/>
                  <a:pt x="35259" y="4225"/>
                  <a:pt x="35138" y="4073"/>
                </a:cubicBezTo>
                <a:cubicBezTo>
                  <a:pt x="35016" y="4104"/>
                  <a:pt x="34925" y="4225"/>
                  <a:pt x="34834" y="4316"/>
                </a:cubicBezTo>
                <a:cubicBezTo>
                  <a:pt x="34773" y="4104"/>
                  <a:pt x="34560" y="4012"/>
                  <a:pt x="34348" y="4012"/>
                </a:cubicBezTo>
                <a:cubicBezTo>
                  <a:pt x="34320" y="4046"/>
                  <a:pt x="34293" y="4061"/>
                  <a:pt x="34267" y="4061"/>
                </a:cubicBezTo>
                <a:cubicBezTo>
                  <a:pt x="34175" y="4061"/>
                  <a:pt x="34091" y="3887"/>
                  <a:pt x="34044" y="3769"/>
                </a:cubicBezTo>
                <a:cubicBezTo>
                  <a:pt x="33952" y="3587"/>
                  <a:pt x="34013" y="3404"/>
                  <a:pt x="33952" y="3192"/>
                </a:cubicBezTo>
                <a:cubicBezTo>
                  <a:pt x="33952" y="3161"/>
                  <a:pt x="33922" y="3101"/>
                  <a:pt x="33892" y="3040"/>
                </a:cubicBezTo>
                <a:cubicBezTo>
                  <a:pt x="33864" y="3023"/>
                  <a:pt x="33833" y="3017"/>
                  <a:pt x="33800" y="3017"/>
                </a:cubicBezTo>
                <a:cubicBezTo>
                  <a:pt x="33685" y="3017"/>
                  <a:pt x="33546" y="3093"/>
                  <a:pt x="33420" y="3093"/>
                </a:cubicBezTo>
                <a:cubicBezTo>
                  <a:pt x="33383" y="3093"/>
                  <a:pt x="33348" y="3087"/>
                  <a:pt x="33314" y="3070"/>
                </a:cubicBezTo>
                <a:cubicBezTo>
                  <a:pt x="33253" y="3040"/>
                  <a:pt x="33193" y="2979"/>
                  <a:pt x="33132" y="2918"/>
                </a:cubicBezTo>
                <a:cubicBezTo>
                  <a:pt x="33041" y="2918"/>
                  <a:pt x="32980" y="2979"/>
                  <a:pt x="32949" y="3009"/>
                </a:cubicBezTo>
                <a:cubicBezTo>
                  <a:pt x="32760" y="3172"/>
                  <a:pt x="32594" y="3480"/>
                  <a:pt x="32366" y="3480"/>
                </a:cubicBezTo>
                <a:cubicBezTo>
                  <a:pt x="32339" y="3480"/>
                  <a:pt x="32310" y="3475"/>
                  <a:pt x="32281" y="3465"/>
                </a:cubicBezTo>
                <a:cubicBezTo>
                  <a:pt x="32189" y="3435"/>
                  <a:pt x="32098" y="3344"/>
                  <a:pt x="32037" y="3344"/>
                </a:cubicBezTo>
                <a:cubicBezTo>
                  <a:pt x="32027" y="3343"/>
                  <a:pt x="32017" y="3342"/>
                  <a:pt x="32008" y="3342"/>
                </a:cubicBezTo>
                <a:cubicBezTo>
                  <a:pt x="31753" y="3342"/>
                  <a:pt x="31602" y="3711"/>
                  <a:pt x="31338" y="3769"/>
                </a:cubicBezTo>
                <a:cubicBezTo>
                  <a:pt x="31299" y="3652"/>
                  <a:pt x="31185" y="3598"/>
                  <a:pt x="31069" y="3598"/>
                </a:cubicBezTo>
                <a:cubicBezTo>
                  <a:pt x="31003" y="3598"/>
                  <a:pt x="30937" y="3615"/>
                  <a:pt x="30882" y="3648"/>
                </a:cubicBezTo>
                <a:cubicBezTo>
                  <a:pt x="30857" y="3420"/>
                  <a:pt x="30664" y="3298"/>
                  <a:pt x="30477" y="3298"/>
                </a:cubicBezTo>
                <a:cubicBezTo>
                  <a:pt x="30439" y="3298"/>
                  <a:pt x="30402" y="3303"/>
                  <a:pt x="30366" y="3313"/>
                </a:cubicBezTo>
                <a:cubicBezTo>
                  <a:pt x="30244" y="3344"/>
                  <a:pt x="30123" y="3465"/>
                  <a:pt x="29971" y="3496"/>
                </a:cubicBezTo>
                <a:cubicBezTo>
                  <a:pt x="29943" y="3503"/>
                  <a:pt x="29916" y="3507"/>
                  <a:pt x="29889" y="3507"/>
                </a:cubicBezTo>
                <a:cubicBezTo>
                  <a:pt x="29613" y="3507"/>
                  <a:pt x="29355" y="3150"/>
                  <a:pt x="29079" y="3150"/>
                </a:cubicBezTo>
                <a:cubicBezTo>
                  <a:pt x="29052" y="3150"/>
                  <a:pt x="29025" y="3154"/>
                  <a:pt x="28998" y="3161"/>
                </a:cubicBezTo>
                <a:cubicBezTo>
                  <a:pt x="28907" y="3161"/>
                  <a:pt x="28846" y="3192"/>
                  <a:pt x="28785" y="3222"/>
                </a:cubicBezTo>
                <a:cubicBezTo>
                  <a:pt x="28572" y="3344"/>
                  <a:pt x="28390" y="3465"/>
                  <a:pt x="28147" y="3526"/>
                </a:cubicBezTo>
                <a:cubicBezTo>
                  <a:pt x="28051" y="3415"/>
                  <a:pt x="27898" y="3370"/>
                  <a:pt x="27730" y="3370"/>
                </a:cubicBezTo>
                <a:cubicBezTo>
                  <a:pt x="27576" y="3370"/>
                  <a:pt x="27410" y="3407"/>
                  <a:pt x="27265" y="3465"/>
                </a:cubicBezTo>
                <a:cubicBezTo>
                  <a:pt x="26901" y="3617"/>
                  <a:pt x="26566" y="3830"/>
                  <a:pt x="26201" y="4073"/>
                </a:cubicBezTo>
                <a:cubicBezTo>
                  <a:pt x="26129" y="4019"/>
                  <a:pt x="26028" y="3994"/>
                  <a:pt x="25917" y="3994"/>
                </a:cubicBezTo>
                <a:cubicBezTo>
                  <a:pt x="25656" y="3994"/>
                  <a:pt x="25345" y="4133"/>
                  <a:pt x="25259" y="4347"/>
                </a:cubicBezTo>
                <a:cubicBezTo>
                  <a:pt x="25229" y="4438"/>
                  <a:pt x="25198" y="4651"/>
                  <a:pt x="25046" y="4651"/>
                </a:cubicBezTo>
                <a:cubicBezTo>
                  <a:pt x="24986" y="4651"/>
                  <a:pt x="24925" y="4651"/>
                  <a:pt x="24894" y="4590"/>
                </a:cubicBezTo>
                <a:cubicBezTo>
                  <a:pt x="24873" y="4587"/>
                  <a:pt x="24853" y="4586"/>
                  <a:pt x="24833" y="4586"/>
                </a:cubicBezTo>
                <a:cubicBezTo>
                  <a:pt x="24620" y="4586"/>
                  <a:pt x="24458" y="4727"/>
                  <a:pt x="24347" y="4894"/>
                </a:cubicBezTo>
                <a:cubicBezTo>
                  <a:pt x="24226" y="5107"/>
                  <a:pt x="24226" y="5319"/>
                  <a:pt x="24165" y="5563"/>
                </a:cubicBezTo>
                <a:cubicBezTo>
                  <a:pt x="24043" y="6049"/>
                  <a:pt x="23770" y="6535"/>
                  <a:pt x="23375" y="6870"/>
                </a:cubicBezTo>
                <a:cubicBezTo>
                  <a:pt x="23253" y="6991"/>
                  <a:pt x="23132" y="7082"/>
                  <a:pt x="23101" y="7234"/>
                </a:cubicBezTo>
                <a:cubicBezTo>
                  <a:pt x="23101" y="7417"/>
                  <a:pt x="23253" y="7538"/>
                  <a:pt x="23253" y="7721"/>
                </a:cubicBezTo>
                <a:cubicBezTo>
                  <a:pt x="23314" y="8055"/>
                  <a:pt x="22858" y="8298"/>
                  <a:pt x="22676" y="8602"/>
                </a:cubicBezTo>
                <a:cubicBezTo>
                  <a:pt x="22493" y="8845"/>
                  <a:pt x="22524" y="9210"/>
                  <a:pt x="22524" y="9544"/>
                </a:cubicBezTo>
                <a:cubicBezTo>
                  <a:pt x="22554" y="10000"/>
                  <a:pt x="22554" y="10426"/>
                  <a:pt x="22645" y="10882"/>
                </a:cubicBezTo>
                <a:cubicBezTo>
                  <a:pt x="22676" y="11095"/>
                  <a:pt x="22706" y="11368"/>
                  <a:pt x="22676" y="11581"/>
                </a:cubicBezTo>
                <a:cubicBezTo>
                  <a:pt x="22676" y="11702"/>
                  <a:pt x="22645" y="11794"/>
                  <a:pt x="22645" y="11885"/>
                </a:cubicBezTo>
                <a:cubicBezTo>
                  <a:pt x="22645" y="12158"/>
                  <a:pt x="22858" y="12310"/>
                  <a:pt x="22980" y="12584"/>
                </a:cubicBezTo>
                <a:cubicBezTo>
                  <a:pt x="23071" y="12797"/>
                  <a:pt x="23010" y="13040"/>
                  <a:pt x="23071" y="13253"/>
                </a:cubicBezTo>
                <a:cubicBezTo>
                  <a:pt x="23101" y="13526"/>
                  <a:pt x="23253" y="13800"/>
                  <a:pt x="23405" y="14013"/>
                </a:cubicBezTo>
                <a:cubicBezTo>
                  <a:pt x="23709" y="14438"/>
                  <a:pt x="24013" y="14864"/>
                  <a:pt x="24378" y="15198"/>
                </a:cubicBezTo>
                <a:cubicBezTo>
                  <a:pt x="24287" y="15289"/>
                  <a:pt x="24226" y="15472"/>
                  <a:pt x="24226" y="15624"/>
                </a:cubicBezTo>
                <a:cubicBezTo>
                  <a:pt x="24287" y="15775"/>
                  <a:pt x="24347" y="15897"/>
                  <a:pt x="24469" y="16049"/>
                </a:cubicBezTo>
                <a:cubicBezTo>
                  <a:pt x="24925" y="16596"/>
                  <a:pt x="25685" y="17204"/>
                  <a:pt x="26353" y="17478"/>
                </a:cubicBezTo>
                <a:cubicBezTo>
                  <a:pt x="26293" y="18329"/>
                  <a:pt x="26201" y="19149"/>
                  <a:pt x="26050" y="19940"/>
                </a:cubicBezTo>
                <a:cubicBezTo>
                  <a:pt x="25989" y="20335"/>
                  <a:pt x="25898" y="20760"/>
                  <a:pt x="25685" y="21095"/>
                </a:cubicBezTo>
                <a:cubicBezTo>
                  <a:pt x="25442" y="21429"/>
                  <a:pt x="25107" y="21611"/>
                  <a:pt x="24773" y="21763"/>
                </a:cubicBezTo>
                <a:cubicBezTo>
                  <a:pt x="23739" y="22067"/>
                  <a:pt x="22767" y="22493"/>
                  <a:pt x="21794" y="23040"/>
                </a:cubicBezTo>
                <a:cubicBezTo>
                  <a:pt x="20578" y="23709"/>
                  <a:pt x="19454" y="24560"/>
                  <a:pt x="18299" y="25381"/>
                </a:cubicBezTo>
                <a:cubicBezTo>
                  <a:pt x="17296" y="26140"/>
                  <a:pt x="16414" y="26839"/>
                  <a:pt x="15989" y="28055"/>
                </a:cubicBezTo>
                <a:cubicBezTo>
                  <a:pt x="15259" y="30213"/>
                  <a:pt x="14590" y="32402"/>
                  <a:pt x="14013" y="34651"/>
                </a:cubicBezTo>
                <a:cubicBezTo>
                  <a:pt x="13739" y="35198"/>
                  <a:pt x="13435" y="35715"/>
                  <a:pt x="13131" y="36201"/>
                </a:cubicBezTo>
                <a:cubicBezTo>
                  <a:pt x="12463" y="37478"/>
                  <a:pt x="12067" y="38755"/>
                  <a:pt x="11703" y="40122"/>
                </a:cubicBezTo>
                <a:cubicBezTo>
                  <a:pt x="11551" y="40700"/>
                  <a:pt x="11247" y="41156"/>
                  <a:pt x="11095" y="41764"/>
                </a:cubicBezTo>
                <a:cubicBezTo>
                  <a:pt x="10943" y="42493"/>
                  <a:pt x="10791" y="43223"/>
                  <a:pt x="10517" y="43861"/>
                </a:cubicBezTo>
                <a:cubicBezTo>
                  <a:pt x="10031" y="45046"/>
                  <a:pt x="9423" y="46171"/>
                  <a:pt x="8694" y="47205"/>
                </a:cubicBezTo>
                <a:cubicBezTo>
                  <a:pt x="8329" y="47691"/>
                  <a:pt x="7934" y="48177"/>
                  <a:pt x="7599" y="48724"/>
                </a:cubicBezTo>
                <a:cubicBezTo>
                  <a:pt x="6839" y="49971"/>
                  <a:pt x="6444" y="51460"/>
                  <a:pt x="6080" y="52888"/>
                </a:cubicBezTo>
                <a:cubicBezTo>
                  <a:pt x="5472" y="55290"/>
                  <a:pt x="5046" y="57995"/>
                  <a:pt x="3830" y="60183"/>
                </a:cubicBezTo>
                <a:cubicBezTo>
                  <a:pt x="3769" y="60335"/>
                  <a:pt x="3678" y="60457"/>
                  <a:pt x="3648" y="60609"/>
                </a:cubicBezTo>
                <a:cubicBezTo>
                  <a:pt x="3617" y="60883"/>
                  <a:pt x="3678" y="61095"/>
                  <a:pt x="3709" y="61369"/>
                </a:cubicBezTo>
                <a:cubicBezTo>
                  <a:pt x="3800" y="61977"/>
                  <a:pt x="3617" y="62585"/>
                  <a:pt x="3192" y="63010"/>
                </a:cubicBezTo>
                <a:cubicBezTo>
                  <a:pt x="2918" y="63284"/>
                  <a:pt x="2493" y="63527"/>
                  <a:pt x="2584" y="63952"/>
                </a:cubicBezTo>
                <a:lnTo>
                  <a:pt x="2918" y="63952"/>
                </a:lnTo>
                <a:cubicBezTo>
                  <a:pt x="2402" y="65016"/>
                  <a:pt x="2189" y="66019"/>
                  <a:pt x="2007" y="67174"/>
                </a:cubicBezTo>
                <a:cubicBezTo>
                  <a:pt x="1885" y="67874"/>
                  <a:pt x="1551" y="68512"/>
                  <a:pt x="1338" y="69150"/>
                </a:cubicBezTo>
                <a:cubicBezTo>
                  <a:pt x="882" y="70457"/>
                  <a:pt x="0" y="72007"/>
                  <a:pt x="31" y="73406"/>
                </a:cubicBezTo>
                <a:cubicBezTo>
                  <a:pt x="61" y="74986"/>
                  <a:pt x="274" y="76415"/>
                  <a:pt x="821" y="77904"/>
                </a:cubicBezTo>
                <a:cubicBezTo>
                  <a:pt x="1247" y="78998"/>
                  <a:pt x="2098" y="79789"/>
                  <a:pt x="2706" y="80822"/>
                </a:cubicBezTo>
                <a:cubicBezTo>
                  <a:pt x="2858" y="81065"/>
                  <a:pt x="2949" y="81278"/>
                  <a:pt x="3192" y="81460"/>
                </a:cubicBezTo>
                <a:cubicBezTo>
                  <a:pt x="3330" y="81621"/>
                  <a:pt x="3538" y="81695"/>
                  <a:pt x="3736" y="81695"/>
                </a:cubicBezTo>
                <a:cubicBezTo>
                  <a:pt x="3800" y="81695"/>
                  <a:pt x="3862" y="81688"/>
                  <a:pt x="3921" y="81673"/>
                </a:cubicBezTo>
                <a:cubicBezTo>
                  <a:pt x="4104" y="81582"/>
                  <a:pt x="4286" y="81400"/>
                  <a:pt x="4286" y="81156"/>
                </a:cubicBezTo>
                <a:cubicBezTo>
                  <a:pt x="4286" y="81004"/>
                  <a:pt x="4286" y="80852"/>
                  <a:pt x="4225" y="80700"/>
                </a:cubicBezTo>
                <a:cubicBezTo>
                  <a:pt x="3921" y="79606"/>
                  <a:pt x="3253" y="78573"/>
                  <a:pt x="2918" y="77509"/>
                </a:cubicBezTo>
                <a:cubicBezTo>
                  <a:pt x="2554" y="76415"/>
                  <a:pt x="2493" y="75138"/>
                  <a:pt x="3222" y="74257"/>
                </a:cubicBezTo>
                <a:cubicBezTo>
                  <a:pt x="3291" y="74165"/>
                  <a:pt x="3395" y="74073"/>
                  <a:pt x="3481" y="74073"/>
                </a:cubicBezTo>
                <a:cubicBezTo>
                  <a:pt x="3509" y="74073"/>
                  <a:pt x="3534" y="74082"/>
                  <a:pt x="3557" y="74105"/>
                </a:cubicBezTo>
                <a:cubicBezTo>
                  <a:pt x="3648" y="74135"/>
                  <a:pt x="3678" y="74165"/>
                  <a:pt x="3709" y="74257"/>
                </a:cubicBezTo>
                <a:cubicBezTo>
                  <a:pt x="4165" y="74925"/>
                  <a:pt x="3830" y="75898"/>
                  <a:pt x="3982" y="76688"/>
                </a:cubicBezTo>
                <a:cubicBezTo>
                  <a:pt x="4073" y="77053"/>
                  <a:pt x="4225" y="77387"/>
                  <a:pt x="4438" y="77691"/>
                </a:cubicBezTo>
                <a:cubicBezTo>
                  <a:pt x="4560" y="77813"/>
                  <a:pt x="4681" y="77934"/>
                  <a:pt x="4833" y="77934"/>
                </a:cubicBezTo>
                <a:cubicBezTo>
                  <a:pt x="5046" y="77934"/>
                  <a:pt x="5198" y="77661"/>
                  <a:pt x="5228" y="77448"/>
                </a:cubicBezTo>
                <a:cubicBezTo>
                  <a:pt x="5502" y="76536"/>
                  <a:pt x="5289" y="75503"/>
                  <a:pt x="5472" y="74591"/>
                </a:cubicBezTo>
                <a:cubicBezTo>
                  <a:pt x="5624" y="73709"/>
                  <a:pt x="6080" y="72950"/>
                  <a:pt x="6110" y="72068"/>
                </a:cubicBezTo>
                <a:cubicBezTo>
                  <a:pt x="6140" y="70852"/>
                  <a:pt x="5380" y="69697"/>
                  <a:pt x="5624" y="68542"/>
                </a:cubicBezTo>
                <a:cubicBezTo>
                  <a:pt x="5745" y="68025"/>
                  <a:pt x="5745" y="67296"/>
                  <a:pt x="5988" y="66810"/>
                </a:cubicBezTo>
                <a:cubicBezTo>
                  <a:pt x="6201" y="66870"/>
                  <a:pt x="6383" y="66901"/>
                  <a:pt x="6566" y="66962"/>
                </a:cubicBezTo>
                <a:cubicBezTo>
                  <a:pt x="6718" y="66688"/>
                  <a:pt x="6870" y="66445"/>
                  <a:pt x="7022" y="66202"/>
                </a:cubicBezTo>
                <a:cubicBezTo>
                  <a:pt x="7265" y="66293"/>
                  <a:pt x="7478" y="66445"/>
                  <a:pt x="7721" y="66567"/>
                </a:cubicBezTo>
                <a:cubicBezTo>
                  <a:pt x="7782" y="66597"/>
                  <a:pt x="7873" y="66658"/>
                  <a:pt x="7964" y="66688"/>
                </a:cubicBezTo>
                <a:cubicBezTo>
                  <a:pt x="8177" y="66688"/>
                  <a:pt x="8329" y="66536"/>
                  <a:pt x="8420" y="66384"/>
                </a:cubicBezTo>
                <a:cubicBezTo>
                  <a:pt x="9879" y="64439"/>
                  <a:pt x="10973" y="62493"/>
                  <a:pt x="11672" y="60214"/>
                </a:cubicBezTo>
                <a:cubicBezTo>
                  <a:pt x="12219" y="58360"/>
                  <a:pt x="13496" y="56931"/>
                  <a:pt x="13982" y="55047"/>
                </a:cubicBezTo>
                <a:cubicBezTo>
                  <a:pt x="14347" y="53618"/>
                  <a:pt x="14560" y="51825"/>
                  <a:pt x="15198" y="50487"/>
                </a:cubicBezTo>
                <a:cubicBezTo>
                  <a:pt x="16080" y="48755"/>
                  <a:pt x="17843" y="47205"/>
                  <a:pt x="18967" y="45594"/>
                </a:cubicBezTo>
                <a:cubicBezTo>
                  <a:pt x="19332" y="45077"/>
                  <a:pt x="19727" y="44530"/>
                  <a:pt x="20062" y="43952"/>
                </a:cubicBezTo>
                <a:cubicBezTo>
                  <a:pt x="20183" y="44378"/>
                  <a:pt x="20274" y="44803"/>
                  <a:pt x="20335" y="45229"/>
                </a:cubicBezTo>
                <a:cubicBezTo>
                  <a:pt x="20669" y="48147"/>
                  <a:pt x="20730" y="51308"/>
                  <a:pt x="20487" y="54256"/>
                </a:cubicBezTo>
                <a:cubicBezTo>
                  <a:pt x="20396" y="54986"/>
                  <a:pt x="20335" y="55776"/>
                  <a:pt x="20669" y="56414"/>
                </a:cubicBezTo>
                <a:cubicBezTo>
                  <a:pt x="20821" y="56718"/>
                  <a:pt x="21095" y="56962"/>
                  <a:pt x="21247" y="57265"/>
                </a:cubicBezTo>
                <a:cubicBezTo>
                  <a:pt x="21703" y="57995"/>
                  <a:pt x="21855" y="58907"/>
                  <a:pt x="21551" y="59697"/>
                </a:cubicBezTo>
                <a:cubicBezTo>
                  <a:pt x="20366" y="62919"/>
                  <a:pt x="20852" y="65898"/>
                  <a:pt x="20578" y="69302"/>
                </a:cubicBezTo>
                <a:cubicBezTo>
                  <a:pt x="20366" y="71916"/>
                  <a:pt x="20639" y="74591"/>
                  <a:pt x="21338" y="77083"/>
                </a:cubicBezTo>
                <a:cubicBezTo>
                  <a:pt x="22007" y="79333"/>
                  <a:pt x="22554" y="82038"/>
                  <a:pt x="22250" y="84348"/>
                </a:cubicBezTo>
                <a:cubicBezTo>
                  <a:pt x="21946" y="86719"/>
                  <a:pt x="20821" y="88968"/>
                  <a:pt x="21004" y="91339"/>
                </a:cubicBezTo>
                <a:cubicBezTo>
                  <a:pt x="20578" y="92068"/>
                  <a:pt x="20274" y="92828"/>
                  <a:pt x="19940" y="93619"/>
                </a:cubicBezTo>
                <a:cubicBezTo>
                  <a:pt x="19818" y="93892"/>
                  <a:pt x="19727" y="94196"/>
                  <a:pt x="19606" y="94470"/>
                </a:cubicBezTo>
                <a:cubicBezTo>
                  <a:pt x="19362" y="95017"/>
                  <a:pt x="19150" y="95564"/>
                  <a:pt x="18907" y="96141"/>
                </a:cubicBezTo>
                <a:cubicBezTo>
                  <a:pt x="17508" y="99637"/>
                  <a:pt x="16292" y="103193"/>
                  <a:pt x="15320" y="106841"/>
                </a:cubicBezTo>
                <a:cubicBezTo>
                  <a:pt x="14408" y="110063"/>
                  <a:pt x="13375" y="113254"/>
                  <a:pt x="12675" y="116537"/>
                </a:cubicBezTo>
                <a:cubicBezTo>
                  <a:pt x="12463" y="117509"/>
                  <a:pt x="12159" y="118543"/>
                  <a:pt x="12007" y="119546"/>
                </a:cubicBezTo>
                <a:cubicBezTo>
                  <a:pt x="11855" y="120367"/>
                  <a:pt x="11520" y="121309"/>
                  <a:pt x="11581" y="122160"/>
                </a:cubicBezTo>
                <a:cubicBezTo>
                  <a:pt x="11612" y="122525"/>
                  <a:pt x="11764" y="122981"/>
                  <a:pt x="11551" y="123285"/>
                </a:cubicBezTo>
                <a:cubicBezTo>
                  <a:pt x="11460" y="123406"/>
                  <a:pt x="11368" y="123497"/>
                  <a:pt x="11277" y="123558"/>
                </a:cubicBezTo>
                <a:cubicBezTo>
                  <a:pt x="10457" y="124348"/>
                  <a:pt x="10669" y="126142"/>
                  <a:pt x="11125" y="127084"/>
                </a:cubicBezTo>
                <a:cubicBezTo>
                  <a:pt x="11216" y="127297"/>
                  <a:pt x="11612" y="127206"/>
                  <a:pt x="11703" y="127388"/>
                </a:cubicBezTo>
                <a:cubicBezTo>
                  <a:pt x="11916" y="127935"/>
                  <a:pt x="11612" y="128908"/>
                  <a:pt x="11581" y="129485"/>
                </a:cubicBezTo>
                <a:cubicBezTo>
                  <a:pt x="11520" y="130732"/>
                  <a:pt x="11156" y="132008"/>
                  <a:pt x="11125" y="133254"/>
                </a:cubicBezTo>
                <a:cubicBezTo>
                  <a:pt x="11125" y="133923"/>
                  <a:pt x="11277" y="134653"/>
                  <a:pt x="11733" y="135230"/>
                </a:cubicBezTo>
                <a:cubicBezTo>
                  <a:pt x="11824" y="135352"/>
                  <a:pt x="11885" y="135412"/>
                  <a:pt x="12007" y="135443"/>
                </a:cubicBezTo>
                <a:cubicBezTo>
                  <a:pt x="12128" y="135504"/>
                  <a:pt x="12189" y="135534"/>
                  <a:pt x="12311" y="135534"/>
                </a:cubicBezTo>
                <a:cubicBezTo>
                  <a:pt x="12702" y="135590"/>
                  <a:pt x="13102" y="135603"/>
                  <a:pt x="13505" y="135603"/>
                </a:cubicBezTo>
                <a:cubicBezTo>
                  <a:pt x="13861" y="135603"/>
                  <a:pt x="14219" y="135593"/>
                  <a:pt x="14578" y="135593"/>
                </a:cubicBezTo>
                <a:cubicBezTo>
                  <a:pt x="15143" y="135593"/>
                  <a:pt x="15708" y="135618"/>
                  <a:pt x="16262" y="135747"/>
                </a:cubicBezTo>
                <a:cubicBezTo>
                  <a:pt x="16533" y="135808"/>
                  <a:pt x="16778" y="135830"/>
                  <a:pt x="17011" y="135830"/>
                </a:cubicBezTo>
                <a:cubicBezTo>
                  <a:pt x="17354" y="135830"/>
                  <a:pt x="17669" y="135783"/>
                  <a:pt x="17995" y="135747"/>
                </a:cubicBezTo>
                <a:lnTo>
                  <a:pt x="18268" y="135747"/>
                </a:lnTo>
                <a:cubicBezTo>
                  <a:pt x="19180" y="135808"/>
                  <a:pt x="20183" y="136112"/>
                  <a:pt x="21095" y="136203"/>
                </a:cubicBezTo>
                <a:cubicBezTo>
                  <a:pt x="21612" y="136294"/>
                  <a:pt x="22098" y="136416"/>
                  <a:pt x="22615" y="136507"/>
                </a:cubicBezTo>
                <a:cubicBezTo>
                  <a:pt x="23253" y="136507"/>
                  <a:pt x="23891" y="136568"/>
                  <a:pt x="24499" y="136568"/>
                </a:cubicBezTo>
                <a:cubicBezTo>
                  <a:pt x="25018" y="136568"/>
                  <a:pt x="25536" y="136620"/>
                  <a:pt x="26049" y="136620"/>
                </a:cubicBezTo>
                <a:cubicBezTo>
                  <a:pt x="26407" y="136620"/>
                  <a:pt x="26763" y="136594"/>
                  <a:pt x="27113" y="136507"/>
                </a:cubicBezTo>
                <a:cubicBezTo>
                  <a:pt x="27995" y="136324"/>
                  <a:pt x="28937" y="135291"/>
                  <a:pt x="28603" y="134318"/>
                </a:cubicBezTo>
                <a:cubicBezTo>
                  <a:pt x="28451" y="133923"/>
                  <a:pt x="28116" y="133710"/>
                  <a:pt x="27721" y="133558"/>
                </a:cubicBezTo>
                <a:cubicBezTo>
                  <a:pt x="26718" y="133102"/>
                  <a:pt x="25533" y="133011"/>
                  <a:pt x="24439" y="132798"/>
                </a:cubicBezTo>
                <a:cubicBezTo>
                  <a:pt x="23010" y="132464"/>
                  <a:pt x="21916" y="131856"/>
                  <a:pt x="20791" y="130975"/>
                </a:cubicBezTo>
                <a:cubicBezTo>
                  <a:pt x="20335" y="130640"/>
                  <a:pt x="19818" y="130245"/>
                  <a:pt x="19362" y="129911"/>
                </a:cubicBezTo>
                <a:cubicBezTo>
                  <a:pt x="19119" y="129668"/>
                  <a:pt x="18755" y="129425"/>
                  <a:pt x="18815" y="129029"/>
                </a:cubicBezTo>
                <a:cubicBezTo>
                  <a:pt x="18846" y="128422"/>
                  <a:pt x="18907" y="127844"/>
                  <a:pt x="18967" y="127236"/>
                </a:cubicBezTo>
                <a:cubicBezTo>
                  <a:pt x="18967" y="127145"/>
                  <a:pt x="18998" y="127023"/>
                  <a:pt x="19059" y="126932"/>
                </a:cubicBezTo>
                <a:cubicBezTo>
                  <a:pt x="19125" y="126866"/>
                  <a:pt x="19220" y="126852"/>
                  <a:pt x="19324" y="126852"/>
                </a:cubicBezTo>
                <a:cubicBezTo>
                  <a:pt x="19402" y="126852"/>
                  <a:pt x="19485" y="126859"/>
                  <a:pt x="19564" y="126859"/>
                </a:cubicBezTo>
                <a:cubicBezTo>
                  <a:pt x="19621" y="126859"/>
                  <a:pt x="19677" y="126855"/>
                  <a:pt x="19727" y="126841"/>
                </a:cubicBezTo>
                <a:cubicBezTo>
                  <a:pt x="19940" y="126750"/>
                  <a:pt x="20062" y="126476"/>
                  <a:pt x="20062" y="126263"/>
                </a:cubicBezTo>
                <a:cubicBezTo>
                  <a:pt x="20183" y="125473"/>
                  <a:pt x="20700" y="125048"/>
                  <a:pt x="20669" y="124197"/>
                </a:cubicBezTo>
                <a:cubicBezTo>
                  <a:pt x="20639" y="123680"/>
                  <a:pt x="20487" y="123680"/>
                  <a:pt x="20791" y="123224"/>
                </a:cubicBezTo>
                <a:cubicBezTo>
                  <a:pt x="20943" y="122981"/>
                  <a:pt x="21247" y="122981"/>
                  <a:pt x="21338" y="122738"/>
                </a:cubicBezTo>
                <a:cubicBezTo>
                  <a:pt x="21460" y="122494"/>
                  <a:pt x="21338" y="122221"/>
                  <a:pt x="21277" y="121978"/>
                </a:cubicBezTo>
                <a:cubicBezTo>
                  <a:pt x="21034" y="120975"/>
                  <a:pt x="21460" y="120002"/>
                  <a:pt x="21946" y="119120"/>
                </a:cubicBezTo>
                <a:cubicBezTo>
                  <a:pt x="23314" y="116598"/>
                  <a:pt x="23922" y="113649"/>
                  <a:pt x="24621" y="110914"/>
                </a:cubicBezTo>
                <a:cubicBezTo>
                  <a:pt x="25350" y="107996"/>
                  <a:pt x="25989" y="105017"/>
                  <a:pt x="26901" y="102129"/>
                </a:cubicBezTo>
                <a:cubicBezTo>
                  <a:pt x="27083" y="101521"/>
                  <a:pt x="27205" y="100914"/>
                  <a:pt x="27478" y="100336"/>
                </a:cubicBezTo>
                <a:cubicBezTo>
                  <a:pt x="27782" y="99667"/>
                  <a:pt x="28268" y="99059"/>
                  <a:pt x="28633" y="98421"/>
                </a:cubicBezTo>
                <a:cubicBezTo>
                  <a:pt x="29089" y="97600"/>
                  <a:pt x="29393" y="96689"/>
                  <a:pt x="29697" y="95837"/>
                </a:cubicBezTo>
                <a:cubicBezTo>
                  <a:pt x="30275" y="94075"/>
                  <a:pt x="30730" y="92129"/>
                  <a:pt x="31521" y="90518"/>
                </a:cubicBezTo>
                <a:lnTo>
                  <a:pt x="31521" y="90518"/>
                </a:lnTo>
                <a:cubicBezTo>
                  <a:pt x="32493" y="90883"/>
                  <a:pt x="31490" y="94470"/>
                  <a:pt x="31308" y="95230"/>
                </a:cubicBezTo>
                <a:cubicBezTo>
                  <a:pt x="30822" y="97661"/>
                  <a:pt x="30366" y="100093"/>
                  <a:pt x="30062" y="102555"/>
                </a:cubicBezTo>
                <a:cubicBezTo>
                  <a:pt x="29910" y="103680"/>
                  <a:pt x="29819" y="104835"/>
                  <a:pt x="29788" y="106020"/>
                </a:cubicBezTo>
                <a:cubicBezTo>
                  <a:pt x="29758" y="107175"/>
                  <a:pt x="29819" y="108360"/>
                  <a:pt x="29849" y="109546"/>
                </a:cubicBezTo>
                <a:cubicBezTo>
                  <a:pt x="29910" y="110883"/>
                  <a:pt x="30001" y="112129"/>
                  <a:pt x="30214" y="113406"/>
                </a:cubicBezTo>
                <a:cubicBezTo>
                  <a:pt x="30396" y="114683"/>
                  <a:pt x="30548" y="116385"/>
                  <a:pt x="30153" y="117570"/>
                </a:cubicBezTo>
                <a:cubicBezTo>
                  <a:pt x="30092" y="117813"/>
                  <a:pt x="29940" y="118087"/>
                  <a:pt x="29971" y="118391"/>
                </a:cubicBezTo>
                <a:cubicBezTo>
                  <a:pt x="30001" y="118877"/>
                  <a:pt x="30427" y="119303"/>
                  <a:pt x="30427" y="119789"/>
                </a:cubicBezTo>
                <a:cubicBezTo>
                  <a:pt x="30396" y="120245"/>
                  <a:pt x="29940" y="120640"/>
                  <a:pt x="29971" y="121096"/>
                </a:cubicBezTo>
                <a:cubicBezTo>
                  <a:pt x="30001" y="121613"/>
                  <a:pt x="30670" y="122008"/>
                  <a:pt x="30700" y="122586"/>
                </a:cubicBezTo>
                <a:cubicBezTo>
                  <a:pt x="30730" y="123041"/>
                  <a:pt x="30548" y="123528"/>
                  <a:pt x="30730" y="123893"/>
                </a:cubicBezTo>
                <a:cubicBezTo>
                  <a:pt x="30852" y="124136"/>
                  <a:pt x="31126" y="124288"/>
                  <a:pt x="31308" y="124470"/>
                </a:cubicBezTo>
                <a:cubicBezTo>
                  <a:pt x="31582" y="124713"/>
                  <a:pt x="31764" y="125017"/>
                  <a:pt x="31916" y="125352"/>
                </a:cubicBezTo>
                <a:cubicBezTo>
                  <a:pt x="31885" y="126020"/>
                  <a:pt x="31916" y="126719"/>
                  <a:pt x="31825" y="127358"/>
                </a:cubicBezTo>
                <a:cubicBezTo>
                  <a:pt x="31734" y="129029"/>
                  <a:pt x="30396" y="131856"/>
                  <a:pt x="32585" y="132707"/>
                </a:cubicBezTo>
                <a:cubicBezTo>
                  <a:pt x="33041" y="132920"/>
                  <a:pt x="33557" y="132950"/>
                  <a:pt x="34074" y="132981"/>
                </a:cubicBezTo>
                <a:cubicBezTo>
                  <a:pt x="34803" y="133072"/>
                  <a:pt x="35563" y="133102"/>
                  <a:pt x="36293" y="133163"/>
                </a:cubicBezTo>
                <a:cubicBezTo>
                  <a:pt x="36688" y="133224"/>
                  <a:pt x="37114" y="133254"/>
                  <a:pt x="37509" y="133406"/>
                </a:cubicBezTo>
                <a:cubicBezTo>
                  <a:pt x="37721" y="133528"/>
                  <a:pt x="37904" y="133619"/>
                  <a:pt x="38147" y="133771"/>
                </a:cubicBezTo>
                <a:cubicBezTo>
                  <a:pt x="38664" y="134136"/>
                  <a:pt x="39272" y="134288"/>
                  <a:pt x="39849" y="134592"/>
                </a:cubicBezTo>
                <a:cubicBezTo>
                  <a:pt x="40396" y="134896"/>
                  <a:pt x="40761" y="135139"/>
                  <a:pt x="41399" y="135382"/>
                </a:cubicBezTo>
                <a:cubicBezTo>
                  <a:pt x="42413" y="135759"/>
                  <a:pt x="43501" y="136118"/>
                  <a:pt x="44604" y="136118"/>
                </a:cubicBezTo>
                <a:cubicBezTo>
                  <a:pt x="44923" y="136118"/>
                  <a:pt x="45243" y="136089"/>
                  <a:pt x="45564" y="136020"/>
                </a:cubicBezTo>
                <a:cubicBezTo>
                  <a:pt x="47083" y="135686"/>
                  <a:pt x="48147" y="134470"/>
                  <a:pt x="46719" y="133224"/>
                </a:cubicBezTo>
                <a:cubicBezTo>
                  <a:pt x="45746" y="132343"/>
                  <a:pt x="44439" y="131887"/>
                  <a:pt x="43375" y="131127"/>
                </a:cubicBezTo>
                <a:cubicBezTo>
                  <a:pt x="42524" y="130519"/>
                  <a:pt x="41794" y="129668"/>
                  <a:pt x="41095" y="128877"/>
                </a:cubicBezTo>
                <a:lnTo>
                  <a:pt x="39728" y="127297"/>
                </a:lnTo>
                <a:cubicBezTo>
                  <a:pt x="39576" y="127145"/>
                  <a:pt x="39424" y="126932"/>
                  <a:pt x="39363" y="126719"/>
                </a:cubicBezTo>
                <a:cubicBezTo>
                  <a:pt x="39272" y="126476"/>
                  <a:pt x="39272" y="126233"/>
                  <a:pt x="39332" y="125990"/>
                </a:cubicBezTo>
                <a:cubicBezTo>
                  <a:pt x="39363" y="125473"/>
                  <a:pt x="39424" y="124926"/>
                  <a:pt x="39484" y="124409"/>
                </a:cubicBezTo>
                <a:cubicBezTo>
                  <a:pt x="39697" y="124288"/>
                  <a:pt x="39940" y="124166"/>
                  <a:pt x="40153" y="123862"/>
                </a:cubicBezTo>
                <a:cubicBezTo>
                  <a:pt x="40244" y="123801"/>
                  <a:pt x="40244" y="123649"/>
                  <a:pt x="40244" y="123528"/>
                </a:cubicBezTo>
                <a:cubicBezTo>
                  <a:pt x="40275" y="122829"/>
                  <a:pt x="40336" y="122130"/>
                  <a:pt x="40396" y="121431"/>
                </a:cubicBezTo>
                <a:cubicBezTo>
                  <a:pt x="40427" y="120944"/>
                  <a:pt x="40457" y="120397"/>
                  <a:pt x="40275" y="119941"/>
                </a:cubicBezTo>
                <a:cubicBezTo>
                  <a:pt x="40184" y="119728"/>
                  <a:pt x="40032" y="119546"/>
                  <a:pt x="39971" y="119303"/>
                </a:cubicBezTo>
                <a:cubicBezTo>
                  <a:pt x="39515" y="118087"/>
                  <a:pt x="40244" y="116962"/>
                  <a:pt x="39576" y="115747"/>
                </a:cubicBezTo>
                <a:cubicBezTo>
                  <a:pt x="39059" y="114743"/>
                  <a:pt x="39545" y="113619"/>
                  <a:pt x="39697" y="112585"/>
                </a:cubicBezTo>
                <a:cubicBezTo>
                  <a:pt x="39849" y="111370"/>
                  <a:pt x="39576" y="110123"/>
                  <a:pt x="39636" y="108908"/>
                </a:cubicBezTo>
                <a:cubicBezTo>
                  <a:pt x="39697" y="105929"/>
                  <a:pt x="39940" y="102980"/>
                  <a:pt x="40427" y="100093"/>
                </a:cubicBezTo>
                <a:cubicBezTo>
                  <a:pt x="40548" y="99394"/>
                  <a:pt x="40700" y="98664"/>
                  <a:pt x="40579" y="97996"/>
                </a:cubicBezTo>
                <a:cubicBezTo>
                  <a:pt x="40487" y="97661"/>
                  <a:pt x="40396" y="97296"/>
                  <a:pt x="40427" y="96962"/>
                </a:cubicBezTo>
                <a:cubicBezTo>
                  <a:pt x="40457" y="96597"/>
                  <a:pt x="40731" y="96263"/>
                  <a:pt x="40913" y="95898"/>
                </a:cubicBezTo>
                <a:cubicBezTo>
                  <a:pt x="41308" y="95230"/>
                  <a:pt x="41369" y="94470"/>
                  <a:pt x="41399" y="93649"/>
                </a:cubicBezTo>
                <a:cubicBezTo>
                  <a:pt x="41399" y="92828"/>
                  <a:pt x="41551" y="92129"/>
                  <a:pt x="41794" y="91278"/>
                </a:cubicBezTo>
                <a:cubicBezTo>
                  <a:pt x="42919" y="86962"/>
                  <a:pt x="43527" y="82707"/>
                  <a:pt x="44348" y="78299"/>
                </a:cubicBezTo>
                <a:cubicBezTo>
                  <a:pt x="44530" y="77175"/>
                  <a:pt x="44743" y="76020"/>
                  <a:pt x="44834" y="74895"/>
                </a:cubicBezTo>
                <a:cubicBezTo>
                  <a:pt x="44986" y="72494"/>
                  <a:pt x="44804" y="70153"/>
                  <a:pt x="45016" y="67782"/>
                </a:cubicBezTo>
                <a:cubicBezTo>
                  <a:pt x="45199" y="65442"/>
                  <a:pt x="45138" y="62919"/>
                  <a:pt x="44804" y="60609"/>
                </a:cubicBezTo>
                <a:cubicBezTo>
                  <a:pt x="44500" y="58816"/>
                  <a:pt x="43953" y="56962"/>
                  <a:pt x="44439" y="55199"/>
                </a:cubicBezTo>
                <a:cubicBezTo>
                  <a:pt x="44652" y="54591"/>
                  <a:pt x="44956" y="53983"/>
                  <a:pt x="45138" y="53375"/>
                </a:cubicBezTo>
                <a:cubicBezTo>
                  <a:pt x="45472" y="52281"/>
                  <a:pt x="45351" y="51065"/>
                  <a:pt x="45290" y="49940"/>
                </a:cubicBezTo>
                <a:cubicBezTo>
                  <a:pt x="45108" y="47539"/>
                  <a:pt x="44895" y="45138"/>
                  <a:pt x="44712" y="42797"/>
                </a:cubicBezTo>
                <a:cubicBezTo>
                  <a:pt x="44591" y="41612"/>
                  <a:pt x="44530" y="40396"/>
                  <a:pt x="44409" y="39210"/>
                </a:cubicBezTo>
                <a:cubicBezTo>
                  <a:pt x="44348" y="38299"/>
                  <a:pt x="44804" y="37083"/>
                  <a:pt x="44287" y="36293"/>
                </a:cubicBezTo>
                <a:cubicBezTo>
                  <a:pt x="44226" y="36141"/>
                  <a:pt x="44074" y="36019"/>
                  <a:pt x="43983" y="35867"/>
                </a:cubicBezTo>
                <a:cubicBezTo>
                  <a:pt x="43740" y="35381"/>
                  <a:pt x="43831" y="34773"/>
                  <a:pt x="43892" y="34195"/>
                </a:cubicBezTo>
                <a:cubicBezTo>
                  <a:pt x="43953" y="33071"/>
                  <a:pt x="43436" y="31946"/>
                  <a:pt x="43436" y="30852"/>
                </a:cubicBezTo>
                <a:cubicBezTo>
                  <a:pt x="43375" y="29940"/>
                  <a:pt x="44074" y="29423"/>
                  <a:pt x="44804" y="28906"/>
                </a:cubicBezTo>
                <a:cubicBezTo>
                  <a:pt x="46506" y="27782"/>
                  <a:pt x="48147" y="26475"/>
                  <a:pt x="49697" y="25107"/>
                </a:cubicBezTo>
                <a:cubicBezTo>
                  <a:pt x="50518" y="24408"/>
                  <a:pt x="51369" y="23648"/>
                  <a:pt x="52311" y="23101"/>
                </a:cubicBezTo>
                <a:cubicBezTo>
                  <a:pt x="53071" y="22675"/>
                  <a:pt x="53922" y="22432"/>
                  <a:pt x="54621" y="21976"/>
                </a:cubicBezTo>
                <a:cubicBezTo>
                  <a:pt x="55473" y="21399"/>
                  <a:pt x="55898" y="20548"/>
                  <a:pt x="56597" y="19909"/>
                </a:cubicBezTo>
                <a:cubicBezTo>
                  <a:pt x="57114" y="19453"/>
                  <a:pt x="57783" y="19149"/>
                  <a:pt x="58391" y="18876"/>
                </a:cubicBezTo>
                <a:cubicBezTo>
                  <a:pt x="58877" y="18663"/>
                  <a:pt x="58968" y="17903"/>
                  <a:pt x="59394" y="17508"/>
                </a:cubicBezTo>
                <a:cubicBezTo>
                  <a:pt x="59576" y="17326"/>
                  <a:pt x="59789" y="17204"/>
                  <a:pt x="59880" y="16961"/>
                </a:cubicBezTo>
                <a:cubicBezTo>
                  <a:pt x="59910" y="16839"/>
                  <a:pt x="59910" y="16718"/>
                  <a:pt x="60002" y="16657"/>
                </a:cubicBezTo>
                <a:lnTo>
                  <a:pt x="60093" y="16535"/>
                </a:lnTo>
                <a:cubicBezTo>
                  <a:pt x="60245" y="16444"/>
                  <a:pt x="60457" y="16414"/>
                  <a:pt x="60549" y="16292"/>
                </a:cubicBezTo>
                <a:cubicBezTo>
                  <a:pt x="60761" y="16140"/>
                  <a:pt x="60822" y="15927"/>
                  <a:pt x="61005" y="15775"/>
                </a:cubicBezTo>
                <a:cubicBezTo>
                  <a:pt x="61217" y="15654"/>
                  <a:pt x="61369" y="15624"/>
                  <a:pt x="61521" y="15441"/>
                </a:cubicBezTo>
                <a:cubicBezTo>
                  <a:pt x="61764" y="15137"/>
                  <a:pt x="62008" y="14833"/>
                  <a:pt x="62342" y="14620"/>
                </a:cubicBezTo>
                <a:cubicBezTo>
                  <a:pt x="62433" y="14590"/>
                  <a:pt x="62524" y="14560"/>
                  <a:pt x="62616" y="14438"/>
                </a:cubicBezTo>
                <a:cubicBezTo>
                  <a:pt x="62646" y="14377"/>
                  <a:pt x="62646" y="14286"/>
                  <a:pt x="62646" y="14225"/>
                </a:cubicBezTo>
                <a:cubicBezTo>
                  <a:pt x="62676" y="13344"/>
                  <a:pt x="63345" y="12797"/>
                  <a:pt x="63831" y="12158"/>
                </a:cubicBezTo>
                <a:cubicBezTo>
                  <a:pt x="64470" y="11338"/>
                  <a:pt x="65078" y="10487"/>
                  <a:pt x="65716" y="9605"/>
                </a:cubicBezTo>
                <a:cubicBezTo>
                  <a:pt x="66324" y="8785"/>
                  <a:pt x="67023" y="7447"/>
                  <a:pt x="68056" y="7082"/>
                </a:cubicBezTo>
                <a:cubicBezTo>
                  <a:pt x="68300" y="6961"/>
                  <a:pt x="68573" y="6961"/>
                  <a:pt x="68847" y="6961"/>
                </a:cubicBezTo>
                <a:cubicBezTo>
                  <a:pt x="69515" y="6961"/>
                  <a:pt x="70214" y="6961"/>
                  <a:pt x="70944" y="6930"/>
                </a:cubicBezTo>
                <a:cubicBezTo>
                  <a:pt x="71126" y="6930"/>
                  <a:pt x="71309" y="6930"/>
                  <a:pt x="71461" y="6839"/>
                </a:cubicBezTo>
                <a:cubicBezTo>
                  <a:pt x="71704" y="6778"/>
                  <a:pt x="71856" y="6626"/>
                  <a:pt x="72038" y="6414"/>
                </a:cubicBezTo>
                <a:cubicBezTo>
                  <a:pt x="72464" y="5958"/>
                  <a:pt x="72950" y="5411"/>
                  <a:pt x="73072" y="4742"/>
                </a:cubicBezTo>
                <a:lnTo>
                  <a:pt x="73072" y="4651"/>
                </a:lnTo>
                <a:cubicBezTo>
                  <a:pt x="73102" y="4286"/>
                  <a:pt x="72920" y="3952"/>
                  <a:pt x="72768" y="3648"/>
                </a:cubicBezTo>
                <a:cubicBezTo>
                  <a:pt x="72707" y="3617"/>
                  <a:pt x="72707" y="3587"/>
                  <a:pt x="72677" y="3496"/>
                </a:cubicBezTo>
                <a:cubicBezTo>
                  <a:pt x="72707" y="3496"/>
                  <a:pt x="72707" y="3465"/>
                  <a:pt x="72768" y="3465"/>
                </a:cubicBezTo>
                <a:cubicBezTo>
                  <a:pt x="72961" y="3465"/>
                  <a:pt x="73205" y="3591"/>
                  <a:pt x="73407" y="3591"/>
                </a:cubicBezTo>
                <a:cubicBezTo>
                  <a:pt x="73428" y="3591"/>
                  <a:pt x="73447" y="3590"/>
                  <a:pt x="73467" y="3587"/>
                </a:cubicBezTo>
                <a:cubicBezTo>
                  <a:pt x="73693" y="3552"/>
                  <a:pt x="74090" y="3457"/>
                  <a:pt x="74422" y="3457"/>
                </a:cubicBezTo>
                <a:cubicBezTo>
                  <a:pt x="74668" y="3457"/>
                  <a:pt x="74878" y="3510"/>
                  <a:pt x="74956" y="3678"/>
                </a:cubicBezTo>
                <a:cubicBezTo>
                  <a:pt x="75047" y="3891"/>
                  <a:pt x="75078" y="4104"/>
                  <a:pt x="75139" y="4286"/>
                </a:cubicBezTo>
                <a:cubicBezTo>
                  <a:pt x="75260" y="4560"/>
                  <a:pt x="75351" y="4863"/>
                  <a:pt x="75443" y="5137"/>
                </a:cubicBezTo>
                <a:cubicBezTo>
                  <a:pt x="75686" y="5806"/>
                  <a:pt x="75868" y="6505"/>
                  <a:pt x="76020" y="7234"/>
                </a:cubicBezTo>
                <a:cubicBezTo>
                  <a:pt x="76111" y="7569"/>
                  <a:pt x="76142" y="7903"/>
                  <a:pt x="76202" y="8237"/>
                </a:cubicBezTo>
                <a:cubicBezTo>
                  <a:pt x="76263" y="8511"/>
                  <a:pt x="76415" y="8785"/>
                  <a:pt x="76446" y="9058"/>
                </a:cubicBezTo>
                <a:cubicBezTo>
                  <a:pt x="76871" y="10639"/>
                  <a:pt x="77205" y="12250"/>
                  <a:pt x="77509" y="13830"/>
                </a:cubicBezTo>
                <a:cubicBezTo>
                  <a:pt x="77540" y="13982"/>
                  <a:pt x="77540" y="14134"/>
                  <a:pt x="77570" y="14256"/>
                </a:cubicBezTo>
                <a:cubicBezTo>
                  <a:pt x="77722" y="15076"/>
                  <a:pt x="77874" y="15958"/>
                  <a:pt x="78026" y="16809"/>
                </a:cubicBezTo>
                <a:cubicBezTo>
                  <a:pt x="77236" y="16900"/>
                  <a:pt x="76476" y="17174"/>
                  <a:pt x="75838" y="17599"/>
                </a:cubicBezTo>
                <a:cubicBezTo>
                  <a:pt x="75746" y="16900"/>
                  <a:pt x="75686" y="16201"/>
                  <a:pt x="75260" y="15684"/>
                </a:cubicBezTo>
                <a:cubicBezTo>
                  <a:pt x="74743" y="15046"/>
                  <a:pt x="74044" y="15168"/>
                  <a:pt x="73376" y="14985"/>
                </a:cubicBezTo>
                <a:cubicBezTo>
                  <a:pt x="73167" y="14925"/>
                  <a:pt x="72968" y="14899"/>
                  <a:pt x="72778" y="14899"/>
                </a:cubicBezTo>
                <a:cubicBezTo>
                  <a:pt x="72192" y="14899"/>
                  <a:pt x="71677" y="15151"/>
                  <a:pt x="71126" y="15472"/>
                </a:cubicBezTo>
                <a:cubicBezTo>
                  <a:pt x="70488" y="15836"/>
                  <a:pt x="69819" y="16231"/>
                  <a:pt x="69303" y="16718"/>
                </a:cubicBezTo>
                <a:cubicBezTo>
                  <a:pt x="69059" y="16900"/>
                  <a:pt x="68877" y="17174"/>
                  <a:pt x="68816" y="17447"/>
                </a:cubicBezTo>
                <a:cubicBezTo>
                  <a:pt x="68755" y="17569"/>
                  <a:pt x="68755" y="17630"/>
                  <a:pt x="68725" y="17751"/>
                </a:cubicBezTo>
                <a:cubicBezTo>
                  <a:pt x="68604" y="17934"/>
                  <a:pt x="68421" y="18055"/>
                  <a:pt x="68269" y="18238"/>
                </a:cubicBezTo>
                <a:cubicBezTo>
                  <a:pt x="68056" y="18511"/>
                  <a:pt x="68087" y="18937"/>
                  <a:pt x="68239" y="19241"/>
                </a:cubicBezTo>
                <a:cubicBezTo>
                  <a:pt x="68391" y="19545"/>
                  <a:pt x="68664" y="19757"/>
                  <a:pt x="68907" y="20031"/>
                </a:cubicBezTo>
                <a:cubicBezTo>
                  <a:pt x="68725" y="20396"/>
                  <a:pt x="68543" y="20791"/>
                  <a:pt x="68512" y="21156"/>
                </a:cubicBezTo>
                <a:cubicBezTo>
                  <a:pt x="68452" y="21581"/>
                  <a:pt x="68573" y="22037"/>
                  <a:pt x="68968" y="22280"/>
                </a:cubicBezTo>
                <a:cubicBezTo>
                  <a:pt x="69120" y="22341"/>
                  <a:pt x="69272" y="22432"/>
                  <a:pt x="69333" y="22584"/>
                </a:cubicBezTo>
                <a:cubicBezTo>
                  <a:pt x="69363" y="22645"/>
                  <a:pt x="69363" y="22766"/>
                  <a:pt x="69455" y="22827"/>
                </a:cubicBezTo>
                <a:cubicBezTo>
                  <a:pt x="69576" y="23070"/>
                  <a:pt x="69880" y="23101"/>
                  <a:pt x="70093" y="23131"/>
                </a:cubicBezTo>
                <a:cubicBezTo>
                  <a:pt x="70230" y="23159"/>
                  <a:pt x="70366" y="23174"/>
                  <a:pt x="70503" y="23174"/>
                </a:cubicBezTo>
                <a:cubicBezTo>
                  <a:pt x="70670" y="23174"/>
                  <a:pt x="70837" y="23151"/>
                  <a:pt x="71005" y="23101"/>
                </a:cubicBezTo>
                <a:cubicBezTo>
                  <a:pt x="71179" y="23054"/>
                  <a:pt x="71291" y="23017"/>
                  <a:pt x="71359" y="23017"/>
                </a:cubicBezTo>
                <a:cubicBezTo>
                  <a:pt x="71471" y="23017"/>
                  <a:pt x="71468" y="23116"/>
                  <a:pt x="71430" y="23435"/>
                </a:cubicBezTo>
                <a:cubicBezTo>
                  <a:pt x="71309" y="24256"/>
                  <a:pt x="71248" y="25016"/>
                  <a:pt x="71400" y="25806"/>
                </a:cubicBezTo>
                <a:cubicBezTo>
                  <a:pt x="71491" y="26384"/>
                  <a:pt x="71734" y="26931"/>
                  <a:pt x="71947" y="27478"/>
                </a:cubicBezTo>
                <a:cubicBezTo>
                  <a:pt x="72373" y="28420"/>
                  <a:pt x="72829" y="29423"/>
                  <a:pt x="73740" y="29909"/>
                </a:cubicBezTo>
                <a:cubicBezTo>
                  <a:pt x="74044" y="30061"/>
                  <a:pt x="74348" y="30122"/>
                  <a:pt x="74683" y="30213"/>
                </a:cubicBezTo>
                <a:cubicBezTo>
                  <a:pt x="75047" y="30274"/>
                  <a:pt x="75412" y="30396"/>
                  <a:pt x="75746" y="30487"/>
                </a:cubicBezTo>
                <a:cubicBezTo>
                  <a:pt x="75970" y="30541"/>
                  <a:pt x="76185" y="30560"/>
                  <a:pt x="76396" y="30560"/>
                </a:cubicBezTo>
                <a:cubicBezTo>
                  <a:pt x="76883" y="30560"/>
                  <a:pt x="77347" y="30459"/>
                  <a:pt x="77831" y="30459"/>
                </a:cubicBezTo>
                <a:cubicBezTo>
                  <a:pt x="77965" y="30459"/>
                  <a:pt x="78101" y="30467"/>
                  <a:pt x="78239" y="30487"/>
                </a:cubicBezTo>
                <a:cubicBezTo>
                  <a:pt x="78300" y="30487"/>
                  <a:pt x="78391" y="30517"/>
                  <a:pt x="78452" y="30548"/>
                </a:cubicBezTo>
                <a:cubicBezTo>
                  <a:pt x="78543" y="30639"/>
                  <a:pt x="78482" y="30730"/>
                  <a:pt x="78543" y="30821"/>
                </a:cubicBezTo>
                <a:cubicBezTo>
                  <a:pt x="78573" y="30943"/>
                  <a:pt x="78725" y="30973"/>
                  <a:pt x="78756" y="31125"/>
                </a:cubicBezTo>
                <a:cubicBezTo>
                  <a:pt x="79029" y="31733"/>
                  <a:pt x="79212" y="32371"/>
                  <a:pt x="79394" y="32979"/>
                </a:cubicBezTo>
                <a:cubicBezTo>
                  <a:pt x="79668" y="33830"/>
                  <a:pt x="79607" y="34317"/>
                  <a:pt x="78999" y="34955"/>
                </a:cubicBezTo>
                <a:cubicBezTo>
                  <a:pt x="78452" y="35533"/>
                  <a:pt x="77783" y="35897"/>
                  <a:pt x="77054" y="36201"/>
                </a:cubicBezTo>
                <a:cubicBezTo>
                  <a:pt x="76476" y="36475"/>
                  <a:pt x="75868" y="36718"/>
                  <a:pt x="75443" y="37113"/>
                </a:cubicBezTo>
                <a:cubicBezTo>
                  <a:pt x="73588" y="38907"/>
                  <a:pt x="74227" y="42037"/>
                  <a:pt x="73680" y="44347"/>
                </a:cubicBezTo>
                <a:cubicBezTo>
                  <a:pt x="72920" y="47508"/>
                  <a:pt x="71704" y="50548"/>
                  <a:pt x="71035" y="53740"/>
                </a:cubicBezTo>
                <a:cubicBezTo>
                  <a:pt x="70853" y="54560"/>
                  <a:pt x="70701" y="55411"/>
                  <a:pt x="70518" y="56202"/>
                </a:cubicBezTo>
                <a:lnTo>
                  <a:pt x="70184" y="57782"/>
                </a:lnTo>
                <a:cubicBezTo>
                  <a:pt x="69941" y="58937"/>
                  <a:pt x="70549" y="60031"/>
                  <a:pt x="71126" y="61035"/>
                </a:cubicBezTo>
                <a:cubicBezTo>
                  <a:pt x="71704" y="61977"/>
                  <a:pt x="72160" y="62919"/>
                  <a:pt x="72616" y="63952"/>
                </a:cubicBezTo>
                <a:cubicBezTo>
                  <a:pt x="73619" y="66141"/>
                  <a:pt x="74774" y="68329"/>
                  <a:pt x="76324" y="70184"/>
                </a:cubicBezTo>
                <a:cubicBezTo>
                  <a:pt x="77783" y="71886"/>
                  <a:pt x="78117" y="73406"/>
                  <a:pt x="78482" y="75624"/>
                </a:cubicBezTo>
                <a:cubicBezTo>
                  <a:pt x="78908" y="77965"/>
                  <a:pt x="79485" y="80336"/>
                  <a:pt x="80093" y="82646"/>
                </a:cubicBezTo>
                <a:cubicBezTo>
                  <a:pt x="81035" y="86141"/>
                  <a:pt x="80731" y="89059"/>
                  <a:pt x="80519" y="92676"/>
                </a:cubicBezTo>
                <a:cubicBezTo>
                  <a:pt x="80458" y="93163"/>
                  <a:pt x="80427" y="93649"/>
                  <a:pt x="80579" y="94105"/>
                </a:cubicBezTo>
                <a:cubicBezTo>
                  <a:pt x="80731" y="94561"/>
                  <a:pt x="81066" y="94986"/>
                  <a:pt x="81582" y="95078"/>
                </a:cubicBezTo>
                <a:cubicBezTo>
                  <a:pt x="81612" y="95082"/>
                  <a:pt x="81642" y="95084"/>
                  <a:pt x="81673" y="95084"/>
                </a:cubicBezTo>
                <a:cubicBezTo>
                  <a:pt x="81869" y="95084"/>
                  <a:pt x="82098" y="95008"/>
                  <a:pt x="82282" y="94956"/>
                </a:cubicBezTo>
                <a:cubicBezTo>
                  <a:pt x="83102" y="94713"/>
                  <a:pt x="83893" y="94561"/>
                  <a:pt x="84683" y="94409"/>
                </a:cubicBezTo>
                <a:cubicBezTo>
                  <a:pt x="84713" y="94500"/>
                  <a:pt x="84713" y="94561"/>
                  <a:pt x="84774" y="94652"/>
                </a:cubicBezTo>
                <a:cubicBezTo>
                  <a:pt x="85017" y="95625"/>
                  <a:pt x="85291" y="96597"/>
                  <a:pt x="85534" y="97570"/>
                </a:cubicBezTo>
                <a:cubicBezTo>
                  <a:pt x="85564" y="97813"/>
                  <a:pt x="85625" y="97996"/>
                  <a:pt x="85595" y="98208"/>
                </a:cubicBezTo>
                <a:cubicBezTo>
                  <a:pt x="85534" y="98786"/>
                  <a:pt x="84926" y="99059"/>
                  <a:pt x="84409" y="99333"/>
                </a:cubicBezTo>
                <a:cubicBezTo>
                  <a:pt x="80245" y="101339"/>
                  <a:pt x="77631" y="105503"/>
                  <a:pt x="75351" y="109546"/>
                </a:cubicBezTo>
                <a:cubicBezTo>
                  <a:pt x="74470" y="111096"/>
                  <a:pt x="73619" y="112646"/>
                  <a:pt x="72859" y="114257"/>
                </a:cubicBezTo>
                <a:cubicBezTo>
                  <a:pt x="72403" y="115169"/>
                  <a:pt x="71795" y="116111"/>
                  <a:pt x="70853" y="116537"/>
                </a:cubicBezTo>
                <a:cubicBezTo>
                  <a:pt x="70123" y="116841"/>
                  <a:pt x="69303" y="116810"/>
                  <a:pt x="68604" y="117206"/>
                </a:cubicBezTo>
                <a:cubicBezTo>
                  <a:pt x="68117" y="117509"/>
                  <a:pt x="67813" y="118026"/>
                  <a:pt x="67509" y="118513"/>
                </a:cubicBezTo>
                <a:cubicBezTo>
                  <a:pt x="67053" y="119272"/>
                  <a:pt x="66597" y="120063"/>
                  <a:pt x="66141" y="120823"/>
                </a:cubicBezTo>
                <a:cubicBezTo>
                  <a:pt x="65929" y="121218"/>
                  <a:pt x="65716" y="121826"/>
                  <a:pt x="66111" y="122038"/>
                </a:cubicBezTo>
                <a:cubicBezTo>
                  <a:pt x="66193" y="122093"/>
                  <a:pt x="66280" y="122117"/>
                  <a:pt x="66368" y="122117"/>
                </a:cubicBezTo>
                <a:cubicBezTo>
                  <a:pt x="66671" y="122117"/>
                  <a:pt x="66987" y="121835"/>
                  <a:pt x="67175" y="121552"/>
                </a:cubicBezTo>
                <a:cubicBezTo>
                  <a:pt x="67388" y="121157"/>
                  <a:pt x="67631" y="120701"/>
                  <a:pt x="68056" y="120640"/>
                </a:cubicBezTo>
                <a:cubicBezTo>
                  <a:pt x="68075" y="120639"/>
                  <a:pt x="68094" y="120638"/>
                  <a:pt x="68113" y="120638"/>
                </a:cubicBezTo>
                <a:cubicBezTo>
                  <a:pt x="68425" y="120638"/>
                  <a:pt x="68702" y="120870"/>
                  <a:pt x="68816" y="121157"/>
                </a:cubicBezTo>
                <a:cubicBezTo>
                  <a:pt x="69515" y="122890"/>
                  <a:pt x="68543" y="125260"/>
                  <a:pt x="68877" y="127145"/>
                </a:cubicBezTo>
                <a:cubicBezTo>
                  <a:pt x="69151" y="128422"/>
                  <a:pt x="69911" y="129607"/>
                  <a:pt x="70670" y="130671"/>
                </a:cubicBezTo>
                <a:cubicBezTo>
                  <a:pt x="71430" y="131735"/>
                  <a:pt x="72342" y="132859"/>
                  <a:pt x="73619" y="132981"/>
                </a:cubicBezTo>
                <a:cubicBezTo>
                  <a:pt x="73672" y="132987"/>
                  <a:pt x="73722" y="132990"/>
                  <a:pt x="73768" y="132990"/>
                </a:cubicBezTo>
                <a:cubicBezTo>
                  <a:pt x="74375" y="132990"/>
                  <a:pt x="74357" y="132452"/>
                  <a:pt x="74470" y="131887"/>
                </a:cubicBezTo>
                <a:cubicBezTo>
                  <a:pt x="74591" y="131248"/>
                  <a:pt x="74591" y="130580"/>
                  <a:pt x="74531" y="129911"/>
                </a:cubicBezTo>
                <a:cubicBezTo>
                  <a:pt x="74500" y="129121"/>
                  <a:pt x="74318" y="128300"/>
                  <a:pt x="74348" y="127510"/>
                </a:cubicBezTo>
                <a:cubicBezTo>
                  <a:pt x="74348" y="126841"/>
                  <a:pt x="74470" y="126172"/>
                  <a:pt x="74591" y="125534"/>
                </a:cubicBezTo>
                <a:cubicBezTo>
                  <a:pt x="74774" y="124470"/>
                  <a:pt x="74956" y="123376"/>
                  <a:pt x="75139" y="122312"/>
                </a:cubicBezTo>
                <a:cubicBezTo>
                  <a:pt x="75230" y="121826"/>
                  <a:pt x="75412" y="121309"/>
                  <a:pt x="75655" y="120853"/>
                </a:cubicBezTo>
                <a:cubicBezTo>
                  <a:pt x="76111" y="120002"/>
                  <a:pt x="76567" y="119090"/>
                  <a:pt x="77114" y="118239"/>
                </a:cubicBezTo>
                <a:cubicBezTo>
                  <a:pt x="78239" y="116658"/>
                  <a:pt x="79698" y="115351"/>
                  <a:pt x="81157" y="114075"/>
                </a:cubicBezTo>
                <a:cubicBezTo>
                  <a:pt x="82069" y="113224"/>
                  <a:pt x="82950" y="112342"/>
                  <a:pt x="83862" y="111522"/>
                </a:cubicBezTo>
                <a:lnTo>
                  <a:pt x="83862" y="111522"/>
                </a:lnTo>
                <a:cubicBezTo>
                  <a:pt x="83741" y="113102"/>
                  <a:pt x="83801" y="114743"/>
                  <a:pt x="83741" y="116354"/>
                </a:cubicBezTo>
                <a:cubicBezTo>
                  <a:pt x="83710" y="118117"/>
                  <a:pt x="83406" y="119911"/>
                  <a:pt x="83193" y="121704"/>
                </a:cubicBezTo>
                <a:cubicBezTo>
                  <a:pt x="83133" y="122464"/>
                  <a:pt x="83041" y="123254"/>
                  <a:pt x="82859" y="124014"/>
                </a:cubicBezTo>
                <a:cubicBezTo>
                  <a:pt x="82829" y="124136"/>
                  <a:pt x="82798" y="124288"/>
                  <a:pt x="82738" y="124409"/>
                </a:cubicBezTo>
                <a:cubicBezTo>
                  <a:pt x="82677" y="124592"/>
                  <a:pt x="82525" y="124713"/>
                  <a:pt x="82403" y="124865"/>
                </a:cubicBezTo>
                <a:cubicBezTo>
                  <a:pt x="81947" y="125412"/>
                  <a:pt x="81795" y="126142"/>
                  <a:pt x="81522" y="126841"/>
                </a:cubicBezTo>
                <a:cubicBezTo>
                  <a:pt x="81279" y="127510"/>
                  <a:pt x="81218" y="128270"/>
                  <a:pt x="81309" y="128969"/>
                </a:cubicBezTo>
                <a:cubicBezTo>
                  <a:pt x="81370" y="129668"/>
                  <a:pt x="81795" y="130276"/>
                  <a:pt x="81917" y="131005"/>
                </a:cubicBezTo>
                <a:cubicBezTo>
                  <a:pt x="82099" y="132069"/>
                  <a:pt x="82221" y="133102"/>
                  <a:pt x="82130" y="134166"/>
                </a:cubicBezTo>
                <a:cubicBezTo>
                  <a:pt x="82282" y="134217"/>
                  <a:pt x="82444" y="134237"/>
                  <a:pt x="82610" y="134237"/>
                </a:cubicBezTo>
                <a:cubicBezTo>
                  <a:pt x="82941" y="134237"/>
                  <a:pt x="83289" y="134158"/>
                  <a:pt x="83611" y="134077"/>
                </a:cubicBezTo>
                <a:lnTo>
                  <a:pt x="83611" y="134077"/>
                </a:lnTo>
                <a:cubicBezTo>
                  <a:pt x="83611" y="134077"/>
                  <a:pt x="83611" y="134077"/>
                  <a:pt x="83611" y="134077"/>
                </a:cubicBezTo>
                <a:cubicBezTo>
                  <a:pt x="83613" y="134077"/>
                  <a:pt x="83616" y="134076"/>
                  <a:pt x="83619" y="134075"/>
                </a:cubicBezTo>
                <a:lnTo>
                  <a:pt x="83619" y="134075"/>
                </a:lnTo>
                <a:cubicBezTo>
                  <a:pt x="83616" y="134076"/>
                  <a:pt x="83613" y="134076"/>
                  <a:pt x="83611" y="134077"/>
                </a:cubicBezTo>
                <a:lnTo>
                  <a:pt x="83611" y="134077"/>
                </a:lnTo>
                <a:cubicBezTo>
                  <a:pt x="83500" y="134076"/>
                  <a:pt x="83558" y="132857"/>
                  <a:pt x="83558" y="132768"/>
                </a:cubicBezTo>
                <a:cubicBezTo>
                  <a:pt x="83497" y="132069"/>
                  <a:pt x="83862" y="131491"/>
                  <a:pt x="84105" y="130914"/>
                </a:cubicBezTo>
                <a:cubicBezTo>
                  <a:pt x="84835" y="130975"/>
                  <a:pt x="85412" y="131096"/>
                  <a:pt x="85899" y="131613"/>
                </a:cubicBezTo>
                <a:cubicBezTo>
                  <a:pt x="86233" y="132008"/>
                  <a:pt x="86537" y="132434"/>
                  <a:pt x="86963" y="132707"/>
                </a:cubicBezTo>
                <a:cubicBezTo>
                  <a:pt x="87722" y="133285"/>
                  <a:pt x="88573" y="133741"/>
                  <a:pt x="89485" y="134045"/>
                </a:cubicBezTo>
                <a:cubicBezTo>
                  <a:pt x="90032" y="134227"/>
                  <a:pt x="90610" y="134349"/>
                  <a:pt x="91188" y="134379"/>
                </a:cubicBezTo>
                <a:cubicBezTo>
                  <a:pt x="91339" y="134409"/>
                  <a:pt x="91499" y="134425"/>
                  <a:pt x="91659" y="134425"/>
                </a:cubicBezTo>
                <a:cubicBezTo>
                  <a:pt x="91818" y="134425"/>
                  <a:pt x="91978" y="134409"/>
                  <a:pt x="92130" y="134379"/>
                </a:cubicBezTo>
                <a:cubicBezTo>
                  <a:pt x="92271" y="134374"/>
                  <a:pt x="92412" y="134372"/>
                  <a:pt x="92554" y="134372"/>
                </a:cubicBezTo>
                <a:cubicBezTo>
                  <a:pt x="92912" y="134372"/>
                  <a:pt x="93269" y="134384"/>
                  <a:pt x="93623" y="134384"/>
                </a:cubicBezTo>
                <a:cubicBezTo>
                  <a:pt x="94001" y="134384"/>
                  <a:pt x="94375" y="134371"/>
                  <a:pt x="94744" y="134318"/>
                </a:cubicBezTo>
                <a:cubicBezTo>
                  <a:pt x="95048" y="134288"/>
                  <a:pt x="97084" y="134288"/>
                  <a:pt x="96811" y="133619"/>
                </a:cubicBezTo>
                <a:cubicBezTo>
                  <a:pt x="96720" y="133437"/>
                  <a:pt x="96537" y="133376"/>
                  <a:pt x="96355" y="133315"/>
                </a:cubicBezTo>
                <a:cubicBezTo>
                  <a:pt x="95048" y="132920"/>
                  <a:pt x="93619" y="132646"/>
                  <a:pt x="92616" y="131704"/>
                </a:cubicBezTo>
                <a:cubicBezTo>
                  <a:pt x="92130" y="131248"/>
                  <a:pt x="91795" y="130671"/>
                  <a:pt x="91491" y="130124"/>
                </a:cubicBezTo>
                <a:cubicBezTo>
                  <a:pt x="90884" y="129121"/>
                  <a:pt x="90276" y="128087"/>
                  <a:pt x="89668" y="127084"/>
                </a:cubicBezTo>
                <a:cubicBezTo>
                  <a:pt x="89090" y="126142"/>
                  <a:pt x="88786" y="125352"/>
                  <a:pt x="88969" y="124197"/>
                </a:cubicBezTo>
                <a:cubicBezTo>
                  <a:pt x="89425" y="121613"/>
                  <a:pt x="90549" y="119242"/>
                  <a:pt x="91339" y="116750"/>
                </a:cubicBezTo>
                <a:cubicBezTo>
                  <a:pt x="91704" y="115534"/>
                  <a:pt x="91947" y="114288"/>
                  <a:pt x="92312" y="113072"/>
                </a:cubicBezTo>
                <a:cubicBezTo>
                  <a:pt x="92707" y="111795"/>
                  <a:pt x="93072" y="110488"/>
                  <a:pt x="93285" y="109151"/>
                </a:cubicBezTo>
                <a:cubicBezTo>
                  <a:pt x="93437" y="107935"/>
                  <a:pt x="93376" y="106719"/>
                  <a:pt x="93589" y="105503"/>
                </a:cubicBezTo>
                <a:cubicBezTo>
                  <a:pt x="93802" y="103892"/>
                  <a:pt x="94409" y="102281"/>
                  <a:pt x="94957" y="100731"/>
                </a:cubicBezTo>
                <a:cubicBezTo>
                  <a:pt x="95777" y="98178"/>
                  <a:pt x="96355" y="95533"/>
                  <a:pt x="96659" y="92859"/>
                </a:cubicBezTo>
                <a:cubicBezTo>
                  <a:pt x="97905" y="92342"/>
                  <a:pt x="99121" y="91643"/>
                  <a:pt x="100306" y="91005"/>
                </a:cubicBezTo>
                <a:cubicBezTo>
                  <a:pt x="101157" y="90427"/>
                  <a:pt x="103285" y="89728"/>
                  <a:pt x="103133" y="88451"/>
                </a:cubicBezTo>
                <a:cubicBezTo>
                  <a:pt x="103042" y="87995"/>
                  <a:pt x="102829" y="87570"/>
                  <a:pt x="102586" y="87175"/>
                </a:cubicBezTo>
                <a:cubicBezTo>
                  <a:pt x="102100" y="86232"/>
                  <a:pt x="101796" y="85199"/>
                  <a:pt x="101522" y="84135"/>
                </a:cubicBezTo>
                <a:cubicBezTo>
                  <a:pt x="100914" y="81855"/>
                  <a:pt x="100489" y="79485"/>
                  <a:pt x="99941" y="77205"/>
                </a:cubicBezTo>
                <a:cubicBezTo>
                  <a:pt x="99364" y="74986"/>
                  <a:pt x="99577" y="72585"/>
                  <a:pt x="98878" y="70366"/>
                </a:cubicBezTo>
                <a:cubicBezTo>
                  <a:pt x="98604" y="69545"/>
                  <a:pt x="98179" y="68785"/>
                  <a:pt x="97844" y="67995"/>
                </a:cubicBezTo>
                <a:cubicBezTo>
                  <a:pt x="97054" y="66111"/>
                  <a:pt x="96628" y="64135"/>
                  <a:pt x="96355" y="62159"/>
                </a:cubicBezTo>
                <a:cubicBezTo>
                  <a:pt x="96233" y="61217"/>
                  <a:pt x="95929" y="60092"/>
                  <a:pt x="96051" y="59120"/>
                </a:cubicBezTo>
                <a:cubicBezTo>
                  <a:pt x="96142" y="58329"/>
                  <a:pt x="96476" y="57661"/>
                  <a:pt x="96385" y="56810"/>
                </a:cubicBezTo>
                <a:cubicBezTo>
                  <a:pt x="96203" y="54469"/>
                  <a:pt x="96081" y="52068"/>
                  <a:pt x="95929" y="49667"/>
                </a:cubicBezTo>
                <a:cubicBezTo>
                  <a:pt x="95899" y="48572"/>
                  <a:pt x="95838" y="47448"/>
                  <a:pt x="96020" y="46414"/>
                </a:cubicBezTo>
                <a:cubicBezTo>
                  <a:pt x="96385" y="44195"/>
                  <a:pt x="97510" y="41946"/>
                  <a:pt x="95321" y="40396"/>
                </a:cubicBezTo>
                <a:cubicBezTo>
                  <a:pt x="94349" y="39697"/>
                  <a:pt x="93315" y="39089"/>
                  <a:pt x="92221" y="38603"/>
                </a:cubicBezTo>
                <a:cubicBezTo>
                  <a:pt x="91583" y="38299"/>
                  <a:pt x="90914" y="38055"/>
                  <a:pt x="90397" y="37600"/>
                </a:cubicBezTo>
                <a:cubicBezTo>
                  <a:pt x="89607" y="36870"/>
                  <a:pt x="89212" y="35806"/>
                  <a:pt x="88452" y="35046"/>
                </a:cubicBezTo>
                <a:cubicBezTo>
                  <a:pt x="88330" y="34925"/>
                  <a:pt x="88209" y="34864"/>
                  <a:pt x="88148" y="34773"/>
                </a:cubicBezTo>
                <a:cubicBezTo>
                  <a:pt x="87874" y="33709"/>
                  <a:pt x="87540" y="32645"/>
                  <a:pt x="87206" y="31581"/>
                </a:cubicBezTo>
                <a:cubicBezTo>
                  <a:pt x="87054" y="31125"/>
                  <a:pt x="86932" y="30669"/>
                  <a:pt x="86780" y="30244"/>
                </a:cubicBezTo>
                <a:cubicBezTo>
                  <a:pt x="86780" y="29636"/>
                  <a:pt x="86780" y="29089"/>
                  <a:pt x="86750" y="28481"/>
                </a:cubicBezTo>
                <a:cubicBezTo>
                  <a:pt x="86750" y="28268"/>
                  <a:pt x="86750" y="28086"/>
                  <a:pt x="86780" y="27903"/>
                </a:cubicBezTo>
                <a:cubicBezTo>
                  <a:pt x="86841" y="27447"/>
                  <a:pt x="87054" y="27265"/>
                  <a:pt x="87418" y="27022"/>
                </a:cubicBezTo>
                <a:cubicBezTo>
                  <a:pt x="87874" y="26718"/>
                  <a:pt x="88330" y="26384"/>
                  <a:pt x="88604" y="25928"/>
                </a:cubicBezTo>
                <a:cubicBezTo>
                  <a:pt x="88877" y="25472"/>
                  <a:pt x="88938" y="24833"/>
                  <a:pt x="88634" y="24408"/>
                </a:cubicBezTo>
                <a:cubicBezTo>
                  <a:pt x="88573" y="24286"/>
                  <a:pt x="88422" y="24165"/>
                  <a:pt x="88300" y="24073"/>
                </a:cubicBezTo>
                <a:cubicBezTo>
                  <a:pt x="88148" y="23922"/>
                  <a:pt x="87966" y="23770"/>
                  <a:pt x="87814" y="23618"/>
                </a:cubicBezTo>
                <a:cubicBezTo>
                  <a:pt x="87722" y="23526"/>
                  <a:pt x="87662" y="23466"/>
                  <a:pt x="87631" y="23374"/>
                </a:cubicBezTo>
                <a:cubicBezTo>
                  <a:pt x="87540" y="23192"/>
                  <a:pt x="87570" y="23010"/>
                  <a:pt x="87570" y="22797"/>
                </a:cubicBezTo>
                <a:cubicBezTo>
                  <a:pt x="87570" y="22615"/>
                  <a:pt x="87449" y="22402"/>
                  <a:pt x="87266" y="22402"/>
                </a:cubicBezTo>
                <a:cubicBezTo>
                  <a:pt x="87162" y="22402"/>
                  <a:pt x="87080" y="22469"/>
                  <a:pt x="87002" y="22469"/>
                </a:cubicBezTo>
                <a:cubicBezTo>
                  <a:pt x="86989" y="22469"/>
                  <a:pt x="86976" y="22467"/>
                  <a:pt x="86963" y="22463"/>
                </a:cubicBezTo>
                <a:cubicBezTo>
                  <a:pt x="86780" y="22402"/>
                  <a:pt x="86902" y="22037"/>
                  <a:pt x="86750" y="21946"/>
                </a:cubicBezTo>
                <a:cubicBezTo>
                  <a:pt x="86695" y="21891"/>
                  <a:pt x="86629" y="21880"/>
                  <a:pt x="86566" y="21880"/>
                </a:cubicBezTo>
                <a:cubicBezTo>
                  <a:pt x="86524" y="21880"/>
                  <a:pt x="86482" y="21885"/>
                  <a:pt x="86446" y="21885"/>
                </a:cubicBezTo>
                <a:cubicBezTo>
                  <a:pt x="86142" y="21885"/>
                  <a:pt x="85990" y="21733"/>
                  <a:pt x="86020" y="21429"/>
                </a:cubicBezTo>
                <a:cubicBezTo>
                  <a:pt x="86051" y="21125"/>
                  <a:pt x="86142" y="20882"/>
                  <a:pt x="86081" y="20578"/>
                </a:cubicBezTo>
                <a:cubicBezTo>
                  <a:pt x="86081" y="20274"/>
                  <a:pt x="85929" y="19970"/>
                  <a:pt x="85686" y="19849"/>
                </a:cubicBezTo>
                <a:cubicBezTo>
                  <a:pt x="85595" y="19809"/>
                  <a:pt x="85504" y="19798"/>
                  <a:pt x="85410" y="19798"/>
                </a:cubicBezTo>
                <a:cubicBezTo>
                  <a:pt x="85285" y="19798"/>
                  <a:pt x="85156" y="19818"/>
                  <a:pt x="85017" y="19818"/>
                </a:cubicBezTo>
                <a:cubicBezTo>
                  <a:pt x="84835" y="19818"/>
                  <a:pt x="84683" y="19757"/>
                  <a:pt x="84531" y="19727"/>
                </a:cubicBezTo>
                <a:lnTo>
                  <a:pt x="84470" y="19727"/>
                </a:lnTo>
                <a:cubicBezTo>
                  <a:pt x="83862" y="16110"/>
                  <a:pt x="82190" y="12614"/>
                  <a:pt x="80853" y="9240"/>
                </a:cubicBezTo>
                <a:lnTo>
                  <a:pt x="79941" y="6961"/>
                </a:lnTo>
                <a:cubicBezTo>
                  <a:pt x="79637" y="6170"/>
                  <a:pt x="79303" y="5380"/>
                  <a:pt x="78999" y="4560"/>
                </a:cubicBezTo>
                <a:cubicBezTo>
                  <a:pt x="78543" y="3465"/>
                  <a:pt x="78087" y="2280"/>
                  <a:pt x="77175" y="1490"/>
                </a:cubicBezTo>
                <a:cubicBezTo>
                  <a:pt x="75716" y="152"/>
                  <a:pt x="73436" y="0"/>
                  <a:pt x="71582" y="0"/>
                </a:cubicBezTo>
                <a:close/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4" name="Google Shape;1414;p181"/>
          <p:cNvSpPr/>
          <p:nvPr/>
        </p:nvSpPr>
        <p:spPr>
          <a:xfrm rot="7426610">
            <a:off x="7969573" y="3452032"/>
            <a:ext cx="530616" cy="371392"/>
          </a:xfrm>
          <a:custGeom>
            <a:rect b="b" l="l" r="r" t="t"/>
            <a:pathLst>
              <a:path extrusionOk="0" fill="none" h="8362" w="11947">
                <a:moveTo>
                  <a:pt x="1" y="0"/>
                </a:moveTo>
                <a:cubicBezTo>
                  <a:pt x="1297" y="636"/>
                  <a:pt x="306" y="2643"/>
                  <a:pt x="1577" y="3279"/>
                </a:cubicBezTo>
                <a:cubicBezTo>
                  <a:pt x="2898" y="3914"/>
                  <a:pt x="3839" y="1906"/>
                  <a:pt x="5135" y="2542"/>
                </a:cubicBezTo>
                <a:cubicBezTo>
                  <a:pt x="6456" y="3177"/>
                  <a:pt x="5465" y="5185"/>
                  <a:pt x="6761" y="5820"/>
                </a:cubicBezTo>
                <a:cubicBezTo>
                  <a:pt x="8058" y="6456"/>
                  <a:pt x="9023" y="4448"/>
                  <a:pt x="10320" y="5083"/>
                </a:cubicBezTo>
                <a:cubicBezTo>
                  <a:pt x="11616" y="5719"/>
                  <a:pt x="10650" y="7727"/>
                  <a:pt x="11946" y="8362"/>
                </a:cubicBezTo>
              </a:path>
            </a:pathLst>
          </a:custGeom>
          <a:noFill/>
          <a:ln cap="rnd" cmpd="sng" w="1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5" name="Google Shape;1415;p181"/>
          <p:cNvSpPr/>
          <p:nvPr/>
        </p:nvSpPr>
        <p:spPr>
          <a:xfrm rot="583629">
            <a:off x="1533150" y="2725129"/>
            <a:ext cx="266192" cy="253494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6" name="Google Shape;1416;p181"/>
          <p:cNvSpPr/>
          <p:nvPr/>
        </p:nvSpPr>
        <p:spPr>
          <a:xfrm flipH="1" rot="-583629">
            <a:off x="7918575" y="3039779"/>
            <a:ext cx="266192" cy="253494"/>
          </a:xfrm>
          <a:custGeom>
            <a:rect b="b" l="l" r="r" t="t"/>
            <a:pathLst>
              <a:path extrusionOk="0" fill="none" h="4576" w="4805">
                <a:moveTo>
                  <a:pt x="1" y="1"/>
                </a:moveTo>
                <a:lnTo>
                  <a:pt x="2415" y="407"/>
                </a:lnTo>
                <a:lnTo>
                  <a:pt x="4805" y="788"/>
                </a:lnTo>
                <a:lnTo>
                  <a:pt x="3280" y="2695"/>
                </a:lnTo>
                <a:lnTo>
                  <a:pt x="1729" y="4575"/>
                </a:lnTo>
                <a:lnTo>
                  <a:pt x="865" y="2288"/>
                </a:lnTo>
                <a:close/>
              </a:path>
            </a:pathLst>
          </a:custGeom>
          <a:noFill/>
          <a:ln cap="rnd" cmpd="sng" w="1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Dance Studio Newsletter by Slidesgo">
  <a:themeElements>
    <a:clrScheme name="Simple Light">
      <a:dk1>
        <a:srgbClr val="292929"/>
      </a:dk1>
      <a:lt1>
        <a:srgbClr val="FEF9F3"/>
      </a:lt1>
      <a:dk2>
        <a:srgbClr val="FF65CB"/>
      </a:dk2>
      <a:lt2>
        <a:srgbClr val="FF9F00"/>
      </a:lt2>
      <a:accent1>
        <a:srgbClr val="00A8B7"/>
      </a:accent1>
      <a:accent2>
        <a:srgbClr val="CBC9FB"/>
      </a:accent2>
      <a:accent3>
        <a:srgbClr val="FFE4E3"/>
      </a:accent3>
      <a:accent4>
        <a:srgbClr val="FFFFFF"/>
      </a:accent4>
      <a:accent5>
        <a:srgbClr val="FFFFFF"/>
      </a:accent5>
      <a:accent6>
        <a:srgbClr val="FFFFFF"/>
      </a:accent6>
      <a:hlink>
        <a:srgbClr val="2929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Dance Studio Newsletter by Slidesgo">
  <a:themeElements>
    <a:clrScheme name="Simple Light">
      <a:dk1>
        <a:srgbClr val="292929"/>
      </a:dk1>
      <a:lt1>
        <a:srgbClr val="FEF9F3"/>
      </a:lt1>
      <a:dk2>
        <a:srgbClr val="FF65CB"/>
      </a:dk2>
      <a:lt2>
        <a:srgbClr val="FF9F00"/>
      </a:lt2>
      <a:accent1>
        <a:srgbClr val="00A8B7"/>
      </a:accent1>
      <a:accent2>
        <a:srgbClr val="CBC9FB"/>
      </a:accent2>
      <a:accent3>
        <a:srgbClr val="FFE4E3"/>
      </a:accent3>
      <a:accent4>
        <a:srgbClr val="FFFFFF"/>
      </a:accent4>
      <a:accent5>
        <a:srgbClr val="FFFFFF"/>
      </a:accent5>
      <a:accent6>
        <a:srgbClr val="FFFFFF"/>
      </a:accent6>
      <a:hlink>
        <a:srgbClr val="2929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Dance Studio Newsletter by Slidesgo">
  <a:themeElements>
    <a:clrScheme name="Simple Light">
      <a:dk1>
        <a:srgbClr val="292929"/>
      </a:dk1>
      <a:lt1>
        <a:srgbClr val="FEF9F3"/>
      </a:lt1>
      <a:dk2>
        <a:srgbClr val="FF65CB"/>
      </a:dk2>
      <a:lt2>
        <a:srgbClr val="FF9F00"/>
      </a:lt2>
      <a:accent1>
        <a:srgbClr val="00A8B7"/>
      </a:accent1>
      <a:accent2>
        <a:srgbClr val="CBC9FB"/>
      </a:accent2>
      <a:accent3>
        <a:srgbClr val="FFE4E3"/>
      </a:accent3>
      <a:accent4>
        <a:srgbClr val="FFFFFF"/>
      </a:accent4>
      <a:accent5>
        <a:srgbClr val="FFFFFF"/>
      </a:accent5>
      <a:accent6>
        <a:srgbClr val="FFFFFF"/>
      </a:accent6>
      <a:hlink>
        <a:srgbClr val="2929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Dance Studio Newsletter by Slidesgo">
  <a:themeElements>
    <a:clrScheme name="Simple Light">
      <a:dk1>
        <a:srgbClr val="292929"/>
      </a:dk1>
      <a:lt1>
        <a:srgbClr val="FEF9F3"/>
      </a:lt1>
      <a:dk2>
        <a:srgbClr val="FF65CB"/>
      </a:dk2>
      <a:lt2>
        <a:srgbClr val="FF9F00"/>
      </a:lt2>
      <a:accent1>
        <a:srgbClr val="00A8B7"/>
      </a:accent1>
      <a:accent2>
        <a:srgbClr val="CBC9FB"/>
      </a:accent2>
      <a:accent3>
        <a:srgbClr val="FFE4E3"/>
      </a:accent3>
      <a:accent4>
        <a:srgbClr val="FFFFFF"/>
      </a:accent4>
      <a:accent5>
        <a:srgbClr val="FFFFFF"/>
      </a:accent5>
      <a:accent6>
        <a:srgbClr val="FFFFFF"/>
      </a:accent6>
      <a:hlink>
        <a:srgbClr val="2929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Dance Studio Newsletter by Slidesgo">
  <a:themeElements>
    <a:clrScheme name="Simple Light">
      <a:dk1>
        <a:srgbClr val="292929"/>
      </a:dk1>
      <a:lt1>
        <a:srgbClr val="FEF9F3"/>
      </a:lt1>
      <a:dk2>
        <a:srgbClr val="FF65CB"/>
      </a:dk2>
      <a:lt2>
        <a:srgbClr val="FF9F00"/>
      </a:lt2>
      <a:accent1>
        <a:srgbClr val="00A8B7"/>
      </a:accent1>
      <a:accent2>
        <a:srgbClr val="CBC9FB"/>
      </a:accent2>
      <a:accent3>
        <a:srgbClr val="FFE4E3"/>
      </a:accent3>
      <a:accent4>
        <a:srgbClr val="FFFFFF"/>
      </a:accent4>
      <a:accent5>
        <a:srgbClr val="FFFFFF"/>
      </a:accent5>
      <a:accent6>
        <a:srgbClr val="FFFFFF"/>
      </a:accent6>
      <a:hlink>
        <a:srgbClr val="2929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Dance Studio Newsletter by Slidesgo">
  <a:themeElements>
    <a:clrScheme name="Simple Light">
      <a:dk1>
        <a:srgbClr val="292929"/>
      </a:dk1>
      <a:lt1>
        <a:srgbClr val="FEF9F3"/>
      </a:lt1>
      <a:dk2>
        <a:srgbClr val="FF65CB"/>
      </a:dk2>
      <a:lt2>
        <a:srgbClr val="FF9F00"/>
      </a:lt2>
      <a:accent1>
        <a:srgbClr val="00A8B7"/>
      </a:accent1>
      <a:accent2>
        <a:srgbClr val="CBC9FB"/>
      </a:accent2>
      <a:accent3>
        <a:srgbClr val="FFE4E3"/>
      </a:accent3>
      <a:accent4>
        <a:srgbClr val="FFFFFF"/>
      </a:accent4>
      <a:accent5>
        <a:srgbClr val="FFFFFF"/>
      </a:accent5>
      <a:accent6>
        <a:srgbClr val="FFFFFF"/>
      </a:accent6>
      <a:hlink>
        <a:srgbClr val="2929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